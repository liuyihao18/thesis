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45646D-B443-40C9-9733-1DD8905B0F49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B2A314-18BC-4921-AD13-213E169E0A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530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2A314-18BC-4921-AD13-213E169E0A2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27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6CE605-B931-423C-88AF-72D6B0B28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306FB42-8787-4BA1-8ACA-A98049E83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7EDB91-448C-4ADE-8B20-CAD0F87BA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9AC1-8EDF-4096-8511-7044330DAA1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1C3C20-109B-4C79-95C9-F9E6DA523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81A3C1-09CD-4450-949B-244109711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BBA2-41C4-4AF8-98E9-EA717FC24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4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E8E003-BA03-41B0-B97A-07B419324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1562B0-1D8E-46B4-8847-2767AA602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886193-FB7B-4FB8-8AD4-2E258EB9B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9AC1-8EDF-4096-8511-7044330DAA1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9B2BF5-966D-4803-8427-5B181DD3D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2088BE-E8A0-478C-B625-2557816FA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BBA2-41C4-4AF8-98E9-EA717FC24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894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7B5C4-96DE-462A-92A1-8EA9EDD84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6E139E-573B-4FF6-88B8-CAF66E87E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73E050-A134-458D-B962-E789DB742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9AC1-8EDF-4096-8511-7044330DAA1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3063A3-9C95-414A-B0D8-4650E7245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15AF73-AC59-474E-96FF-D379350F3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BBA2-41C4-4AF8-98E9-EA717FC24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463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7EA3C-9271-4A5E-8AA1-16170B1E7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6032FC-D3C3-474B-8657-A183264679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D47744-F39C-4071-8201-3AC2FEC9E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3F65D9-A109-46AA-B178-1A9FAFB12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9AC1-8EDF-4096-8511-7044330DAA1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E2DD38-FC7B-4FA4-AF99-442F651AA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5C3D61-F977-4880-8104-4582BB524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BBA2-41C4-4AF8-98E9-EA717FC24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934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A23037-7B13-4A47-8B18-7929967AC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9847D6-15C6-4534-AD17-5C98785BB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E95C5C-DB97-4197-9B91-6B669D836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59E8A4E-6886-4FF2-98D8-C53F576D5D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0DFDC09-5EC2-44BB-B098-5263ECE09B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54DD41D-8DC4-42B5-B37F-A0715461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9AC1-8EDF-4096-8511-7044330DAA1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440B64-5D36-4906-8F2D-C5D79DFC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8245BBE-0184-43B5-A653-F99AAB640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BBA2-41C4-4AF8-98E9-EA717FC24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636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313818-68D3-4170-A216-6CBCAEC1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E2F051-8A1D-4BDB-AD8C-AD866D09F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9AC1-8EDF-4096-8511-7044330DAA1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86E933F-DC71-4DA0-835D-B6A11BA21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C70E6E-CF90-4B5A-AC6D-999F159D4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BBA2-41C4-4AF8-98E9-EA717FC24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43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FE8BC4-D2D4-43B1-9D0B-CA4C38383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9AC1-8EDF-4096-8511-7044330DAA1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F7F04BE-371D-4264-9899-0DD0F5E9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4935D8-DD54-42AE-A691-F84A99D50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BBA2-41C4-4AF8-98E9-EA717FC24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393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1A4C79-93F0-452C-A00D-BBEFAB1C5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75EE84-AE0B-4054-97CB-856891D61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8A4CA2-5AC6-425C-8B23-B5CF4842A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5478CA-1706-42FB-8190-BB5FEFCCF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9AC1-8EDF-4096-8511-7044330DAA1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6DE1FC-5018-4A58-AA07-7B587C93D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477410-0E59-439F-9653-326CC9EB0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BBA2-41C4-4AF8-98E9-EA717FC24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620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7A52C4-D64E-4BBA-AFBB-E196F4481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2AFAF6-CF7F-4026-8568-8804BB16C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9A59EC-E576-4724-9A29-037326D80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A78228-695F-4B5D-B39A-0780D46A0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9AC1-8EDF-4096-8511-7044330DAA1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4B0BC3-1C01-41F6-AC62-FE0F12DB6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A8E762-1AFD-40D1-90EE-22A1ED90B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BBA2-41C4-4AF8-98E9-EA717FC24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50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D719D-6900-4BF2-8614-1A344F746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B1262E-88C1-4DF4-9471-5D2F04398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ECB417-8960-4DD0-965D-A50355B8F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9AC1-8EDF-4096-8511-7044330DAA1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AB41A8-C8E7-4649-842C-7F010EB6D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C059B7-8F2B-4E54-BEC0-B333853BE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BBA2-41C4-4AF8-98E9-EA717FC24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639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BD2F63D-11B2-43DE-9E95-E4CE3B0EF4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BB7237-3913-4720-B77A-DD57EB3E8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F085E7-E929-4CE4-A1E3-FEC1030AD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89AC1-8EDF-4096-8511-7044330DAA1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6674E5-9A60-435F-AFE0-D427D6ABA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84B600-D038-44CF-A968-D920ADF91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BBA2-41C4-4AF8-98E9-EA717FC24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068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F54E1AF-9D22-437E-B632-C658634B1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94F60A-9A19-4290-AECC-4DEB311AF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30A458-7516-433C-8EA7-7BEE999C24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89AC1-8EDF-4096-8511-7044330DAA1E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40F7C4-EA0C-4A9E-A37B-D38651C48F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96B848-0755-4F9D-964E-38CEA1363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CBBA2-41C4-4AF8-98E9-EA717FC24C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908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sv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CDE92ED-76D9-4BE9-B126-932ABD6E3FA5}"/>
              </a:ext>
            </a:extLst>
          </p:cNvPr>
          <p:cNvSpPr/>
          <p:nvPr/>
        </p:nvSpPr>
        <p:spPr>
          <a:xfrm>
            <a:off x="1090822" y="3052604"/>
            <a:ext cx="1440000" cy="54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 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章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引言</a:t>
            </a:r>
            <a:endParaRPr lang="zh-CN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5A91EF-1065-42EB-8C3B-D94DC0332A12}"/>
              </a:ext>
            </a:extLst>
          </p:cNvPr>
          <p:cNvSpPr/>
          <p:nvPr/>
        </p:nvSpPr>
        <p:spPr>
          <a:xfrm>
            <a:off x="3609065" y="1275031"/>
            <a:ext cx="3240000" cy="54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 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章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正交感知模型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8FFCB55-6DF1-42E5-8513-7E9692D64F08}"/>
              </a:ext>
            </a:extLst>
          </p:cNvPr>
          <p:cNvGrpSpPr/>
          <p:nvPr/>
        </p:nvGrpSpPr>
        <p:grpSpPr>
          <a:xfrm>
            <a:off x="3609065" y="2172081"/>
            <a:ext cx="3240000" cy="1403998"/>
            <a:chOff x="3610824" y="1275031"/>
            <a:chExt cx="2672282" cy="140399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0F2338D-5562-42EE-9F8F-2C8B30F85226}"/>
                </a:ext>
              </a:extLst>
            </p:cNvPr>
            <p:cNvSpPr/>
            <p:nvPr/>
          </p:nvSpPr>
          <p:spPr>
            <a:xfrm>
              <a:off x="3610824" y="1275031"/>
              <a:ext cx="2672282" cy="54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第 </a:t>
              </a: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 </a:t>
              </a:r>
              <a:r>
                <a:rPr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章</a:t>
              </a:r>
              <a:endPara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信号处理方法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609DD91-FF37-4B95-A0F6-E005BEB0CC05}"/>
                </a:ext>
              </a:extLst>
            </p:cNvPr>
            <p:cNvSpPr/>
            <p:nvPr/>
          </p:nvSpPr>
          <p:spPr>
            <a:xfrm>
              <a:off x="3610824" y="1815029"/>
              <a:ext cx="2672282" cy="864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）信号能量集中方法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）相位漂移消除方法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）感知信息提取方法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76321603-783E-4DF4-A78B-1BA86432AFA0}"/>
              </a:ext>
            </a:extLst>
          </p:cNvPr>
          <p:cNvSpPr/>
          <p:nvPr/>
        </p:nvSpPr>
        <p:spPr>
          <a:xfrm>
            <a:off x="3609065" y="3933129"/>
            <a:ext cx="3240000" cy="54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 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章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原型系统设计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C02D0A-2F98-4658-98C8-64DBE3E896D8}"/>
              </a:ext>
            </a:extLst>
          </p:cNvPr>
          <p:cNvSpPr/>
          <p:nvPr/>
        </p:nvSpPr>
        <p:spPr>
          <a:xfrm>
            <a:off x="7923795" y="3052604"/>
            <a:ext cx="1440000" cy="54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 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 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章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总结与展望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2AD733A-57D7-4B06-8911-61F61F03306C}"/>
              </a:ext>
            </a:extLst>
          </p:cNvPr>
          <p:cNvCxnSpPr>
            <a:cxnSpLocks/>
          </p:cNvCxnSpPr>
          <p:nvPr/>
        </p:nvCxnSpPr>
        <p:spPr>
          <a:xfrm flipV="1">
            <a:off x="2530822" y="3322604"/>
            <a:ext cx="536485" cy="2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6A1C92E-0360-4015-B543-A70D5FE46F34}"/>
              </a:ext>
            </a:extLst>
          </p:cNvPr>
          <p:cNvCxnSpPr>
            <a:cxnSpLocks/>
          </p:cNvCxnSpPr>
          <p:nvPr/>
        </p:nvCxnSpPr>
        <p:spPr>
          <a:xfrm>
            <a:off x="3070822" y="1545031"/>
            <a:ext cx="0" cy="355514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3D57536-C6A3-4274-8671-69565B378878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070822" y="1545031"/>
            <a:ext cx="53824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0912270-8BF0-4911-9EDF-A40E493B4433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067307" y="4203129"/>
            <a:ext cx="54175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E3ABEC3-B4A5-4FB9-8B3A-7F67A62FD988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5229065" y="1815031"/>
            <a:ext cx="0" cy="3570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4AA04BF-25BD-47AC-9F7F-926F48F56B00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5229065" y="3576079"/>
            <a:ext cx="0" cy="3570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19DF872-5BC9-4471-88AF-6AD320D7E245}"/>
              </a:ext>
            </a:extLst>
          </p:cNvPr>
          <p:cNvCxnSpPr>
            <a:cxnSpLocks/>
          </p:cNvCxnSpPr>
          <p:nvPr/>
        </p:nvCxnSpPr>
        <p:spPr>
          <a:xfrm>
            <a:off x="7387307" y="3322605"/>
            <a:ext cx="53648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CBB44791-39D0-4258-B741-A4D5E0896644}"/>
              </a:ext>
            </a:extLst>
          </p:cNvPr>
          <p:cNvCxnSpPr>
            <a:cxnSpLocks/>
          </p:cNvCxnSpPr>
          <p:nvPr/>
        </p:nvCxnSpPr>
        <p:spPr>
          <a:xfrm>
            <a:off x="7387308" y="1545031"/>
            <a:ext cx="0" cy="355514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65235A4-2C76-4ACB-9C42-5F15E47DB511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6849065" y="1545031"/>
            <a:ext cx="54175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1919E83-DF07-4628-BEBD-03F74EC82037}"/>
              </a:ext>
            </a:extLst>
          </p:cNvPr>
          <p:cNvCxnSpPr>
            <a:cxnSpLocks/>
            <a:endCxn id="12" idx="3"/>
          </p:cNvCxnSpPr>
          <p:nvPr/>
        </p:nvCxnSpPr>
        <p:spPr>
          <a:xfrm flipH="1">
            <a:off x="6849065" y="4203129"/>
            <a:ext cx="54175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4E8CBB51-06FD-4BDD-96E5-D1E89D78BCE2}"/>
              </a:ext>
            </a:extLst>
          </p:cNvPr>
          <p:cNvSpPr/>
          <p:nvPr/>
        </p:nvSpPr>
        <p:spPr>
          <a:xfrm>
            <a:off x="3609065" y="4830178"/>
            <a:ext cx="3240000" cy="54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 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章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实验结果分析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D8FC07DD-B276-4939-AD01-B3160BF9F574}"/>
              </a:ext>
            </a:extLst>
          </p:cNvPr>
          <p:cNvCxnSpPr>
            <a:cxnSpLocks/>
            <a:stCxn id="12" idx="2"/>
            <a:endCxn id="28" idx="0"/>
          </p:cNvCxnSpPr>
          <p:nvPr/>
        </p:nvCxnSpPr>
        <p:spPr>
          <a:xfrm>
            <a:off x="5229065" y="4473129"/>
            <a:ext cx="0" cy="3570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9C899102-B3FB-47FB-AACD-378876ADBDE4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3067307" y="5100178"/>
            <a:ext cx="54175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B185D918-7154-48F8-AF08-17E47D3F8148}"/>
              </a:ext>
            </a:extLst>
          </p:cNvPr>
          <p:cNvCxnSpPr>
            <a:cxnSpLocks/>
            <a:endCxn id="28" idx="3"/>
          </p:cNvCxnSpPr>
          <p:nvPr/>
        </p:nvCxnSpPr>
        <p:spPr>
          <a:xfrm flipH="1">
            <a:off x="6849065" y="5100178"/>
            <a:ext cx="538242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4EDC859A-6B32-49BD-A274-A036ACE72AE8}"/>
              </a:ext>
            </a:extLst>
          </p:cNvPr>
          <p:cNvCxnSpPr>
            <a:cxnSpLocks/>
          </p:cNvCxnSpPr>
          <p:nvPr/>
        </p:nvCxnSpPr>
        <p:spPr>
          <a:xfrm>
            <a:off x="3067307" y="2945829"/>
            <a:ext cx="53648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0D9F94BA-B5BC-4EEF-BE35-02B50BC94EA7}"/>
              </a:ext>
            </a:extLst>
          </p:cNvPr>
          <p:cNvCxnSpPr>
            <a:cxnSpLocks/>
          </p:cNvCxnSpPr>
          <p:nvPr/>
        </p:nvCxnSpPr>
        <p:spPr>
          <a:xfrm>
            <a:off x="6850822" y="2945829"/>
            <a:ext cx="536485" cy="0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473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C442790-D430-4EDE-9C7A-F768391FBC90}"/>
              </a:ext>
            </a:extLst>
          </p:cNvPr>
          <p:cNvCxnSpPr>
            <a:cxnSpLocks/>
          </p:cNvCxnSpPr>
          <p:nvPr/>
        </p:nvCxnSpPr>
        <p:spPr>
          <a:xfrm>
            <a:off x="3428403" y="2620957"/>
            <a:ext cx="110690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EF46915-F499-4AC3-A749-564097724A0B}"/>
              </a:ext>
            </a:extLst>
          </p:cNvPr>
          <p:cNvCxnSpPr>
            <a:cxnSpLocks/>
          </p:cNvCxnSpPr>
          <p:nvPr/>
        </p:nvCxnSpPr>
        <p:spPr>
          <a:xfrm flipV="1">
            <a:off x="3428403" y="1960315"/>
            <a:ext cx="0" cy="136941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C9C5E7B-91A8-4216-BB1E-266E9534651F}"/>
              </a:ext>
            </a:extLst>
          </p:cNvPr>
          <p:cNvCxnSpPr>
            <a:cxnSpLocks/>
          </p:cNvCxnSpPr>
          <p:nvPr/>
        </p:nvCxnSpPr>
        <p:spPr>
          <a:xfrm flipV="1">
            <a:off x="3420143" y="2272422"/>
            <a:ext cx="720000" cy="72000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AF4768B-E958-458A-B345-0993375F3244}"/>
                  </a:ext>
                </a:extLst>
              </p:cNvPr>
              <p:cNvSpPr txBox="1"/>
              <p:nvPr/>
            </p:nvSpPr>
            <p:spPr>
              <a:xfrm>
                <a:off x="2877797" y="2750469"/>
                <a:ext cx="582702" cy="43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𝐵𝑊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AF4768B-E958-458A-B345-0993375F3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797" y="2750469"/>
                <a:ext cx="582702" cy="436851"/>
              </a:xfrm>
              <a:prstGeom prst="rect">
                <a:avLst/>
              </a:prstGeom>
              <a:blipFill>
                <a:blip r:embed="rId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52617422-A401-4023-B4BE-29EE7A5229B6}"/>
              </a:ext>
            </a:extLst>
          </p:cNvPr>
          <p:cNvGrpSpPr/>
          <p:nvPr/>
        </p:nvGrpSpPr>
        <p:grpSpPr>
          <a:xfrm rot="2700000">
            <a:off x="4690449" y="2524704"/>
            <a:ext cx="201255" cy="206361"/>
            <a:chOff x="3097585" y="1863801"/>
            <a:chExt cx="201255" cy="206361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CD6991BD-403C-44C3-AB7B-742951A0C53C}"/>
                </a:ext>
              </a:extLst>
            </p:cNvPr>
            <p:cNvCxnSpPr>
              <a:cxnSpLocks/>
            </p:cNvCxnSpPr>
            <p:nvPr/>
          </p:nvCxnSpPr>
          <p:spPr>
            <a:xfrm>
              <a:off x="3097585" y="1963699"/>
              <a:ext cx="2012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1A10B6CE-6AC6-40A7-89C0-86E5529721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8212" y="1863801"/>
              <a:ext cx="0" cy="20636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9F2D6CD-D51F-4E76-9AD0-C963ED0A565E}"/>
              </a:ext>
            </a:extLst>
          </p:cNvPr>
          <p:cNvCxnSpPr>
            <a:cxnSpLocks/>
          </p:cNvCxnSpPr>
          <p:nvPr/>
        </p:nvCxnSpPr>
        <p:spPr>
          <a:xfrm>
            <a:off x="5118098" y="2620957"/>
            <a:ext cx="110690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BD5EFDF-EFE1-4952-95E8-62C7A9397974}"/>
              </a:ext>
            </a:extLst>
          </p:cNvPr>
          <p:cNvCxnSpPr>
            <a:cxnSpLocks/>
          </p:cNvCxnSpPr>
          <p:nvPr/>
        </p:nvCxnSpPr>
        <p:spPr>
          <a:xfrm flipV="1">
            <a:off x="5118098" y="1960315"/>
            <a:ext cx="0" cy="136941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882AAB2-C13A-436B-A32A-21212E450C6A}"/>
                  </a:ext>
                </a:extLst>
              </p:cNvPr>
              <p:cNvSpPr txBox="1"/>
              <p:nvPr/>
            </p:nvSpPr>
            <p:spPr>
              <a:xfrm>
                <a:off x="2877797" y="2031639"/>
                <a:ext cx="582702" cy="43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𝐵𝑊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882AAB2-C13A-436B-A32A-21212E450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797" y="2031639"/>
                <a:ext cx="582702" cy="436851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9D36428-E296-4063-970B-881059341839}"/>
              </a:ext>
            </a:extLst>
          </p:cNvPr>
          <p:cNvCxnSpPr>
            <a:cxnSpLocks/>
          </p:cNvCxnSpPr>
          <p:nvPr/>
        </p:nvCxnSpPr>
        <p:spPr>
          <a:xfrm>
            <a:off x="5118098" y="2275140"/>
            <a:ext cx="720000" cy="72000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2FF384-0BE2-48BD-9133-7177F90AD208}"/>
              </a:ext>
            </a:extLst>
          </p:cNvPr>
          <p:cNvGrpSpPr/>
          <p:nvPr/>
        </p:nvGrpSpPr>
        <p:grpSpPr>
          <a:xfrm>
            <a:off x="6395054" y="2577106"/>
            <a:ext cx="201255" cy="101557"/>
            <a:chOff x="4956281" y="1960053"/>
            <a:chExt cx="201255" cy="101557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357EEA7D-0687-4D3D-92EF-7EFCB9CB4A48}"/>
                </a:ext>
              </a:extLst>
            </p:cNvPr>
            <p:cNvCxnSpPr>
              <a:cxnSpLocks/>
            </p:cNvCxnSpPr>
            <p:nvPr/>
          </p:nvCxnSpPr>
          <p:spPr>
            <a:xfrm>
              <a:off x="4956281" y="1960053"/>
              <a:ext cx="2012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DA11DB1F-05A5-4EED-9489-3CE74C4CCBA2}"/>
                </a:ext>
              </a:extLst>
            </p:cNvPr>
            <p:cNvCxnSpPr>
              <a:cxnSpLocks/>
            </p:cNvCxnSpPr>
            <p:nvPr/>
          </p:nvCxnSpPr>
          <p:spPr>
            <a:xfrm>
              <a:off x="4956281" y="2061610"/>
              <a:ext cx="2012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0D040EC-9010-468F-8779-2A7675882BFA}"/>
              </a:ext>
            </a:extLst>
          </p:cNvPr>
          <p:cNvCxnSpPr>
            <a:cxnSpLocks/>
          </p:cNvCxnSpPr>
          <p:nvPr/>
        </p:nvCxnSpPr>
        <p:spPr>
          <a:xfrm>
            <a:off x="3428403" y="4280649"/>
            <a:ext cx="110690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6A072A1-40BE-4E86-8D91-06AD9441E4F2}"/>
              </a:ext>
            </a:extLst>
          </p:cNvPr>
          <p:cNvCxnSpPr>
            <a:cxnSpLocks/>
          </p:cNvCxnSpPr>
          <p:nvPr/>
        </p:nvCxnSpPr>
        <p:spPr>
          <a:xfrm flipV="1">
            <a:off x="3428403" y="3620007"/>
            <a:ext cx="0" cy="136941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8B103DD-0E4A-4EF1-8F4E-5B85FE72DB63}"/>
                  </a:ext>
                </a:extLst>
              </p:cNvPr>
              <p:cNvSpPr txBox="1"/>
              <p:nvPr/>
            </p:nvSpPr>
            <p:spPr>
              <a:xfrm>
                <a:off x="2966376" y="4085247"/>
                <a:ext cx="5827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8B103DD-0E4A-4EF1-8F4E-5B85FE72D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6376" y="4085247"/>
                <a:ext cx="582702" cy="307777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>
            <a:extLst>
              <a:ext uri="{FF2B5EF4-FFF2-40B4-BE49-F238E27FC236}">
                <a16:creationId xmlns:a16="http://schemas.microsoft.com/office/drawing/2014/main" id="{7D5511D9-3386-4E6A-8F6A-0F0BE21A53B8}"/>
              </a:ext>
            </a:extLst>
          </p:cNvPr>
          <p:cNvGrpSpPr/>
          <p:nvPr/>
        </p:nvGrpSpPr>
        <p:grpSpPr>
          <a:xfrm rot="2700000">
            <a:off x="4690449" y="4184396"/>
            <a:ext cx="201255" cy="206361"/>
            <a:chOff x="3097585" y="1863801"/>
            <a:chExt cx="201255" cy="206361"/>
          </a:xfrm>
        </p:grpSpPr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3BBC10DD-353E-4F27-8FBC-667D60316A51}"/>
                </a:ext>
              </a:extLst>
            </p:cNvPr>
            <p:cNvCxnSpPr>
              <a:cxnSpLocks/>
            </p:cNvCxnSpPr>
            <p:nvPr/>
          </p:nvCxnSpPr>
          <p:spPr>
            <a:xfrm>
              <a:off x="3097585" y="1963699"/>
              <a:ext cx="2012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0B7CCD7C-65F2-45E3-A793-2439E6AA59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8212" y="1863801"/>
              <a:ext cx="0" cy="20636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BD1A2E6-4B5D-45C8-9A9C-93A49A67B1BD}"/>
              </a:ext>
            </a:extLst>
          </p:cNvPr>
          <p:cNvCxnSpPr>
            <a:cxnSpLocks/>
          </p:cNvCxnSpPr>
          <p:nvPr/>
        </p:nvCxnSpPr>
        <p:spPr>
          <a:xfrm>
            <a:off x="5118098" y="4280649"/>
            <a:ext cx="110690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55C940A-8C51-46C5-A4D2-6D09F9CFF7D5}"/>
              </a:ext>
            </a:extLst>
          </p:cNvPr>
          <p:cNvCxnSpPr>
            <a:cxnSpLocks/>
          </p:cNvCxnSpPr>
          <p:nvPr/>
        </p:nvCxnSpPr>
        <p:spPr>
          <a:xfrm flipV="1">
            <a:off x="5118098" y="3620007"/>
            <a:ext cx="0" cy="136941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187FD97-2BF7-4004-BB07-55E34372EB36}"/>
              </a:ext>
            </a:extLst>
          </p:cNvPr>
          <p:cNvCxnSpPr>
            <a:cxnSpLocks/>
          </p:cNvCxnSpPr>
          <p:nvPr/>
        </p:nvCxnSpPr>
        <p:spPr>
          <a:xfrm>
            <a:off x="5118098" y="3934832"/>
            <a:ext cx="720000" cy="72000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6995259-3E0D-49D4-BF35-973BB0F56ACC}"/>
              </a:ext>
            </a:extLst>
          </p:cNvPr>
          <p:cNvGrpSpPr/>
          <p:nvPr/>
        </p:nvGrpSpPr>
        <p:grpSpPr>
          <a:xfrm>
            <a:off x="6395054" y="4236798"/>
            <a:ext cx="201255" cy="101557"/>
            <a:chOff x="4956281" y="1960053"/>
            <a:chExt cx="201255" cy="101557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17E9BE47-2421-4E16-995C-25F0FA7D669B}"/>
                </a:ext>
              </a:extLst>
            </p:cNvPr>
            <p:cNvCxnSpPr>
              <a:cxnSpLocks/>
            </p:cNvCxnSpPr>
            <p:nvPr/>
          </p:nvCxnSpPr>
          <p:spPr>
            <a:xfrm>
              <a:off x="4956281" y="1960053"/>
              <a:ext cx="2012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36FD6944-7E5C-453F-8BE9-5D8828FDCDDF}"/>
                </a:ext>
              </a:extLst>
            </p:cNvPr>
            <p:cNvCxnSpPr>
              <a:cxnSpLocks/>
            </p:cNvCxnSpPr>
            <p:nvPr/>
          </p:nvCxnSpPr>
          <p:spPr>
            <a:xfrm>
              <a:off x="4956281" y="2061610"/>
              <a:ext cx="2012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3A741D71-BB8B-4594-BDEE-A433437C19A9}"/>
              </a:ext>
            </a:extLst>
          </p:cNvPr>
          <p:cNvCxnSpPr>
            <a:cxnSpLocks/>
          </p:cNvCxnSpPr>
          <p:nvPr/>
        </p:nvCxnSpPr>
        <p:spPr>
          <a:xfrm flipV="1">
            <a:off x="3424705" y="3934831"/>
            <a:ext cx="234000" cy="23400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F7688C4B-DEEF-416C-879A-2E8068BE1975}"/>
              </a:ext>
            </a:extLst>
          </p:cNvPr>
          <p:cNvCxnSpPr>
            <a:cxnSpLocks/>
          </p:cNvCxnSpPr>
          <p:nvPr/>
        </p:nvCxnSpPr>
        <p:spPr>
          <a:xfrm flipV="1">
            <a:off x="3651616" y="4184396"/>
            <a:ext cx="487478" cy="487478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7E85ED4D-5F3A-4F7B-81AD-960BB716F2A5}"/>
              </a:ext>
            </a:extLst>
          </p:cNvPr>
          <p:cNvCxnSpPr>
            <a:cxnSpLocks/>
          </p:cNvCxnSpPr>
          <p:nvPr/>
        </p:nvCxnSpPr>
        <p:spPr>
          <a:xfrm flipH="1" flipV="1">
            <a:off x="3646041" y="3661834"/>
            <a:ext cx="11041" cy="1225435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2FD99E7B-4DEA-4CF2-8C10-32ABCA30823E}"/>
              </a:ext>
            </a:extLst>
          </p:cNvPr>
          <p:cNvSpPr txBox="1"/>
          <p:nvPr/>
        </p:nvSpPr>
        <p:spPr>
          <a:xfrm>
            <a:off x="3646041" y="3567983"/>
            <a:ext cx="1149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频率卷绕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BDB10A0-45B6-4828-BCA0-C4068F0E9FF7}"/>
              </a:ext>
            </a:extLst>
          </p:cNvPr>
          <p:cNvCxnSpPr>
            <a:cxnSpLocks/>
          </p:cNvCxnSpPr>
          <p:nvPr/>
        </p:nvCxnSpPr>
        <p:spPr>
          <a:xfrm flipH="1">
            <a:off x="3428405" y="2272422"/>
            <a:ext cx="706217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657A1B78-16E1-45F3-8F43-5FD059C25176}"/>
              </a:ext>
            </a:extLst>
          </p:cNvPr>
          <p:cNvCxnSpPr>
            <a:cxnSpLocks/>
          </p:cNvCxnSpPr>
          <p:nvPr/>
        </p:nvCxnSpPr>
        <p:spPr>
          <a:xfrm flipH="1">
            <a:off x="3428405" y="2992422"/>
            <a:ext cx="724124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10B8361-BC90-44FC-B7AA-6619081DD432}"/>
              </a:ext>
            </a:extLst>
          </p:cNvPr>
          <p:cNvCxnSpPr>
            <a:cxnSpLocks/>
          </p:cNvCxnSpPr>
          <p:nvPr/>
        </p:nvCxnSpPr>
        <p:spPr>
          <a:xfrm flipH="1">
            <a:off x="3428405" y="3934831"/>
            <a:ext cx="724124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9CB0A605-2AF0-4943-87F2-362840C66D45}"/>
              </a:ext>
            </a:extLst>
          </p:cNvPr>
          <p:cNvCxnSpPr>
            <a:cxnSpLocks/>
          </p:cNvCxnSpPr>
          <p:nvPr/>
        </p:nvCxnSpPr>
        <p:spPr>
          <a:xfrm flipH="1">
            <a:off x="3424705" y="4671874"/>
            <a:ext cx="709917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B89FA50-F4E2-41F2-B960-1BF68A0FE5B8}"/>
              </a:ext>
            </a:extLst>
          </p:cNvPr>
          <p:cNvCxnSpPr>
            <a:cxnSpLocks/>
          </p:cNvCxnSpPr>
          <p:nvPr/>
        </p:nvCxnSpPr>
        <p:spPr>
          <a:xfrm flipV="1">
            <a:off x="4134622" y="3944044"/>
            <a:ext cx="0" cy="72783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C791CAB2-C2FF-4E89-9D04-C80BC0C53835}"/>
              </a:ext>
            </a:extLst>
          </p:cNvPr>
          <p:cNvCxnSpPr>
            <a:cxnSpLocks/>
          </p:cNvCxnSpPr>
          <p:nvPr/>
        </p:nvCxnSpPr>
        <p:spPr>
          <a:xfrm flipV="1">
            <a:off x="5838098" y="3944044"/>
            <a:ext cx="0" cy="72783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120D6D91-91AA-451D-A980-EF95BD81AFDE}"/>
              </a:ext>
            </a:extLst>
          </p:cNvPr>
          <p:cNvCxnSpPr>
            <a:cxnSpLocks/>
          </p:cNvCxnSpPr>
          <p:nvPr/>
        </p:nvCxnSpPr>
        <p:spPr>
          <a:xfrm flipV="1">
            <a:off x="5838098" y="2272422"/>
            <a:ext cx="0" cy="72783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B64E59A6-CB6D-4F78-A47F-0C7A1A7D041F}"/>
              </a:ext>
            </a:extLst>
          </p:cNvPr>
          <p:cNvCxnSpPr>
            <a:cxnSpLocks/>
          </p:cNvCxnSpPr>
          <p:nvPr/>
        </p:nvCxnSpPr>
        <p:spPr>
          <a:xfrm flipV="1">
            <a:off x="4134622" y="2272422"/>
            <a:ext cx="0" cy="72783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7BD4995-D1EB-490F-979E-76A3E2085C43}"/>
                  </a:ext>
                </a:extLst>
              </p:cNvPr>
              <p:cNvSpPr txBox="1"/>
              <p:nvPr/>
            </p:nvSpPr>
            <p:spPr>
              <a:xfrm>
                <a:off x="2877797" y="4424755"/>
                <a:ext cx="582702" cy="43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𝐵𝑊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7BD4995-D1EB-490F-979E-76A3E2085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797" y="4424755"/>
                <a:ext cx="582702" cy="4368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014E7C98-EAA8-48CD-9F67-5A2773A692CB}"/>
                  </a:ext>
                </a:extLst>
              </p:cNvPr>
              <p:cNvSpPr txBox="1"/>
              <p:nvPr/>
            </p:nvSpPr>
            <p:spPr>
              <a:xfrm>
                <a:off x="2877797" y="3705925"/>
                <a:ext cx="582702" cy="43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𝐵𝑊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014E7C98-EAA8-48CD-9F67-5A2773A69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797" y="3705925"/>
                <a:ext cx="582702" cy="4368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DC322CF1-6E89-44ED-BE27-B7B7455282E0}"/>
              </a:ext>
            </a:extLst>
          </p:cNvPr>
          <p:cNvCxnSpPr>
            <a:cxnSpLocks/>
          </p:cNvCxnSpPr>
          <p:nvPr/>
        </p:nvCxnSpPr>
        <p:spPr>
          <a:xfrm flipH="1">
            <a:off x="5118098" y="2272422"/>
            <a:ext cx="706217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EAB4171B-A94F-4414-AAC8-9E803B215CDB}"/>
              </a:ext>
            </a:extLst>
          </p:cNvPr>
          <p:cNvCxnSpPr>
            <a:cxnSpLocks/>
          </p:cNvCxnSpPr>
          <p:nvPr/>
        </p:nvCxnSpPr>
        <p:spPr>
          <a:xfrm flipH="1">
            <a:off x="5118098" y="2992422"/>
            <a:ext cx="724124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A90324C-9709-4121-B5E3-573F72D7844A}"/>
              </a:ext>
            </a:extLst>
          </p:cNvPr>
          <p:cNvCxnSpPr>
            <a:cxnSpLocks/>
          </p:cNvCxnSpPr>
          <p:nvPr/>
        </p:nvCxnSpPr>
        <p:spPr>
          <a:xfrm flipH="1">
            <a:off x="5118098" y="3934831"/>
            <a:ext cx="724124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7E202E1C-4512-4BA1-8C91-AD97D0290414}"/>
              </a:ext>
            </a:extLst>
          </p:cNvPr>
          <p:cNvCxnSpPr>
            <a:cxnSpLocks/>
          </p:cNvCxnSpPr>
          <p:nvPr/>
        </p:nvCxnSpPr>
        <p:spPr>
          <a:xfrm flipH="1">
            <a:off x="5128181" y="4671874"/>
            <a:ext cx="709917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89C08691-D475-4950-9418-1DC28BC0E5EB}"/>
                  </a:ext>
                </a:extLst>
              </p:cNvPr>
              <p:cNvSpPr txBox="1"/>
              <p:nvPr/>
            </p:nvSpPr>
            <p:spPr>
              <a:xfrm>
                <a:off x="4593110" y="2750469"/>
                <a:ext cx="582702" cy="43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𝐵𝑊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89C08691-D475-4950-9418-1DC28BC0E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110" y="2750469"/>
                <a:ext cx="582702" cy="436851"/>
              </a:xfrm>
              <a:prstGeom prst="rect">
                <a:avLst/>
              </a:prstGeom>
              <a:blipFill>
                <a:blip r:embed="rId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4A8B9268-A8AF-44B4-AA81-2542D09B88D8}"/>
                  </a:ext>
                </a:extLst>
              </p:cNvPr>
              <p:cNvSpPr txBox="1"/>
              <p:nvPr/>
            </p:nvSpPr>
            <p:spPr>
              <a:xfrm>
                <a:off x="4593110" y="2031639"/>
                <a:ext cx="582702" cy="43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𝐵𝑊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4A8B9268-A8AF-44B4-AA81-2542D09B8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110" y="2031639"/>
                <a:ext cx="582702" cy="436851"/>
              </a:xfrm>
              <a:prstGeom prst="rect">
                <a:avLst/>
              </a:prstGeom>
              <a:blipFill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47A5063B-AF1B-4835-B752-12BEADDA2A32}"/>
                  </a:ext>
                </a:extLst>
              </p:cNvPr>
              <p:cNvSpPr txBox="1"/>
              <p:nvPr/>
            </p:nvSpPr>
            <p:spPr>
              <a:xfrm>
                <a:off x="4593110" y="4424755"/>
                <a:ext cx="582702" cy="43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𝐵𝑊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47A5063B-AF1B-4835-B752-12BEADDA2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110" y="4424755"/>
                <a:ext cx="582702" cy="4368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1066BA2A-AEF6-4B8B-A13A-818E0D2C6AC4}"/>
                  </a:ext>
                </a:extLst>
              </p:cNvPr>
              <p:cNvSpPr txBox="1"/>
              <p:nvPr/>
            </p:nvSpPr>
            <p:spPr>
              <a:xfrm>
                <a:off x="4593110" y="3705925"/>
                <a:ext cx="582702" cy="43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𝐵𝑊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1066BA2A-AEF6-4B8B-A13A-818E0D2C6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110" y="3705925"/>
                <a:ext cx="582702" cy="4368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72422EBE-4910-4B12-AD75-7ACF390DB9E4}"/>
                  </a:ext>
                </a:extLst>
              </p:cNvPr>
              <p:cNvSpPr txBox="1"/>
              <p:nvPr/>
            </p:nvSpPr>
            <p:spPr>
              <a:xfrm>
                <a:off x="3018361" y="1716057"/>
                <a:ext cx="582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72422EBE-4910-4B12-AD75-7ACF390DB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361" y="1716057"/>
                <a:ext cx="582702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1E90EDCF-218A-4FCF-8F9C-F4F1BB206357}"/>
                  </a:ext>
                </a:extLst>
              </p:cNvPr>
              <p:cNvSpPr txBox="1"/>
              <p:nvPr/>
            </p:nvSpPr>
            <p:spPr>
              <a:xfrm>
                <a:off x="4676643" y="1716057"/>
                <a:ext cx="582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1E90EDCF-218A-4FCF-8F9C-F4F1BB20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643" y="1716057"/>
                <a:ext cx="582702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4CD5C906-F5CF-420F-95C6-D1A00C0861A7}"/>
              </a:ext>
            </a:extLst>
          </p:cNvPr>
          <p:cNvCxnSpPr>
            <a:cxnSpLocks/>
          </p:cNvCxnSpPr>
          <p:nvPr/>
        </p:nvCxnSpPr>
        <p:spPr>
          <a:xfrm>
            <a:off x="6808939" y="4712426"/>
            <a:ext cx="110690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6D9F42E4-7D01-443A-82B4-EFE654B48F5A}"/>
              </a:ext>
            </a:extLst>
          </p:cNvPr>
          <p:cNvCxnSpPr>
            <a:cxnSpLocks/>
          </p:cNvCxnSpPr>
          <p:nvPr/>
        </p:nvCxnSpPr>
        <p:spPr>
          <a:xfrm flipV="1">
            <a:off x="6816959" y="3651779"/>
            <a:ext cx="0" cy="106064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83E894D5-CADA-4A6C-AA2E-B5528149F7AA}"/>
                  </a:ext>
                </a:extLst>
              </p:cNvPr>
              <p:cNvSpPr txBox="1"/>
              <p:nvPr/>
            </p:nvSpPr>
            <p:spPr>
              <a:xfrm>
                <a:off x="6896812" y="4720156"/>
                <a:ext cx="342709" cy="312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83E894D5-CADA-4A6C-AA2E-B5528149F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6812" y="4720156"/>
                <a:ext cx="342709" cy="3122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499C2AB5-F3D9-4548-B840-0B471BD99451}"/>
              </a:ext>
            </a:extLst>
          </p:cNvPr>
          <p:cNvCxnSpPr>
            <a:cxnSpLocks/>
          </p:cNvCxnSpPr>
          <p:nvPr/>
        </p:nvCxnSpPr>
        <p:spPr>
          <a:xfrm flipV="1">
            <a:off x="7530195" y="4046613"/>
            <a:ext cx="0" cy="665814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A4309C3C-0495-4653-A2B8-A07C15CD8E76}"/>
                  </a:ext>
                </a:extLst>
              </p:cNvPr>
              <p:cNvSpPr txBox="1"/>
              <p:nvPr/>
            </p:nvSpPr>
            <p:spPr>
              <a:xfrm>
                <a:off x="6976745" y="4726801"/>
                <a:ext cx="1106899" cy="402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200" b="0" i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𝐵𝑊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A4309C3C-0495-4653-A2B8-A07C15CD8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745" y="4726801"/>
                <a:ext cx="1106899" cy="402934"/>
              </a:xfrm>
              <a:prstGeom prst="rect">
                <a:avLst/>
              </a:prstGeom>
              <a:blipFill>
                <a:blip r:embed="rId10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801E909F-2F32-472B-9DAD-FE567C30B9E5}"/>
                  </a:ext>
                </a:extLst>
              </p:cNvPr>
              <p:cNvSpPr txBox="1"/>
              <p:nvPr/>
            </p:nvSpPr>
            <p:spPr>
              <a:xfrm>
                <a:off x="7750098" y="4641005"/>
                <a:ext cx="582702" cy="34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801E909F-2F32-472B-9DAD-FE567C30B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098" y="4641005"/>
                <a:ext cx="582702" cy="340657"/>
              </a:xfrm>
              <a:prstGeom prst="rect">
                <a:avLst/>
              </a:prstGeom>
              <a:blipFill>
                <a:blip r:embed="rId11"/>
                <a:stretch>
                  <a:fillRect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CC2A1DCF-9EDF-4884-8F9B-4574B11A3D8A}"/>
                  </a:ext>
                </a:extLst>
              </p:cNvPr>
              <p:cNvSpPr txBox="1"/>
              <p:nvPr/>
            </p:nvSpPr>
            <p:spPr>
              <a:xfrm>
                <a:off x="4676643" y="3360559"/>
                <a:ext cx="582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CC2A1DCF-9EDF-4884-8F9B-4574B11A3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643" y="3360559"/>
                <a:ext cx="582702" cy="369332"/>
              </a:xfrm>
              <a:prstGeom prst="rect">
                <a:avLst/>
              </a:prstGeom>
              <a:blipFill>
                <a:blip r:embed="rId1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040061DD-F1C2-4B64-B8AF-38BB63FE906B}"/>
                  </a:ext>
                </a:extLst>
              </p:cNvPr>
              <p:cNvSpPr txBox="1"/>
              <p:nvPr/>
            </p:nvSpPr>
            <p:spPr>
              <a:xfrm>
                <a:off x="2981626" y="3360559"/>
                <a:ext cx="582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040061DD-F1C2-4B64-B8AF-38BB63FE9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626" y="3360559"/>
                <a:ext cx="582702" cy="369332"/>
              </a:xfrm>
              <a:prstGeom prst="rect">
                <a:avLst/>
              </a:prstGeom>
              <a:blipFill>
                <a:blip r:embed="rId1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72ED4B3B-4ED4-466F-95DF-81D9239FBC58}"/>
                  </a:ext>
                </a:extLst>
              </p:cNvPr>
              <p:cNvSpPr txBox="1"/>
              <p:nvPr/>
            </p:nvSpPr>
            <p:spPr>
              <a:xfrm>
                <a:off x="4231479" y="2622654"/>
                <a:ext cx="58270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72ED4B3B-4ED4-466F-95DF-81D9239FB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479" y="2622654"/>
                <a:ext cx="582702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F32D1B0A-4DB4-45E3-ABAA-6D9565804B6B}"/>
                  </a:ext>
                </a:extLst>
              </p:cNvPr>
              <p:cNvSpPr txBox="1"/>
              <p:nvPr/>
            </p:nvSpPr>
            <p:spPr>
              <a:xfrm>
                <a:off x="5908100" y="2622654"/>
                <a:ext cx="58270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F32D1B0A-4DB4-45E3-ABAA-6D9565804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100" y="2622654"/>
                <a:ext cx="582702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组合 63">
            <a:extLst>
              <a:ext uri="{FF2B5EF4-FFF2-40B4-BE49-F238E27FC236}">
                <a16:creationId xmlns:a16="http://schemas.microsoft.com/office/drawing/2014/main" id="{EE4FA0BA-BC0B-468E-8988-5CF4ABB17C76}"/>
              </a:ext>
            </a:extLst>
          </p:cNvPr>
          <p:cNvGrpSpPr/>
          <p:nvPr/>
        </p:nvGrpSpPr>
        <p:grpSpPr>
          <a:xfrm>
            <a:off x="6395054" y="4236798"/>
            <a:ext cx="201255" cy="101557"/>
            <a:chOff x="4956281" y="1960053"/>
            <a:chExt cx="201255" cy="101557"/>
          </a:xfrm>
        </p:grpSpPr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9BB3005D-7FF8-4509-B64D-7B10EBF043BB}"/>
                </a:ext>
              </a:extLst>
            </p:cNvPr>
            <p:cNvCxnSpPr>
              <a:cxnSpLocks/>
            </p:cNvCxnSpPr>
            <p:nvPr/>
          </p:nvCxnSpPr>
          <p:spPr>
            <a:xfrm>
              <a:off x="4956281" y="1960053"/>
              <a:ext cx="2012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2860124-173A-4BDC-BA7A-F9608BCFFC04}"/>
                </a:ext>
              </a:extLst>
            </p:cNvPr>
            <p:cNvCxnSpPr>
              <a:cxnSpLocks/>
            </p:cNvCxnSpPr>
            <p:nvPr/>
          </p:nvCxnSpPr>
          <p:spPr>
            <a:xfrm>
              <a:off x="4956281" y="2061610"/>
              <a:ext cx="20125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4DFC8A66-FD20-4E26-B6C5-B07A1ABDC11C}"/>
                  </a:ext>
                </a:extLst>
              </p:cNvPr>
              <p:cNvSpPr txBox="1"/>
              <p:nvPr/>
            </p:nvSpPr>
            <p:spPr>
              <a:xfrm>
                <a:off x="5908100" y="4282346"/>
                <a:ext cx="58270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4DFC8A66-FD20-4E26-B6C5-B07A1ABDC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100" y="4282346"/>
                <a:ext cx="582702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64C3CAA5-137E-4685-93DB-B115FB221E9F}"/>
                  </a:ext>
                </a:extLst>
              </p:cNvPr>
              <p:cNvSpPr txBox="1"/>
              <p:nvPr/>
            </p:nvSpPr>
            <p:spPr>
              <a:xfrm>
                <a:off x="4207373" y="4282346"/>
                <a:ext cx="58270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64C3CAA5-137E-4685-93DB-B115FB221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373" y="4282346"/>
                <a:ext cx="582702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04966052-55A4-4148-AB5B-7B1210A55CC8}"/>
                  </a:ext>
                </a:extLst>
              </p:cNvPr>
              <p:cNvSpPr txBox="1"/>
              <p:nvPr/>
            </p:nvSpPr>
            <p:spPr>
              <a:xfrm>
                <a:off x="3980878" y="2616040"/>
                <a:ext cx="5827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04966052-55A4-4148-AB5B-7B1210A55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878" y="2616040"/>
                <a:ext cx="582702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D300A8AC-BEA8-4DA6-8260-5C8FB00206F4}"/>
                  </a:ext>
                </a:extLst>
              </p:cNvPr>
              <p:cNvSpPr txBox="1"/>
              <p:nvPr/>
            </p:nvSpPr>
            <p:spPr>
              <a:xfrm>
                <a:off x="5704983" y="2616040"/>
                <a:ext cx="5827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D300A8AC-BEA8-4DA6-8260-5C8FB0020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983" y="2616040"/>
                <a:ext cx="582702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2196187F-F3A9-4AF5-8EF8-6E00BE9D3A42}"/>
                  </a:ext>
                </a:extLst>
              </p:cNvPr>
              <p:cNvSpPr txBox="1"/>
              <p:nvPr/>
            </p:nvSpPr>
            <p:spPr>
              <a:xfrm>
                <a:off x="5704983" y="4294054"/>
                <a:ext cx="5827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2196187F-F3A9-4AF5-8EF8-6E00BE9D3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983" y="4294054"/>
                <a:ext cx="582702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091BCB52-F07E-465B-908E-0B415BBABFCF}"/>
                  </a:ext>
                </a:extLst>
              </p:cNvPr>
              <p:cNvSpPr txBox="1"/>
              <p:nvPr/>
            </p:nvSpPr>
            <p:spPr>
              <a:xfrm>
                <a:off x="3980878" y="4294054"/>
                <a:ext cx="5827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091BCB52-F07E-465B-908E-0B415BBAB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878" y="4294054"/>
                <a:ext cx="582702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9CC6E3C3-82A7-4E1E-9F56-961728AB930C}"/>
              </a:ext>
            </a:extLst>
          </p:cNvPr>
          <p:cNvCxnSpPr>
            <a:cxnSpLocks/>
          </p:cNvCxnSpPr>
          <p:nvPr/>
        </p:nvCxnSpPr>
        <p:spPr>
          <a:xfrm>
            <a:off x="6808939" y="3070965"/>
            <a:ext cx="110690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7814B094-89BB-40D9-9A3C-D92771AED0E3}"/>
              </a:ext>
            </a:extLst>
          </p:cNvPr>
          <p:cNvCxnSpPr>
            <a:cxnSpLocks/>
          </p:cNvCxnSpPr>
          <p:nvPr/>
        </p:nvCxnSpPr>
        <p:spPr>
          <a:xfrm flipV="1">
            <a:off x="6816959" y="2010318"/>
            <a:ext cx="0" cy="106064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01A50EAD-7944-47B0-9E3A-5E7F9DE4FDC6}"/>
              </a:ext>
            </a:extLst>
          </p:cNvPr>
          <p:cNvCxnSpPr>
            <a:cxnSpLocks/>
          </p:cNvCxnSpPr>
          <p:nvPr/>
        </p:nvCxnSpPr>
        <p:spPr>
          <a:xfrm flipV="1">
            <a:off x="7064613" y="2270617"/>
            <a:ext cx="0" cy="80034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3A05F60E-CE71-4791-BD05-51EEA4802C91}"/>
                  </a:ext>
                </a:extLst>
              </p:cNvPr>
              <p:cNvSpPr txBox="1"/>
              <p:nvPr/>
            </p:nvSpPr>
            <p:spPr>
              <a:xfrm>
                <a:off x="6745435" y="3078553"/>
                <a:ext cx="342709" cy="312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3A05F60E-CE71-4791-BD05-51EEA4802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435" y="3078553"/>
                <a:ext cx="342709" cy="31226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419F6487-4307-4350-8FCF-E9C3C14654EA}"/>
                  </a:ext>
                </a:extLst>
              </p:cNvPr>
              <p:cNvSpPr txBox="1"/>
              <p:nvPr/>
            </p:nvSpPr>
            <p:spPr>
              <a:xfrm>
                <a:off x="7750098" y="2999544"/>
                <a:ext cx="582702" cy="34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419F6487-4307-4350-8FCF-E9C3C1465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098" y="2999544"/>
                <a:ext cx="582702" cy="340657"/>
              </a:xfrm>
              <a:prstGeom prst="rect">
                <a:avLst/>
              </a:prstGeom>
              <a:blipFill>
                <a:blip r:embed="rId21"/>
                <a:stretch>
                  <a:fillRect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文本框 77">
            <a:extLst>
              <a:ext uri="{FF2B5EF4-FFF2-40B4-BE49-F238E27FC236}">
                <a16:creationId xmlns:a16="http://schemas.microsoft.com/office/drawing/2014/main" id="{62C5EA96-19FD-4F9E-842D-E48644DE41F6}"/>
              </a:ext>
            </a:extLst>
          </p:cNvPr>
          <p:cNvSpPr txBox="1"/>
          <p:nvPr/>
        </p:nvSpPr>
        <p:spPr>
          <a:xfrm>
            <a:off x="6204027" y="2237802"/>
            <a:ext cx="6577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FFT</a:t>
            </a:r>
            <a:endParaRPr lang="zh-CN" altLang="en-US" sz="1600" b="1" i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EFC3AF9-391C-478B-9CC3-A14550926289}"/>
              </a:ext>
            </a:extLst>
          </p:cNvPr>
          <p:cNvSpPr txBox="1"/>
          <p:nvPr/>
        </p:nvSpPr>
        <p:spPr>
          <a:xfrm>
            <a:off x="6204027" y="3904704"/>
            <a:ext cx="6577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FFT</a:t>
            </a:r>
            <a:endParaRPr lang="zh-CN" altLang="en-US" sz="1600" b="1" i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2991584D-AC07-4293-95AE-E92DF3D00C26}"/>
                  </a:ext>
                </a:extLst>
              </p:cNvPr>
              <p:cNvSpPr txBox="1"/>
              <p:nvPr/>
            </p:nvSpPr>
            <p:spPr>
              <a:xfrm>
                <a:off x="6348944" y="1731446"/>
                <a:ext cx="58270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2991584D-AC07-4293-95AE-E92DF3D00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944" y="1731446"/>
                <a:ext cx="582702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C639B3C2-F090-4931-9D0A-F06D2D7D0306}"/>
                  </a:ext>
                </a:extLst>
              </p:cNvPr>
              <p:cNvSpPr txBox="1"/>
              <p:nvPr/>
            </p:nvSpPr>
            <p:spPr>
              <a:xfrm>
                <a:off x="6348944" y="3375948"/>
                <a:ext cx="58270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C639B3C2-F090-4931-9D0A-F06D2D7D0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944" y="3375948"/>
                <a:ext cx="582702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组合 81">
            <a:extLst>
              <a:ext uri="{FF2B5EF4-FFF2-40B4-BE49-F238E27FC236}">
                <a16:creationId xmlns:a16="http://schemas.microsoft.com/office/drawing/2014/main" id="{A63FB4B1-779C-437D-AAB4-B6D9AE6B2BEB}"/>
              </a:ext>
            </a:extLst>
          </p:cNvPr>
          <p:cNvGrpSpPr/>
          <p:nvPr/>
        </p:nvGrpSpPr>
        <p:grpSpPr>
          <a:xfrm>
            <a:off x="2888560" y="1298214"/>
            <a:ext cx="1988947" cy="307777"/>
            <a:chOff x="1194066" y="747692"/>
            <a:chExt cx="1988947" cy="307777"/>
          </a:xfrm>
        </p:grpSpPr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14EB4F54-3171-4BFF-A156-FF7F363894ED}"/>
                </a:ext>
              </a:extLst>
            </p:cNvPr>
            <p:cNvCxnSpPr>
              <a:cxnSpLocks/>
            </p:cNvCxnSpPr>
            <p:nvPr/>
          </p:nvCxnSpPr>
          <p:spPr>
            <a:xfrm>
              <a:off x="1194066" y="901580"/>
              <a:ext cx="5400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B662E890-C436-4F1E-9B42-728486560644}"/>
                </a:ext>
              </a:extLst>
            </p:cNvPr>
            <p:cNvSpPr txBox="1"/>
            <p:nvPr/>
          </p:nvSpPr>
          <p:spPr>
            <a:xfrm>
              <a:off x="1817872" y="747692"/>
              <a:ext cx="13651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上啁啾符号</a:t>
              </a:r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AFA28677-B4FC-4E46-9A9E-77FBAFC947AC}"/>
              </a:ext>
            </a:extLst>
          </p:cNvPr>
          <p:cNvGrpSpPr/>
          <p:nvPr/>
        </p:nvGrpSpPr>
        <p:grpSpPr>
          <a:xfrm>
            <a:off x="6640295" y="1298214"/>
            <a:ext cx="2015832" cy="307777"/>
            <a:chOff x="4776178" y="722166"/>
            <a:chExt cx="2015832" cy="307777"/>
          </a:xfrm>
        </p:grpSpPr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D220C96B-D6D9-41BE-A5A4-94FB5A27145F}"/>
                </a:ext>
              </a:extLst>
            </p:cNvPr>
            <p:cNvCxnSpPr>
              <a:cxnSpLocks/>
            </p:cNvCxnSpPr>
            <p:nvPr/>
          </p:nvCxnSpPr>
          <p:spPr>
            <a:xfrm>
              <a:off x="4776178" y="876054"/>
              <a:ext cx="540000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D5533F6A-4964-4981-9A74-F4F5A826C271}"/>
                </a:ext>
              </a:extLst>
            </p:cNvPr>
            <p:cNvSpPr txBox="1"/>
            <p:nvPr/>
          </p:nvSpPr>
          <p:spPr>
            <a:xfrm>
              <a:off x="5399989" y="722166"/>
              <a:ext cx="13920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下啁啾符号</a:t>
              </a:r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DB43D5C2-9660-4322-9A72-21DA93C877D2}"/>
              </a:ext>
            </a:extLst>
          </p:cNvPr>
          <p:cNvGrpSpPr/>
          <p:nvPr/>
        </p:nvGrpSpPr>
        <p:grpSpPr>
          <a:xfrm>
            <a:off x="4676643" y="1298214"/>
            <a:ext cx="1860049" cy="307777"/>
            <a:chOff x="3088023" y="736980"/>
            <a:chExt cx="1860049" cy="307777"/>
          </a:xfrm>
        </p:grpSpPr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D1CC1D0E-0410-4232-A704-4C8774C41147}"/>
                </a:ext>
              </a:extLst>
            </p:cNvPr>
            <p:cNvCxnSpPr>
              <a:cxnSpLocks/>
            </p:cNvCxnSpPr>
            <p:nvPr/>
          </p:nvCxnSpPr>
          <p:spPr>
            <a:xfrm>
              <a:off x="3088023" y="890868"/>
              <a:ext cx="540000" cy="0"/>
            </a:xfrm>
            <a:prstGeom prst="line">
              <a:avLst/>
            </a:prstGeom>
            <a:ln w="571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CE061E02-B4B0-4982-B6C1-38119711D292}"/>
                </a:ext>
              </a:extLst>
            </p:cNvPr>
            <p:cNvSpPr txBox="1"/>
            <p:nvPr/>
          </p:nvSpPr>
          <p:spPr>
            <a:xfrm>
              <a:off x="3682323" y="736980"/>
              <a:ext cx="12657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数据啁啾符号</a:t>
              </a:r>
            </a:p>
          </p:txBody>
        </p:sp>
      </p:grp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A0E3F32B-BD06-4D9F-901E-E0CE68B779E3}"/>
              </a:ext>
            </a:extLst>
          </p:cNvPr>
          <p:cNvCxnSpPr>
            <a:cxnSpLocks/>
          </p:cNvCxnSpPr>
          <p:nvPr/>
        </p:nvCxnSpPr>
        <p:spPr>
          <a:xfrm flipH="1" flipV="1">
            <a:off x="7057250" y="3070824"/>
            <a:ext cx="14727" cy="1634416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4EB12CF4-AF14-4C89-87D8-4561C9B90443}"/>
                  </a:ext>
                </a:extLst>
              </p:cNvPr>
              <p:cNvSpPr txBox="1"/>
              <p:nvPr/>
            </p:nvSpPr>
            <p:spPr>
              <a:xfrm>
                <a:off x="3459384" y="4883810"/>
                <a:ext cx="582702" cy="291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latin typeface="Cambria Math" panose="02040503050406030204" pitchFamily="18" charset="0"/>
                            </a:rPr>
                            <m:t>wrap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4EB12CF4-AF14-4C89-87D8-4561C9B90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384" y="4883810"/>
                <a:ext cx="582702" cy="29129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3057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FCACB6F-CF72-4248-AFD4-A044EDE46AD6}"/>
              </a:ext>
            </a:extLst>
          </p:cNvPr>
          <p:cNvGrpSpPr/>
          <p:nvPr/>
        </p:nvGrpSpPr>
        <p:grpSpPr>
          <a:xfrm>
            <a:off x="7870513" y="3689865"/>
            <a:ext cx="314830" cy="314830"/>
            <a:chOff x="4078669" y="1962193"/>
            <a:chExt cx="230535" cy="23053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30">
              <a:extLst>
                <a:ext uri="{FF2B5EF4-FFF2-40B4-BE49-F238E27FC236}">
                  <a16:creationId xmlns:a16="http://schemas.microsoft.com/office/drawing/2014/main" id="{105259D7-2A1B-450C-BCAA-85966E7A8FA8}"/>
                </a:ext>
              </a:extLst>
            </p:cNvPr>
            <p:cNvSpPr/>
            <p:nvPr/>
          </p:nvSpPr>
          <p:spPr>
            <a:xfrm>
              <a:off x="4078669" y="1962193"/>
              <a:ext cx="230535" cy="230535"/>
            </a:xfrm>
            <a:prstGeom prst="roundRect">
              <a:avLst/>
            </a:prstGeom>
            <a:solidFill>
              <a:schemeClr val="bg2">
                <a:lumMod val="5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" name="圆角矩形 31">
              <a:extLst>
                <a:ext uri="{FF2B5EF4-FFF2-40B4-BE49-F238E27FC236}">
                  <a16:creationId xmlns:a16="http://schemas.microsoft.com/office/drawing/2014/main" id="{EDF95334-3B22-45B6-9830-B826AFE867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95135" y="1978659"/>
              <a:ext cx="197602" cy="19760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7" name="圆角矩形 32">
              <a:extLst>
                <a:ext uri="{FF2B5EF4-FFF2-40B4-BE49-F238E27FC236}">
                  <a16:creationId xmlns:a16="http://schemas.microsoft.com/office/drawing/2014/main" id="{BCCDD42A-740E-40E0-AB52-AEE5EED82D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11601" y="1995125"/>
              <a:ext cx="164669" cy="164669"/>
            </a:xfrm>
            <a:prstGeom prst="roundRect">
              <a:avLst/>
            </a:prstGeom>
            <a:solidFill>
              <a:schemeClr val="bg2">
                <a:lumMod val="5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8" name="圆角矩形 33">
              <a:extLst>
                <a:ext uri="{FF2B5EF4-FFF2-40B4-BE49-F238E27FC236}">
                  <a16:creationId xmlns:a16="http://schemas.microsoft.com/office/drawing/2014/main" id="{E6E99E1B-6485-40DF-B9B9-6F313C4C64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28067" y="2011592"/>
              <a:ext cx="131736" cy="1317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9" name="圆角矩形 34">
              <a:extLst>
                <a:ext uri="{FF2B5EF4-FFF2-40B4-BE49-F238E27FC236}">
                  <a16:creationId xmlns:a16="http://schemas.microsoft.com/office/drawing/2014/main" id="{07292C48-5F87-4E9E-A622-6EBA76944E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44534" y="2028385"/>
              <a:ext cx="98801" cy="98800"/>
            </a:xfrm>
            <a:prstGeom prst="roundRect">
              <a:avLst/>
            </a:prstGeom>
            <a:solidFill>
              <a:schemeClr val="bg2">
                <a:lumMod val="5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1E22C927-0337-4411-AB43-55D5DFA2F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277" y="1855814"/>
            <a:ext cx="229777" cy="58334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FCDF34E-10B3-4EF3-BA52-182043184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219" y="3843316"/>
            <a:ext cx="229777" cy="58334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760C203-066D-4E41-9A3B-296EDAE9D373}"/>
              </a:ext>
            </a:extLst>
          </p:cNvPr>
          <p:cNvSpPr txBox="1"/>
          <p:nvPr/>
        </p:nvSpPr>
        <p:spPr>
          <a:xfrm>
            <a:off x="6261803" y="1928290"/>
            <a:ext cx="832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发送端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9E01EF-F8A9-4968-9D83-3F9B729A2B96}"/>
              </a:ext>
            </a:extLst>
          </p:cNvPr>
          <p:cNvSpPr txBox="1"/>
          <p:nvPr/>
        </p:nvSpPr>
        <p:spPr>
          <a:xfrm>
            <a:off x="5198294" y="4224501"/>
            <a:ext cx="810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接收端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79D6D0E-9BCC-4FC0-9BA0-DC1B2C3D9217}"/>
              </a:ext>
            </a:extLst>
          </p:cNvPr>
          <p:cNvCxnSpPr>
            <a:cxnSpLocks/>
          </p:cNvCxnSpPr>
          <p:nvPr/>
        </p:nvCxnSpPr>
        <p:spPr>
          <a:xfrm>
            <a:off x="6360842" y="2432321"/>
            <a:ext cx="1654437" cy="41833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FEDA5D5-8C8B-45AE-A4B3-E697656C186C}"/>
              </a:ext>
            </a:extLst>
          </p:cNvPr>
          <p:cNvCxnSpPr>
            <a:cxnSpLocks/>
          </p:cNvCxnSpPr>
          <p:nvPr/>
        </p:nvCxnSpPr>
        <p:spPr>
          <a:xfrm flipH="1">
            <a:off x="6095236" y="2550841"/>
            <a:ext cx="22169" cy="125932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F0D5DA3-5B1A-4558-83B6-F56BDA398909}"/>
              </a:ext>
            </a:extLst>
          </p:cNvPr>
          <p:cNvCxnSpPr>
            <a:cxnSpLocks/>
          </p:cNvCxnSpPr>
          <p:nvPr/>
        </p:nvCxnSpPr>
        <p:spPr>
          <a:xfrm flipH="1">
            <a:off x="6329117" y="3016135"/>
            <a:ext cx="1638456" cy="115875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E88A1C2-AAE6-4841-AA49-3B945D997B22}"/>
              </a:ext>
            </a:extLst>
          </p:cNvPr>
          <p:cNvSpPr txBox="1"/>
          <p:nvPr/>
        </p:nvSpPr>
        <p:spPr>
          <a:xfrm>
            <a:off x="5049108" y="3060009"/>
            <a:ext cx="1038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直射路径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1E364DD-5838-4F49-9A8B-DF2F73358CBD}"/>
              </a:ext>
            </a:extLst>
          </p:cNvPr>
          <p:cNvGrpSpPr/>
          <p:nvPr/>
        </p:nvGrpSpPr>
        <p:grpSpPr>
          <a:xfrm rot="15174778">
            <a:off x="3238619" y="2911614"/>
            <a:ext cx="1635644" cy="602716"/>
            <a:chOff x="4481465" y="1832666"/>
            <a:chExt cx="1846907" cy="602716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0E2D9D9-13CF-4348-A0BE-A1397FD48FE4}"/>
                </a:ext>
              </a:extLst>
            </p:cNvPr>
            <p:cNvCxnSpPr/>
            <p:nvPr/>
          </p:nvCxnSpPr>
          <p:spPr>
            <a:xfrm>
              <a:off x="4481465" y="1937441"/>
              <a:ext cx="1846907" cy="49794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AA5EA6FE-C872-4178-A677-83BF288CCD2B}"/>
                </a:ext>
              </a:extLst>
            </p:cNvPr>
            <p:cNvCxnSpPr/>
            <p:nvPr/>
          </p:nvCxnSpPr>
          <p:spPr>
            <a:xfrm flipV="1">
              <a:off x="4531518" y="1832666"/>
              <a:ext cx="0" cy="1047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8736D95A-00AF-49F4-9AFF-88DB2B564D00}"/>
                </a:ext>
              </a:extLst>
            </p:cNvPr>
            <p:cNvCxnSpPr/>
            <p:nvPr/>
          </p:nvCxnSpPr>
          <p:spPr>
            <a:xfrm flipV="1">
              <a:off x="4626768" y="1862724"/>
              <a:ext cx="0" cy="1047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05D70810-8FF9-490D-B1EC-77B1E219B7C8}"/>
                </a:ext>
              </a:extLst>
            </p:cNvPr>
            <p:cNvCxnSpPr/>
            <p:nvPr/>
          </p:nvCxnSpPr>
          <p:spPr>
            <a:xfrm flipV="1">
              <a:off x="4722018" y="1885053"/>
              <a:ext cx="0" cy="1047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DA92BA4C-7E5A-4C12-8E4A-2D93E7B45734}"/>
                </a:ext>
              </a:extLst>
            </p:cNvPr>
            <p:cNvCxnSpPr/>
            <p:nvPr/>
          </p:nvCxnSpPr>
          <p:spPr>
            <a:xfrm flipV="1">
              <a:off x="4810125" y="1916010"/>
              <a:ext cx="0" cy="1047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25018D82-75BC-4BAE-87BA-D34E2934E651}"/>
                </a:ext>
              </a:extLst>
            </p:cNvPr>
            <p:cNvCxnSpPr/>
            <p:nvPr/>
          </p:nvCxnSpPr>
          <p:spPr>
            <a:xfrm flipV="1">
              <a:off x="4905375" y="1946068"/>
              <a:ext cx="0" cy="1047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96B2D21A-144C-400D-97A8-44665E738935}"/>
                </a:ext>
              </a:extLst>
            </p:cNvPr>
            <p:cNvCxnSpPr/>
            <p:nvPr/>
          </p:nvCxnSpPr>
          <p:spPr>
            <a:xfrm flipV="1">
              <a:off x="5000625" y="1968397"/>
              <a:ext cx="0" cy="1047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8FB0536-0B7B-45B2-B340-E35630CBB1AC}"/>
                </a:ext>
              </a:extLst>
            </p:cNvPr>
            <p:cNvCxnSpPr/>
            <p:nvPr/>
          </p:nvCxnSpPr>
          <p:spPr>
            <a:xfrm flipV="1">
              <a:off x="5086350" y="1992210"/>
              <a:ext cx="0" cy="1047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FD741433-AD27-4788-82A7-C04557F7EE4C}"/>
                </a:ext>
              </a:extLst>
            </p:cNvPr>
            <p:cNvCxnSpPr/>
            <p:nvPr/>
          </p:nvCxnSpPr>
          <p:spPr>
            <a:xfrm flipV="1">
              <a:off x="5181600" y="2022268"/>
              <a:ext cx="0" cy="1047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8E11EBF2-BB1E-4158-A4BB-DB2C2EE55C98}"/>
                </a:ext>
              </a:extLst>
            </p:cNvPr>
            <p:cNvCxnSpPr/>
            <p:nvPr/>
          </p:nvCxnSpPr>
          <p:spPr>
            <a:xfrm flipV="1">
              <a:off x="5276850" y="2044597"/>
              <a:ext cx="0" cy="1047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7BC1BAB4-DB51-4528-AF6F-BE428EE5EB0B}"/>
                </a:ext>
              </a:extLst>
            </p:cNvPr>
            <p:cNvCxnSpPr/>
            <p:nvPr/>
          </p:nvCxnSpPr>
          <p:spPr>
            <a:xfrm flipV="1">
              <a:off x="5364957" y="2069731"/>
              <a:ext cx="0" cy="1047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FED7C53-E6C5-4DFF-932F-3D80D9C5EFDD}"/>
                </a:ext>
              </a:extLst>
            </p:cNvPr>
            <p:cNvCxnSpPr/>
            <p:nvPr/>
          </p:nvCxnSpPr>
          <p:spPr>
            <a:xfrm flipV="1">
              <a:off x="5460207" y="2099789"/>
              <a:ext cx="0" cy="1047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D6F6811E-6026-4CB9-B5D7-3186EC1BA2D0}"/>
                </a:ext>
              </a:extLst>
            </p:cNvPr>
            <p:cNvCxnSpPr/>
            <p:nvPr/>
          </p:nvCxnSpPr>
          <p:spPr>
            <a:xfrm flipV="1">
              <a:off x="5555457" y="2122118"/>
              <a:ext cx="0" cy="1047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22E98BB5-55D0-4E97-8BD0-EE6C81685010}"/>
                </a:ext>
              </a:extLst>
            </p:cNvPr>
            <p:cNvCxnSpPr/>
            <p:nvPr/>
          </p:nvCxnSpPr>
          <p:spPr>
            <a:xfrm flipV="1">
              <a:off x="5645944" y="2136406"/>
              <a:ext cx="0" cy="1047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23EE915B-27D0-4106-8F5D-084E02627E22}"/>
                </a:ext>
              </a:extLst>
            </p:cNvPr>
            <p:cNvCxnSpPr/>
            <p:nvPr/>
          </p:nvCxnSpPr>
          <p:spPr>
            <a:xfrm flipV="1">
              <a:off x="5741194" y="2166464"/>
              <a:ext cx="0" cy="1047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D9826B9B-1B0F-458F-8DE0-2CFE911DBE33}"/>
                </a:ext>
              </a:extLst>
            </p:cNvPr>
            <p:cNvCxnSpPr/>
            <p:nvPr/>
          </p:nvCxnSpPr>
          <p:spPr>
            <a:xfrm flipV="1">
              <a:off x="5836444" y="2188793"/>
              <a:ext cx="0" cy="1047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CA3663F-688A-47C2-825D-EE08EF1F5D69}"/>
                </a:ext>
              </a:extLst>
            </p:cNvPr>
            <p:cNvCxnSpPr/>
            <p:nvPr/>
          </p:nvCxnSpPr>
          <p:spPr>
            <a:xfrm flipV="1">
              <a:off x="5936457" y="2214987"/>
              <a:ext cx="0" cy="1047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2FEF3A9B-2CFC-4C8F-B5DA-26595CBCB281}"/>
                </a:ext>
              </a:extLst>
            </p:cNvPr>
            <p:cNvCxnSpPr/>
            <p:nvPr/>
          </p:nvCxnSpPr>
          <p:spPr>
            <a:xfrm flipV="1">
              <a:off x="6031707" y="2245045"/>
              <a:ext cx="0" cy="1047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F03B525F-8800-4179-91BF-BFBEF73B3032}"/>
                </a:ext>
              </a:extLst>
            </p:cNvPr>
            <p:cNvCxnSpPr/>
            <p:nvPr/>
          </p:nvCxnSpPr>
          <p:spPr>
            <a:xfrm flipV="1">
              <a:off x="6126957" y="2267374"/>
              <a:ext cx="0" cy="1047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A023F0AD-E51A-486B-A289-3FEBDBE6F1CD}"/>
                </a:ext>
              </a:extLst>
            </p:cNvPr>
            <p:cNvCxnSpPr/>
            <p:nvPr/>
          </p:nvCxnSpPr>
          <p:spPr>
            <a:xfrm flipV="1">
              <a:off x="6212682" y="2293568"/>
              <a:ext cx="0" cy="1047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18628857-081C-4BA0-9E1E-6ECC85BB6D21}"/>
                </a:ext>
              </a:extLst>
            </p:cNvPr>
            <p:cNvCxnSpPr/>
            <p:nvPr/>
          </p:nvCxnSpPr>
          <p:spPr>
            <a:xfrm flipV="1">
              <a:off x="6293645" y="2319761"/>
              <a:ext cx="0" cy="104775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FAF004B8-0C15-4CB1-B79C-5221A1F379B9}"/>
              </a:ext>
            </a:extLst>
          </p:cNvPr>
          <p:cNvCxnSpPr>
            <a:cxnSpLocks/>
          </p:cNvCxnSpPr>
          <p:nvPr/>
        </p:nvCxnSpPr>
        <p:spPr>
          <a:xfrm flipH="1">
            <a:off x="4188697" y="2463051"/>
            <a:ext cx="1639878" cy="74992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1416672E-26E7-480A-BF72-04CBF76E4D98}"/>
              </a:ext>
            </a:extLst>
          </p:cNvPr>
          <p:cNvCxnSpPr>
            <a:cxnSpLocks/>
          </p:cNvCxnSpPr>
          <p:nvPr/>
        </p:nvCxnSpPr>
        <p:spPr>
          <a:xfrm>
            <a:off x="4243967" y="3283149"/>
            <a:ext cx="1655896" cy="87416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椭圆 41">
            <a:extLst>
              <a:ext uri="{FF2B5EF4-FFF2-40B4-BE49-F238E27FC236}">
                <a16:creationId xmlns:a16="http://schemas.microsoft.com/office/drawing/2014/main" id="{6F3302EA-DE3F-4236-865A-1ADC23ACADFF}"/>
              </a:ext>
            </a:extLst>
          </p:cNvPr>
          <p:cNvSpPr/>
          <p:nvPr/>
        </p:nvSpPr>
        <p:spPr>
          <a:xfrm rot="20358173">
            <a:off x="4473551" y="2532363"/>
            <a:ext cx="1775357" cy="144982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28C7E51-2766-48EF-A718-DBC1A902FE23}"/>
              </a:ext>
            </a:extLst>
          </p:cNvPr>
          <p:cNvSpPr txBox="1"/>
          <p:nvPr/>
        </p:nvSpPr>
        <p:spPr>
          <a:xfrm>
            <a:off x="4220414" y="2008349"/>
            <a:ext cx="1595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静态路径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93D2A96-2C5A-4D6E-AFC2-C618FDAFEB75}"/>
              </a:ext>
            </a:extLst>
          </p:cNvPr>
          <p:cNvSpPr txBox="1"/>
          <p:nvPr/>
        </p:nvSpPr>
        <p:spPr>
          <a:xfrm>
            <a:off x="7082785" y="1983883"/>
            <a:ext cx="1669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动态路径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134DCDBB-4796-44CF-A771-30240615A456}"/>
              </a:ext>
            </a:extLst>
          </p:cNvPr>
          <p:cNvGrpSpPr/>
          <p:nvPr/>
        </p:nvGrpSpPr>
        <p:grpSpPr>
          <a:xfrm>
            <a:off x="8199939" y="2648515"/>
            <a:ext cx="337153" cy="337153"/>
            <a:chOff x="4078669" y="1962193"/>
            <a:chExt cx="230535" cy="23053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6" name="圆角矩形 30">
              <a:extLst>
                <a:ext uri="{FF2B5EF4-FFF2-40B4-BE49-F238E27FC236}">
                  <a16:creationId xmlns:a16="http://schemas.microsoft.com/office/drawing/2014/main" id="{10A85F9C-F961-44EB-B3B6-9A44E2919090}"/>
                </a:ext>
              </a:extLst>
            </p:cNvPr>
            <p:cNvSpPr/>
            <p:nvPr/>
          </p:nvSpPr>
          <p:spPr>
            <a:xfrm>
              <a:off x="4078669" y="1962193"/>
              <a:ext cx="230535" cy="230535"/>
            </a:xfrm>
            <a:prstGeom prst="roundRect">
              <a:avLst/>
            </a:prstGeom>
            <a:solidFill>
              <a:schemeClr val="bg2">
                <a:lumMod val="5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7" name="圆角矩形 31">
              <a:extLst>
                <a:ext uri="{FF2B5EF4-FFF2-40B4-BE49-F238E27FC236}">
                  <a16:creationId xmlns:a16="http://schemas.microsoft.com/office/drawing/2014/main" id="{3C2A7BF6-6977-48AC-8A27-1A5D842059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95135" y="1978659"/>
              <a:ext cx="197602" cy="19760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8" name="圆角矩形 32">
              <a:extLst>
                <a:ext uri="{FF2B5EF4-FFF2-40B4-BE49-F238E27FC236}">
                  <a16:creationId xmlns:a16="http://schemas.microsoft.com/office/drawing/2014/main" id="{27CD8C57-52AD-455B-9490-E8399BD80D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11601" y="1995125"/>
              <a:ext cx="164669" cy="164669"/>
            </a:xfrm>
            <a:prstGeom prst="roundRect">
              <a:avLst/>
            </a:prstGeom>
            <a:solidFill>
              <a:schemeClr val="bg2">
                <a:lumMod val="5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9" name="圆角矩形 33">
              <a:extLst>
                <a:ext uri="{FF2B5EF4-FFF2-40B4-BE49-F238E27FC236}">
                  <a16:creationId xmlns:a16="http://schemas.microsoft.com/office/drawing/2014/main" id="{E060D652-999A-465A-8930-B4477C7052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28067" y="2011592"/>
              <a:ext cx="131736" cy="1317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50" name="圆角矩形 34">
              <a:extLst>
                <a:ext uri="{FF2B5EF4-FFF2-40B4-BE49-F238E27FC236}">
                  <a16:creationId xmlns:a16="http://schemas.microsoft.com/office/drawing/2014/main" id="{78A717E0-D36E-42F8-BBE5-3B6F5F093B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44534" y="2028385"/>
              <a:ext cx="98801" cy="98800"/>
            </a:xfrm>
            <a:prstGeom prst="roundRect">
              <a:avLst/>
            </a:prstGeom>
            <a:solidFill>
              <a:schemeClr val="bg2">
                <a:lumMod val="5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7FFB972-4108-4C0D-B876-BB385B8EAD0F}"/>
              </a:ext>
            </a:extLst>
          </p:cNvPr>
          <p:cNvGrpSpPr/>
          <p:nvPr/>
        </p:nvGrpSpPr>
        <p:grpSpPr>
          <a:xfrm>
            <a:off x="8077441" y="2728410"/>
            <a:ext cx="314830" cy="314830"/>
            <a:chOff x="4078669" y="1962193"/>
            <a:chExt cx="230535" cy="23053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2" name="圆角矩形 30">
              <a:extLst>
                <a:ext uri="{FF2B5EF4-FFF2-40B4-BE49-F238E27FC236}">
                  <a16:creationId xmlns:a16="http://schemas.microsoft.com/office/drawing/2014/main" id="{80CCCBB5-C296-4EDC-9153-5236D4A12CE6}"/>
                </a:ext>
              </a:extLst>
            </p:cNvPr>
            <p:cNvSpPr/>
            <p:nvPr/>
          </p:nvSpPr>
          <p:spPr>
            <a:xfrm>
              <a:off x="4078669" y="1962193"/>
              <a:ext cx="230535" cy="230535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53" name="圆角矩形 31">
              <a:extLst>
                <a:ext uri="{FF2B5EF4-FFF2-40B4-BE49-F238E27FC236}">
                  <a16:creationId xmlns:a16="http://schemas.microsoft.com/office/drawing/2014/main" id="{64203B40-675C-48E4-BF5D-69280C7DBB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95135" y="1978659"/>
              <a:ext cx="197602" cy="19760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54" name="圆角矩形 32">
              <a:extLst>
                <a:ext uri="{FF2B5EF4-FFF2-40B4-BE49-F238E27FC236}">
                  <a16:creationId xmlns:a16="http://schemas.microsoft.com/office/drawing/2014/main" id="{E46C9B5A-4B66-4503-909C-AEDD1DCFF3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11601" y="1995125"/>
              <a:ext cx="164669" cy="164669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55" name="圆角矩形 33">
              <a:extLst>
                <a:ext uri="{FF2B5EF4-FFF2-40B4-BE49-F238E27FC236}">
                  <a16:creationId xmlns:a16="http://schemas.microsoft.com/office/drawing/2014/main" id="{A675B528-8982-4134-AADD-410E269A00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28067" y="2011592"/>
              <a:ext cx="131736" cy="1317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56" name="圆角矩形 34">
              <a:extLst>
                <a:ext uri="{FF2B5EF4-FFF2-40B4-BE49-F238E27FC236}">
                  <a16:creationId xmlns:a16="http://schemas.microsoft.com/office/drawing/2014/main" id="{086B4127-7A5E-4930-9F01-95325991F2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44534" y="2028385"/>
              <a:ext cx="98801" cy="988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65F94731-1EDF-4499-A1B1-819DF8136950}"/>
              </a:ext>
            </a:extLst>
          </p:cNvPr>
          <p:cNvGrpSpPr/>
          <p:nvPr/>
        </p:nvGrpSpPr>
        <p:grpSpPr>
          <a:xfrm>
            <a:off x="7769315" y="3599912"/>
            <a:ext cx="314830" cy="314830"/>
            <a:chOff x="4078669" y="1962193"/>
            <a:chExt cx="230535" cy="23053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8" name="圆角矩形 30">
              <a:extLst>
                <a:ext uri="{FF2B5EF4-FFF2-40B4-BE49-F238E27FC236}">
                  <a16:creationId xmlns:a16="http://schemas.microsoft.com/office/drawing/2014/main" id="{E33FF8EE-61EB-488C-A8EF-965D589A5DD3}"/>
                </a:ext>
              </a:extLst>
            </p:cNvPr>
            <p:cNvSpPr/>
            <p:nvPr/>
          </p:nvSpPr>
          <p:spPr>
            <a:xfrm>
              <a:off x="4078669" y="1962193"/>
              <a:ext cx="230535" cy="230535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59" name="圆角矩形 31">
              <a:extLst>
                <a:ext uri="{FF2B5EF4-FFF2-40B4-BE49-F238E27FC236}">
                  <a16:creationId xmlns:a16="http://schemas.microsoft.com/office/drawing/2014/main" id="{C3690F7A-F6AD-4F32-B84D-D989C56734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95135" y="1978659"/>
              <a:ext cx="197602" cy="19760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0" name="圆角矩形 32">
              <a:extLst>
                <a:ext uri="{FF2B5EF4-FFF2-40B4-BE49-F238E27FC236}">
                  <a16:creationId xmlns:a16="http://schemas.microsoft.com/office/drawing/2014/main" id="{7EB18A4B-7BD7-451F-A0E1-871A20D9BE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11601" y="1995125"/>
              <a:ext cx="164669" cy="164669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1" name="圆角矩形 33">
              <a:extLst>
                <a:ext uri="{FF2B5EF4-FFF2-40B4-BE49-F238E27FC236}">
                  <a16:creationId xmlns:a16="http://schemas.microsoft.com/office/drawing/2014/main" id="{BAB4687F-131D-401C-BCB3-C5D702B6AD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28067" y="2011592"/>
              <a:ext cx="131736" cy="1317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2" name="圆角矩形 34">
              <a:extLst>
                <a:ext uri="{FF2B5EF4-FFF2-40B4-BE49-F238E27FC236}">
                  <a16:creationId xmlns:a16="http://schemas.microsoft.com/office/drawing/2014/main" id="{09EDC171-0A82-4811-B2E8-745DBD6FE5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44534" y="2028385"/>
              <a:ext cx="98801" cy="988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B71EBE9A-4550-4A97-B56F-03D57D5DF8F0}"/>
              </a:ext>
            </a:extLst>
          </p:cNvPr>
          <p:cNvCxnSpPr>
            <a:cxnSpLocks/>
          </p:cNvCxnSpPr>
          <p:nvPr/>
        </p:nvCxnSpPr>
        <p:spPr>
          <a:xfrm>
            <a:off x="6360842" y="2618369"/>
            <a:ext cx="1334745" cy="108536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49865481-69E8-4AC0-8501-D9C18AB02735}"/>
              </a:ext>
            </a:extLst>
          </p:cNvPr>
          <p:cNvCxnSpPr>
            <a:cxnSpLocks/>
          </p:cNvCxnSpPr>
          <p:nvPr/>
        </p:nvCxnSpPr>
        <p:spPr>
          <a:xfrm flipH="1">
            <a:off x="6324039" y="3811458"/>
            <a:ext cx="1371548" cy="51551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EF32DB5A-CD31-4759-ACF7-6873FE5862B4}"/>
              </a:ext>
            </a:extLst>
          </p:cNvPr>
          <p:cNvSpPr txBox="1"/>
          <p:nvPr/>
        </p:nvSpPr>
        <p:spPr>
          <a:xfrm>
            <a:off x="8357189" y="2949499"/>
            <a:ext cx="947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目标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2EBD286B-F05A-4013-B6AF-16B1AC1E20D9}"/>
              </a:ext>
            </a:extLst>
          </p:cNvPr>
          <p:cNvSpPr txBox="1"/>
          <p:nvPr/>
        </p:nvSpPr>
        <p:spPr>
          <a:xfrm>
            <a:off x="8106634" y="3737248"/>
            <a:ext cx="1061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目标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53721F74-9C9D-4EFC-B9C6-E21A1E182138}"/>
              </a:ext>
            </a:extLst>
          </p:cNvPr>
          <p:cNvSpPr/>
          <p:nvPr/>
        </p:nvSpPr>
        <p:spPr>
          <a:xfrm rot="597784">
            <a:off x="6822808" y="2267777"/>
            <a:ext cx="423894" cy="2272578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815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AE86012-21EC-450A-A6AB-E7F7A3510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698" y="2839688"/>
            <a:ext cx="229777" cy="58334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C4FA29D-CA3B-4670-8CC3-9A95A831792E}"/>
              </a:ext>
            </a:extLst>
          </p:cNvPr>
          <p:cNvSpPr txBox="1"/>
          <p:nvPr/>
        </p:nvSpPr>
        <p:spPr>
          <a:xfrm>
            <a:off x="2964952" y="343496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>
                <a:latin typeface="+mn-ea"/>
                <a:cs typeface="Times New Roman" panose="02020603050405020304" pitchFamily="18" charset="0"/>
              </a:rPr>
              <a:t>发送端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9961C3C-2699-4BDC-9E33-F4FD1BE1E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173" y="3158465"/>
            <a:ext cx="229777" cy="5833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9E3AFAD-EDA4-4874-8981-1775CF832BF2}"/>
              </a:ext>
            </a:extLst>
          </p:cNvPr>
          <p:cNvSpPr txBox="1"/>
          <p:nvPr/>
        </p:nvSpPr>
        <p:spPr>
          <a:xfrm>
            <a:off x="6328605" y="373302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>
                <a:latin typeface="+mn-ea"/>
                <a:cs typeface="Times New Roman" panose="02020603050405020304" pitchFamily="18" charset="0"/>
              </a:rPr>
              <a:t>接收端</a:t>
            </a:r>
            <a:endParaRPr lang="zh-CN" altLang="en-US" sz="1400" b="1" dirty="0"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6B3EF1-BD10-4A59-9B19-8B515FA7B0B5}"/>
              </a:ext>
            </a:extLst>
          </p:cNvPr>
          <p:cNvGrpSpPr/>
          <p:nvPr/>
        </p:nvGrpSpPr>
        <p:grpSpPr>
          <a:xfrm>
            <a:off x="4340122" y="2125356"/>
            <a:ext cx="379714" cy="379714"/>
            <a:chOff x="8412651" y="2703752"/>
            <a:chExt cx="230535" cy="23053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30">
              <a:extLst>
                <a:ext uri="{FF2B5EF4-FFF2-40B4-BE49-F238E27FC236}">
                  <a16:creationId xmlns:a16="http://schemas.microsoft.com/office/drawing/2014/main" id="{B6C4DA2B-B390-460F-86CB-D4E711253BB7}"/>
                </a:ext>
              </a:extLst>
            </p:cNvPr>
            <p:cNvSpPr/>
            <p:nvPr/>
          </p:nvSpPr>
          <p:spPr>
            <a:xfrm>
              <a:off x="8412651" y="2703752"/>
              <a:ext cx="230535" cy="230535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+mn-ea"/>
              </a:endParaRPr>
            </a:p>
          </p:txBody>
        </p:sp>
        <p:sp>
          <p:nvSpPr>
            <p:cNvPr id="10" name="圆角矩形 31">
              <a:extLst>
                <a:ext uri="{FF2B5EF4-FFF2-40B4-BE49-F238E27FC236}">
                  <a16:creationId xmlns:a16="http://schemas.microsoft.com/office/drawing/2014/main" id="{63B1A578-880B-4760-B025-8E616DF069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29117" y="2720218"/>
              <a:ext cx="197602" cy="19760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+mn-ea"/>
              </a:endParaRPr>
            </a:p>
          </p:txBody>
        </p:sp>
        <p:sp>
          <p:nvSpPr>
            <p:cNvPr id="11" name="圆角矩形 32">
              <a:extLst>
                <a:ext uri="{FF2B5EF4-FFF2-40B4-BE49-F238E27FC236}">
                  <a16:creationId xmlns:a16="http://schemas.microsoft.com/office/drawing/2014/main" id="{79CF1CFF-C6A1-4E0B-8BC7-89E0C64A75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45583" y="2736684"/>
              <a:ext cx="164669" cy="164669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+mn-ea"/>
              </a:endParaRPr>
            </a:p>
          </p:txBody>
        </p:sp>
        <p:sp>
          <p:nvSpPr>
            <p:cNvPr id="12" name="圆角矩形 33">
              <a:extLst>
                <a:ext uri="{FF2B5EF4-FFF2-40B4-BE49-F238E27FC236}">
                  <a16:creationId xmlns:a16="http://schemas.microsoft.com/office/drawing/2014/main" id="{B4003270-D676-4E21-925A-2828AE13E5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62049" y="2753151"/>
              <a:ext cx="131736" cy="1317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+mn-ea"/>
              </a:endParaRPr>
            </a:p>
          </p:txBody>
        </p:sp>
        <p:sp>
          <p:nvSpPr>
            <p:cNvPr id="13" name="圆角矩形 34">
              <a:extLst>
                <a:ext uri="{FF2B5EF4-FFF2-40B4-BE49-F238E27FC236}">
                  <a16:creationId xmlns:a16="http://schemas.microsoft.com/office/drawing/2014/main" id="{41D3BCC7-27F8-44FA-A99F-81D00B407E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78516" y="2769944"/>
              <a:ext cx="98801" cy="988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+mn-ea"/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4C385398-17ED-4FBE-AB75-1679BDF6FF8C}"/>
              </a:ext>
            </a:extLst>
          </p:cNvPr>
          <p:cNvSpPr txBox="1"/>
          <p:nvPr/>
        </p:nvSpPr>
        <p:spPr>
          <a:xfrm>
            <a:off x="4029640" y="168157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>
                <a:latin typeface="+mn-ea"/>
                <a:cs typeface="Times New Roman" panose="02020603050405020304" pitchFamily="18" charset="0"/>
              </a:rPr>
              <a:t>频移标签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705FC00-01A7-4E64-84F4-952C822E50E5}"/>
              </a:ext>
            </a:extLst>
          </p:cNvPr>
          <p:cNvCxnSpPr>
            <a:stCxn id="4" idx="3"/>
            <a:endCxn id="9" idx="1"/>
          </p:cNvCxnSpPr>
          <p:nvPr/>
        </p:nvCxnSpPr>
        <p:spPr>
          <a:xfrm flipV="1">
            <a:off x="3441475" y="2315213"/>
            <a:ext cx="898647" cy="8161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00E197E-7D7E-4EC4-BB6E-831141077439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441475" y="3131361"/>
            <a:ext cx="3113698" cy="3187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9C71B2B-D756-405C-BC72-91BF2BC6009C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>
          <a:xfrm>
            <a:off x="4719836" y="2315213"/>
            <a:ext cx="1835337" cy="11349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8FE4E97-4521-4A4B-B166-807D207C0D6F}"/>
                  </a:ext>
                </a:extLst>
              </p:cNvPr>
              <p:cNvSpPr txBox="1"/>
              <p:nvPr/>
            </p:nvSpPr>
            <p:spPr>
              <a:xfrm>
                <a:off x="3574623" y="2335793"/>
                <a:ext cx="49135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1600" b="1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8FE4E97-4521-4A4B-B166-807D207C0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623" y="2335793"/>
                <a:ext cx="491352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811DE81-8209-4E15-829A-3954311CBAA5}"/>
                  </a:ext>
                </a:extLst>
              </p:cNvPr>
              <p:cNvSpPr txBox="1"/>
              <p:nvPr/>
            </p:nvSpPr>
            <p:spPr>
              <a:xfrm>
                <a:off x="5565087" y="2541194"/>
                <a:ext cx="49135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1600" b="1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811DE81-8209-4E15-829A-3954311CBA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087" y="2541194"/>
                <a:ext cx="491352" cy="338554"/>
              </a:xfrm>
              <a:prstGeom prst="rect">
                <a:avLst/>
              </a:prstGeom>
              <a:blipFill>
                <a:blip r:embed="rId4"/>
                <a:stretch>
                  <a:fillRect b="-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9D642F9-EBF4-43E6-806B-647E8EBA1FB6}"/>
                  </a:ext>
                </a:extLst>
              </p:cNvPr>
              <p:cNvSpPr txBox="1"/>
              <p:nvPr/>
            </p:nvSpPr>
            <p:spPr>
              <a:xfrm>
                <a:off x="4631717" y="3260822"/>
                <a:ext cx="3930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𝝉</m:t>
                      </m:r>
                    </m:oMath>
                  </m:oMathPara>
                </a14:m>
                <a:endParaRPr lang="zh-CN" altLang="en-US" sz="1600" b="1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9D642F9-EBF4-43E6-806B-647E8EBA1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1717" y="3260822"/>
                <a:ext cx="393056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54707454-75DE-41FD-BC7A-AA71337577BC}"/>
              </a:ext>
            </a:extLst>
          </p:cNvPr>
          <p:cNvSpPr txBox="1"/>
          <p:nvPr/>
        </p:nvSpPr>
        <p:spPr>
          <a:xfrm>
            <a:off x="3874800" y="3809112"/>
            <a:ext cx="902811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激励信号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341003-6698-489B-8633-24CBC4B7039F}"/>
              </a:ext>
            </a:extLst>
          </p:cNvPr>
          <p:cNvSpPr txBox="1"/>
          <p:nvPr/>
        </p:nvSpPr>
        <p:spPr>
          <a:xfrm>
            <a:off x="5940102" y="180457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反射信号</a:t>
            </a: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03A5FA1B-F2F7-43F4-BC40-5F1573A95095}"/>
              </a:ext>
            </a:extLst>
          </p:cNvPr>
          <p:cNvSpPr/>
          <p:nvPr/>
        </p:nvSpPr>
        <p:spPr>
          <a:xfrm>
            <a:off x="2522253" y="3798980"/>
            <a:ext cx="577491" cy="358818"/>
          </a:xfrm>
          <a:custGeom>
            <a:avLst/>
            <a:gdLst>
              <a:gd name="connsiteX0" fmla="*/ 0 w 994371"/>
              <a:gd name="connsiteY0" fmla="*/ 2724 h 358818"/>
              <a:gd name="connsiteX1" fmla="*/ 904 w 994371"/>
              <a:gd name="connsiteY1" fmla="*/ 2347 h 358818"/>
              <a:gd name="connsiteX2" fmla="*/ 1807 w 994371"/>
              <a:gd name="connsiteY2" fmla="*/ 1997 h 358818"/>
              <a:gd name="connsiteX3" fmla="*/ 2713 w 994371"/>
              <a:gd name="connsiteY3" fmla="*/ 1676 h 358818"/>
              <a:gd name="connsiteX4" fmla="*/ 3616 w 994371"/>
              <a:gd name="connsiteY4" fmla="*/ 1382 h 358818"/>
              <a:gd name="connsiteX5" fmla="*/ 4520 w 994371"/>
              <a:gd name="connsiteY5" fmla="*/ 1117 h 358818"/>
              <a:gd name="connsiteX6" fmla="*/ 5424 w 994371"/>
              <a:gd name="connsiteY6" fmla="*/ 880 h 358818"/>
              <a:gd name="connsiteX7" fmla="*/ 6328 w 994371"/>
              <a:gd name="connsiteY7" fmla="*/ 671 h 358818"/>
              <a:gd name="connsiteX8" fmla="*/ 7231 w 994371"/>
              <a:gd name="connsiteY8" fmla="*/ 490 h 358818"/>
              <a:gd name="connsiteX9" fmla="*/ 8137 w 994371"/>
              <a:gd name="connsiteY9" fmla="*/ 338 h 358818"/>
              <a:gd name="connsiteX10" fmla="*/ 9040 w 994371"/>
              <a:gd name="connsiteY10" fmla="*/ 214 h 358818"/>
              <a:gd name="connsiteX11" fmla="*/ 9944 w 994371"/>
              <a:gd name="connsiteY11" fmla="*/ 118 h 358818"/>
              <a:gd name="connsiteX12" fmla="*/ 10848 w 994371"/>
              <a:gd name="connsiteY12" fmla="*/ 50 h 358818"/>
              <a:gd name="connsiteX13" fmla="*/ 11751 w 994371"/>
              <a:gd name="connsiteY13" fmla="*/ 11 h 358818"/>
              <a:gd name="connsiteX14" fmla="*/ 12655 w 994371"/>
              <a:gd name="connsiteY14" fmla="*/ 0 h 358818"/>
              <a:gd name="connsiteX15" fmla="*/ 13560 w 994371"/>
              <a:gd name="connsiteY15" fmla="*/ 17 h 358818"/>
              <a:gd name="connsiteX16" fmla="*/ 14464 w 994371"/>
              <a:gd name="connsiteY16" fmla="*/ 63 h 358818"/>
              <a:gd name="connsiteX17" fmla="*/ 15368 w 994371"/>
              <a:gd name="connsiteY17" fmla="*/ 137 h 358818"/>
              <a:gd name="connsiteX18" fmla="*/ 16272 w 994371"/>
              <a:gd name="connsiteY18" fmla="*/ 240 h 358818"/>
              <a:gd name="connsiteX19" fmla="*/ 17175 w 994371"/>
              <a:gd name="connsiteY19" fmla="*/ 370 h 358818"/>
              <a:gd name="connsiteX20" fmla="*/ 18079 w 994371"/>
              <a:gd name="connsiteY20" fmla="*/ 529 h 358818"/>
              <a:gd name="connsiteX21" fmla="*/ 18984 w 994371"/>
              <a:gd name="connsiteY21" fmla="*/ 716 h 358818"/>
              <a:gd name="connsiteX22" fmla="*/ 19888 w 994371"/>
              <a:gd name="connsiteY22" fmla="*/ 932 h 358818"/>
              <a:gd name="connsiteX23" fmla="*/ 20792 w 994371"/>
              <a:gd name="connsiteY23" fmla="*/ 1175 h 358818"/>
              <a:gd name="connsiteX24" fmla="*/ 21695 w 994371"/>
              <a:gd name="connsiteY24" fmla="*/ 1447 h 358818"/>
              <a:gd name="connsiteX25" fmla="*/ 22599 w 994371"/>
              <a:gd name="connsiteY25" fmla="*/ 1747 h 358818"/>
              <a:gd name="connsiteX26" fmla="*/ 23503 w 994371"/>
              <a:gd name="connsiteY26" fmla="*/ 2075 h 358818"/>
              <a:gd name="connsiteX27" fmla="*/ 24408 w 994371"/>
              <a:gd name="connsiteY27" fmla="*/ 2431 h 358818"/>
              <a:gd name="connsiteX28" fmla="*/ 25312 w 994371"/>
              <a:gd name="connsiteY28" fmla="*/ 2814 h 358818"/>
              <a:gd name="connsiteX29" fmla="*/ 26216 w 994371"/>
              <a:gd name="connsiteY29" fmla="*/ 3226 h 358818"/>
              <a:gd name="connsiteX30" fmla="*/ 27119 w 994371"/>
              <a:gd name="connsiteY30" fmla="*/ 3666 h 358818"/>
              <a:gd name="connsiteX31" fmla="*/ 28023 w 994371"/>
              <a:gd name="connsiteY31" fmla="*/ 4133 h 358818"/>
              <a:gd name="connsiteX32" fmla="*/ 28927 w 994371"/>
              <a:gd name="connsiteY32" fmla="*/ 4628 h 358818"/>
              <a:gd name="connsiteX33" fmla="*/ 29832 w 994371"/>
              <a:gd name="connsiteY33" fmla="*/ 5150 h 358818"/>
              <a:gd name="connsiteX34" fmla="*/ 30736 w 994371"/>
              <a:gd name="connsiteY34" fmla="*/ 5700 h 358818"/>
              <a:gd name="connsiteX35" fmla="*/ 31639 w 994371"/>
              <a:gd name="connsiteY35" fmla="*/ 6278 h 358818"/>
              <a:gd name="connsiteX36" fmla="*/ 32543 w 994371"/>
              <a:gd name="connsiteY36" fmla="*/ 6883 h 358818"/>
              <a:gd name="connsiteX37" fmla="*/ 33447 w 994371"/>
              <a:gd name="connsiteY37" fmla="*/ 7515 h 358818"/>
              <a:gd name="connsiteX38" fmla="*/ 34352 w 994371"/>
              <a:gd name="connsiteY38" fmla="*/ 8174 h 358818"/>
              <a:gd name="connsiteX39" fmla="*/ 35256 w 994371"/>
              <a:gd name="connsiteY39" fmla="*/ 8860 h 358818"/>
              <a:gd name="connsiteX40" fmla="*/ 36160 w 994371"/>
              <a:gd name="connsiteY40" fmla="*/ 9574 h 358818"/>
              <a:gd name="connsiteX41" fmla="*/ 37063 w 994371"/>
              <a:gd name="connsiteY41" fmla="*/ 10314 h 358818"/>
              <a:gd name="connsiteX42" fmla="*/ 37967 w 994371"/>
              <a:gd name="connsiteY42" fmla="*/ 11080 h 358818"/>
              <a:gd name="connsiteX43" fmla="*/ 38871 w 994371"/>
              <a:gd name="connsiteY43" fmla="*/ 11874 h 358818"/>
              <a:gd name="connsiteX44" fmla="*/ 39776 w 994371"/>
              <a:gd name="connsiteY44" fmla="*/ 12693 h 358818"/>
              <a:gd name="connsiteX45" fmla="*/ 40680 w 994371"/>
              <a:gd name="connsiteY45" fmla="*/ 13539 h 358818"/>
              <a:gd name="connsiteX46" fmla="*/ 41583 w 994371"/>
              <a:gd name="connsiteY46" fmla="*/ 14412 h 358818"/>
              <a:gd name="connsiteX47" fmla="*/ 42487 w 994371"/>
              <a:gd name="connsiteY47" fmla="*/ 15310 h 358818"/>
              <a:gd name="connsiteX48" fmla="*/ 43391 w 994371"/>
              <a:gd name="connsiteY48" fmla="*/ 16234 h 358818"/>
              <a:gd name="connsiteX49" fmla="*/ 44294 w 994371"/>
              <a:gd name="connsiteY49" fmla="*/ 17184 h 358818"/>
              <a:gd name="connsiteX50" fmla="*/ 45200 w 994371"/>
              <a:gd name="connsiteY50" fmla="*/ 18160 h 358818"/>
              <a:gd name="connsiteX51" fmla="*/ 46103 w 994371"/>
              <a:gd name="connsiteY51" fmla="*/ 19161 h 358818"/>
              <a:gd name="connsiteX52" fmla="*/ 47007 w 994371"/>
              <a:gd name="connsiteY52" fmla="*/ 20188 h 358818"/>
              <a:gd name="connsiteX53" fmla="*/ 47911 w 994371"/>
              <a:gd name="connsiteY53" fmla="*/ 21239 h 358818"/>
              <a:gd name="connsiteX54" fmla="*/ 48815 w 994371"/>
              <a:gd name="connsiteY54" fmla="*/ 22316 h 358818"/>
              <a:gd name="connsiteX55" fmla="*/ 49718 w 994371"/>
              <a:gd name="connsiteY55" fmla="*/ 23417 h 358818"/>
              <a:gd name="connsiteX56" fmla="*/ 50624 w 994371"/>
              <a:gd name="connsiteY56" fmla="*/ 24543 h 358818"/>
              <a:gd name="connsiteX57" fmla="*/ 51527 w 994371"/>
              <a:gd name="connsiteY57" fmla="*/ 25693 h 358818"/>
              <a:gd name="connsiteX58" fmla="*/ 52431 w 994371"/>
              <a:gd name="connsiteY58" fmla="*/ 26868 h 358818"/>
              <a:gd name="connsiteX59" fmla="*/ 53335 w 994371"/>
              <a:gd name="connsiteY59" fmla="*/ 28067 h 358818"/>
              <a:gd name="connsiteX60" fmla="*/ 54238 w 994371"/>
              <a:gd name="connsiteY60" fmla="*/ 29289 h 358818"/>
              <a:gd name="connsiteX61" fmla="*/ 55142 w 994371"/>
              <a:gd name="connsiteY61" fmla="*/ 30536 h 358818"/>
              <a:gd name="connsiteX62" fmla="*/ 56047 w 994371"/>
              <a:gd name="connsiteY62" fmla="*/ 31806 h 358818"/>
              <a:gd name="connsiteX63" fmla="*/ 56951 w 994371"/>
              <a:gd name="connsiteY63" fmla="*/ 33099 h 358818"/>
              <a:gd name="connsiteX64" fmla="*/ 57855 w 994371"/>
              <a:gd name="connsiteY64" fmla="*/ 34415 h 358818"/>
              <a:gd name="connsiteX65" fmla="*/ 58759 w 994371"/>
              <a:gd name="connsiteY65" fmla="*/ 35754 h 358818"/>
              <a:gd name="connsiteX66" fmla="*/ 59662 w 994371"/>
              <a:gd name="connsiteY66" fmla="*/ 37116 h 358818"/>
              <a:gd name="connsiteX67" fmla="*/ 60566 w 994371"/>
              <a:gd name="connsiteY67" fmla="*/ 38501 h 358818"/>
              <a:gd name="connsiteX68" fmla="*/ 61471 w 994371"/>
              <a:gd name="connsiteY68" fmla="*/ 39907 h 358818"/>
              <a:gd name="connsiteX69" fmla="*/ 62375 w 994371"/>
              <a:gd name="connsiteY69" fmla="*/ 41336 h 358818"/>
              <a:gd name="connsiteX70" fmla="*/ 63279 w 994371"/>
              <a:gd name="connsiteY70" fmla="*/ 42786 h 358818"/>
              <a:gd name="connsiteX71" fmla="*/ 64182 w 994371"/>
              <a:gd name="connsiteY71" fmla="*/ 44258 h 358818"/>
              <a:gd name="connsiteX72" fmla="*/ 65086 w 994371"/>
              <a:gd name="connsiteY72" fmla="*/ 45752 h 358818"/>
              <a:gd name="connsiteX73" fmla="*/ 65990 w 994371"/>
              <a:gd name="connsiteY73" fmla="*/ 47266 h 358818"/>
              <a:gd name="connsiteX74" fmla="*/ 66893 w 994371"/>
              <a:gd name="connsiteY74" fmla="*/ 48802 h 358818"/>
              <a:gd name="connsiteX75" fmla="*/ 67799 w 994371"/>
              <a:gd name="connsiteY75" fmla="*/ 50357 h 358818"/>
              <a:gd name="connsiteX76" fmla="*/ 68703 w 994371"/>
              <a:gd name="connsiteY76" fmla="*/ 51934 h 358818"/>
              <a:gd name="connsiteX77" fmla="*/ 69606 w 994371"/>
              <a:gd name="connsiteY77" fmla="*/ 53530 h 358818"/>
              <a:gd name="connsiteX78" fmla="*/ 70510 w 994371"/>
              <a:gd name="connsiteY78" fmla="*/ 55147 h 358818"/>
              <a:gd name="connsiteX79" fmla="*/ 71414 w 994371"/>
              <a:gd name="connsiteY79" fmla="*/ 56783 h 358818"/>
              <a:gd name="connsiteX80" fmla="*/ 72317 w 994371"/>
              <a:gd name="connsiteY80" fmla="*/ 58438 h 358818"/>
              <a:gd name="connsiteX81" fmla="*/ 73223 w 994371"/>
              <a:gd name="connsiteY81" fmla="*/ 60112 h 358818"/>
              <a:gd name="connsiteX82" fmla="*/ 74126 w 994371"/>
              <a:gd name="connsiteY82" fmla="*/ 61806 h 358818"/>
              <a:gd name="connsiteX83" fmla="*/ 75030 w 994371"/>
              <a:gd name="connsiteY83" fmla="*/ 63517 h 358818"/>
              <a:gd name="connsiteX84" fmla="*/ 75934 w 994371"/>
              <a:gd name="connsiteY84" fmla="*/ 65248 h 358818"/>
              <a:gd name="connsiteX85" fmla="*/ 76837 w 994371"/>
              <a:gd name="connsiteY85" fmla="*/ 66996 h 358818"/>
              <a:gd name="connsiteX86" fmla="*/ 77741 w 994371"/>
              <a:gd name="connsiteY86" fmla="*/ 68762 h 358818"/>
              <a:gd name="connsiteX87" fmla="*/ 78647 w 994371"/>
              <a:gd name="connsiteY87" fmla="*/ 70545 h 358818"/>
              <a:gd name="connsiteX88" fmla="*/ 79550 w 994371"/>
              <a:gd name="connsiteY88" fmla="*/ 72346 h 358818"/>
              <a:gd name="connsiteX89" fmla="*/ 80454 w 994371"/>
              <a:gd name="connsiteY89" fmla="*/ 74163 h 358818"/>
              <a:gd name="connsiteX90" fmla="*/ 81358 w 994371"/>
              <a:gd name="connsiteY90" fmla="*/ 75997 h 358818"/>
              <a:gd name="connsiteX91" fmla="*/ 82261 w 994371"/>
              <a:gd name="connsiteY91" fmla="*/ 77848 h 358818"/>
              <a:gd name="connsiteX92" fmla="*/ 83165 w 994371"/>
              <a:gd name="connsiteY92" fmla="*/ 79714 h 358818"/>
              <a:gd name="connsiteX93" fmla="*/ 84070 w 994371"/>
              <a:gd name="connsiteY93" fmla="*/ 81596 h 358818"/>
              <a:gd name="connsiteX94" fmla="*/ 84974 w 994371"/>
              <a:gd name="connsiteY94" fmla="*/ 83494 h 358818"/>
              <a:gd name="connsiteX95" fmla="*/ 85878 w 994371"/>
              <a:gd name="connsiteY95" fmla="*/ 85407 h 358818"/>
              <a:gd name="connsiteX96" fmla="*/ 86781 w 994371"/>
              <a:gd name="connsiteY96" fmla="*/ 87335 h 358818"/>
              <a:gd name="connsiteX97" fmla="*/ 87685 w 994371"/>
              <a:gd name="connsiteY97" fmla="*/ 89277 h 358818"/>
              <a:gd name="connsiteX98" fmla="*/ 88589 w 994371"/>
              <a:gd name="connsiteY98" fmla="*/ 91233 h 358818"/>
              <a:gd name="connsiteX99" fmla="*/ 89494 w 994371"/>
              <a:gd name="connsiteY99" fmla="*/ 93204 h 358818"/>
              <a:gd name="connsiteX100" fmla="*/ 90398 w 994371"/>
              <a:gd name="connsiteY100" fmla="*/ 95188 h 358818"/>
              <a:gd name="connsiteX101" fmla="*/ 91302 w 994371"/>
              <a:gd name="connsiteY101" fmla="*/ 97185 h 358818"/>
              <a:gd name="connsiteX102" fmla="*/ 92205 w 994371"/>
              <a:gd name="connsiteY102" fmla="*/ 99195 h 358818"/>
              <a:gd name="connsiteX103" fmla="*/ 93109 w 994371"/>
              <a:gd name="connsiteY103" fmla="*/ 101218 h 358818"/>
              <a:gd name="connsiteX104" fmla="*/ 94013 w 994371"/>
              <a:gd name="connsiteY104" fmla="*/ 103253 h 358818"/>
              <a:gd name="connsiteX105" fmla="*/ 94918 w 994371"/>
              <a:gd name="connsiteY105" fmla="*/ 105300 h 358818"/>
              <a:gd name="connsiteX106" fmla="*/ 95822 w 994371"/>
              <a:gd name="connsiteY106" fmla="*/ 107359 h 358818"/>
              <a:gd name="connsiteX107" fmla="*/ 96725 w 994371"/>
              <a:gd name="connsiteY107" fmla="*/ 109430 h 358818"/>
              <a:gd name="connsiteX108" fmla="*/ 97629 w 994371"/>
              <a:gd name="connsiteY108" fmla="*/ 111511 h 358818"/>
              <a:gd name="connsiteX109" fmla="*/ 98533 w 994371"/>
              <a:gd name="connsiteY109" fmla="*/ 113603 h 358818"/>
              <a:gd name="connsiteX110" fmla="*/ 99437 w 994371"/>
              <a:gd name="connsiteY110" fmla="*/ 115706 h 358818"/>
              <a:gd name="connsiteX111" fmla="*/ 100342 w 994371"/>
              <a:gd name="connsiteY111" fmla="*/ 117819 h 358818"/>
              <a:gd name="connsiteX112" fmla="*/ 101246 w 994371"/>
              <a:gd name="connsiteY112" fmla="*/ 119941 h 358818"/>
              <a:gd name="connsiteX113" fmla="*/ 102149 w 994371"/>
              <a:gd name="connsiteY113" fmla="*/ 122073 h 358818"/>
              <a:gd name="connsiteX114" fmla="*/ 103053 w 994371"/>
              <a:gd name="connsiteY114" fmla="*/ 124213 h 358818"/>
              <a:gd name="connsiteX115" fmla="*/ 103957 w 994371"/>
              <a:gd name="connsiteY115" fmla="*/ 126363 h 358818"/>
              <a:gd name="connsiteX116" fmla="*/ 104860 w 994371"/>
              <a:gd name="connsiteY116" fmla="*/ 128521 h 358818"/>
              <a:gd name="connsiteX117" fmla="*/ 105766 w 994371"/>
              <a:gd name="connsiteY117" fmla="*/ 130687 h 358818"/>
              <a:gd name="connsiteX118" fmla="*/ 106669 w 994371"/>
              <a:gd name="connsiteY118" fmla="*/ 132860 h 358818"/>
              <a:gd name="connsiteX119" fmla="*/ 107573 w 994371"/>
              <a:gd name="connsiteY119" fmla="*/ 135040 h 358818"/>
              <a:gd name="connsiteX120" fmla="*/ 108477 w 994371"/>
              <a:gd name="connsiteY120" fmla="*/ 137228 h 358818"/>
              <a:gd name="connsiteX121" fmla="*/ 109381 w 994371"/>
              <a:gd name="connsiteY121" fmla="*/ 139424 h 358818"/>
              <a:gd name="connsiteX122" fmla="*/ 110284 w 994371"/>
              <a:gd name="connsiteY122" fmla="*/ 141625 h 358818"/>
              <a:gd name="connsiteX123" fmla="*/ 111190 w 994371"/>
              <a:gd name="connsiteY123" fmla="*/ 143831 h 358818"/>
              <a:gd name="connsiteX124" fmla="*/ 112093 w 994371"/>
              <a:gd name="connsiteY124" fmla="*/ 146044 h 358818"/>
              <a:gd name="connsiteX125" fmla="*/ 112997 w 994371"/>
              <a:gd name="connsiteY125" fmla="*/ 148262 h 358818"/>
              <a:gd name="connsiteX126" fmla="*/ 113901 w 994371"/>
              <a:gd name="connsiteY126" fmla="*/ 150485 h 358818"/>
              <a:gd name="connsiteX127" fmla="*/ 114804 w 994371"/>
              <a:gd name="connsiteY127" fmla="*/ 152712 h 358818"/>
              <a:gd name="connsiteX128" fmla="*/ 115708 w 994371"/>
              <a:gd name="connsiteY128" fmla="*/ 154943 h 358818"/>
              <a:gd name="connsiteX129" fmla="*/ 116613 w 994371"/>
              <a:gd name="connsiteY129" fmla="*/ 157179 h 358818"/>
              <a:gd name="connsiteX130" fmla="*/ 117517 w 994371"/>
              <a:gd name="connsiteY130" fmla="*/ 159417 h 358818"/>
              <a:gd name="connsiteX131" fmla="*/ 118421 w 994371"/>
              <a:gd name="connsiteY131" fmla="*/ 161659 h 358818"/>
              <a:gd name="connsiteX132" fmla="*/ 119324 w 994371"/>
              <a:gd name="connsiteY132" fmla="*/ 163904 h 358818"/>
              <a:gd name="connsiteX133" fmla="*/ 120228 w 994371"/>
              <a:gd name="connsiteY133" fmla="*/ 166151 h 358818"/>
              <a:gd name="connsiteX134" fmla="*/ 121132 w 994371"/>
              <a:gd name="connsiteY134" fmla="*/ 168401 h 358818"/>
              <a:gd name="connsiteX135" fmla="*/ 122037 w 994371"/>
              <a:gd name="connsiteY135" fmla="*/ 170652 h 358818"/>
              <a:gd name="connsiteX136" fmla="*/ 122941 w 994371"/>
              <a:gd name="connsiteY136" fmla="*/ 172904 h 358818"/>
              <a:gd name="connsiteX137" fmla="*/ 123845 w 994371"/>
              <a:gd name="connsiteY137" fmla="*/ 175158 h 358818"/>
              <a:gd name="connsiteX138" fmla="*/ 124748 w 994371"/>
              <a:gd name="connsiteY138" fmla="*/ 177413 h 358818"/>
              <a:gd name="connsiteX139" fmla="*/ 125652 w 994371"/>
              <a:gd name="connsiteY139" fmla="*/ 179667 h 358818"/>
              <a:gd name="connsiteX140" fmla="*/ 126556 w 994371"/>
              <a:gd name="connsiteY140" fmla="*/ 181921 h 358818"/>
              <a:gd name="connsiteX141" fmla="*/ 127461 w 994371"/>
              <a:gd name="connsiteY141" fmla="*/ 184175 h 358818"/>
              <a:gd name="connsiteX142" fmla="*/ 128365 w 994371"/>
              <a:gd name="connsiteY142" fmla="*/ 186428 h 358818"/>
              <a:gd name="connsiteX143" fmla="*/ 129268 w 994371"/>
              <a:gd name="connsiteY143" fmla="*/ 188681 h 358818"/>
              <a:gd name="connsiteX144" fmla="*/ 130172 w 994371"/>
              <a:gd name="connsiteY144" fmla="*/ 190931 h 358818"/>
              <a:gd name="connsiteX145" fmla="*/ 131076 w 994371"/>
              <a:gd name="connsiteY145" fmla="*/ 193181 h 358818"/>
              <a:gd name="connsiteX146" fmla="*/ 131980 w 994371"/>
              <a:gd name="connsiteY146" fmla="*/ 195427 h 358818"/>
              <a:gd name="connsiteX147" fmla="*/ 132885 w 994371"/>
              <a:gd name="connsiteY147" fmla="*/ 197671 h 358818"/>
              <a:gd name="connsiteX148" fmla="*/ 133789 w 994371"/>
              <a:gd name="connsiteY148" fmla="*/ 199912 h 358818"/>
              <a:gd name="connsiteX149" fmla="*/ 134692 w 994371"/>
              <a:gd name="connsiteY149" fmla="*/ 202150 h 358818"/>
              <a:gd name="connsiteX150" fmla="*/ 135596 w 994371"/>
              <a:gd name="connsiteY150" fmla="*/ 204385 h 358818"/>
              <a:gd name="connsiteX151" fmla="*/ 136500 w 994371"/>
              <a:gd name="connsiteY151" fmla="*/ 206615 h 358818"/>
              <a:gd name="connsiteX152" fmla="*/ 137405 w 994371"/>
              <a:gd name="connsiteY152" fmla="*/ 208841 h 358818"/>
              <a:gd name="connsiteX153" fmla="*/ 138309 w 994371"/>
              <a:gd name="connsiteY153" fmla="*/ 211064 h 358818"/>
              <a:gd name="connsiteX154" fmla="*/ 139212 w 994371"/>
              <a:gd name="connsiteY154" fmla="*/ 213280 h 358818"/>
              <a:gd name="connsiteX155" fmla="*/ 140116 w 994371"/>
              <a:gd name="connsiteY155" fmla="*/ 215491 h 358818"/>
              <a:gd name="connsiteX156" fmla="*/ 141020 w 994371"/>
              <a:gd name="connsiteY156" fmla="*/ 217697 h 358818"/>
              <a:gd name="connsiteX157" fmla="*/ 141924 w 994371"/>
              <a:gd name="connsiteY157" fmla="*/ 219896 h 358818"/>
              <a:gd name="connsiteX158" fmla="*/ 142829 w 994371"/>
              <a:gd name="connsiteY158" fmla="*/ 222089 h 358818"/>
              <a:gd name="connsiteX159" fmla="*/ 143733 w 994371"/>
              <a:gd name="connsiteY159" fmla="*/ 224275 h 358818"/>
              <a:gd name="connsiteX160" fmla="*/ 144636 w 994371"/>
              <a:gd name="connsiteY160" fmla="*/ 226455 h 358818"/>
              <a:gd name="connsiteX161" fmla="*/ 145540 w 994371"/>
              <a:gd name="connsiteY161" fmla="*/ 228627 h 358818"/>
              <a:gd name="connsiteX162" fmla="*/ 146444 w 994371"/>
              <a:gd name="connsiteY162" fmla="*/ 230790 h 358818"/>
              <a:gd name="connsiteX163" fmla="*/ 147347 w 994371"/>
              <a:gd name="connsiteY163" fmla="*/ 232946 h 358818"/>
              <a:gd name="connsiteX164" fmla="*/ 148253 w 994371"/>
              <a:gd name="connsiteY164" fmla="*/ 235094 h 358818"/>
              <a:gd name="connsiteX165" fmla="*/ 149156 w 994371"/>
              <a:gd name="connsiteY165" fmla="*/ 237232 h 358818"/>
              <a:gd name="connsiteX166" fmla="*/ 150060 w 994371"/>
              <a:gd name="connsiteY166" fmla="*/ 239362 h 358818"/>
              <a:gd name="connsiteX167" fmla="*/ 150964 w 994371"/>
              <a:gd name="connsiteY167" fmla="*/ 241483 h 358818"/>
              <a:gd name="connsiteX168" fmla="*/ 151868 w 994371"/>
              <a:gd name="connsiteY168" fmla="*/ 243593 h 358818"/>
              <a:gd name="connsiteX169" fmla="*/ 152771 w 994371"/>
              <a:gd name="connsiteY169" fmla="*/ 245693 h 358818"/>
              <a:gd name="connsiteX170" fmla="*/ 153677 w 994371"/>
              <a:gd name="connsiteY170" fmla="*/ 247783 h 358818"/>
              <a:gd name="connsiteX171" fmla="*/ 154580 w 994371"/>
              <a:gd name="connsiteY171" fmla="*/ 249862 h 358818"/>
              <a:gd name="connsiteX172" fmla="*/ 155484 w 994371"/>
              <a:gd name="connsiteY172" fmla="*/ 251931 h 358818"/>
              <a:gd name="connsiteX173" fmla="*/ 156388 w 994371"/>
              <a:gd name="connsiteY173" fmla="*/ 253986 h 358818"/>
              <a:gd name="connsiteX174" fmla="*/ 157291 w 994371"/>
              <a:gd name="connsiteY174" fmla="*/ 256031 h 358818"/>
              <a:gd name="connsiteX175" fmla="*/ 158195 w 994371"/>
              <a:gd name="connsiteY175" fmla="*/ 258064 h 358818"/>
              <a:gd name="connsiteX176" fmla="*/ 159100 w 994371"/>
              <a:gd name="connsiteY176" fmla="*/ 260084 h 358818"/>
              <a:gd name="connsiteX177" fmla="*/ 160004 w 994371"/>
              <a:gd name="connsiteY177" fmla="*/ 262091 h 358818"/>
              <a:gd name="connsiteX178" fmla="*/ 160908 w 994371"/>
              <a:gd name="connsiteY178" fmla="*/ 264086 h 358818"/>
              <a:gd name="connsiteX179" fmla="*/ 161812 w 994371"/>
              <a:gd name="connsiteY179" fmla="*/ 266066 h 358818"/>
              <a:gd name="connsiteX180" fmla="*/ 162715 w 994371"/>
              <a:gd name="connsiteY180" fmla="*/ 268033 h 358818"/>
              <a:gd name="connsiteX181" fmla="*/ 163619 w 994371"/>
              <a:gd name="connsiteY181" fmla="*/ 269986 h 358818"/>
              <a:gd name="connsiteX182" fmla="*/ 164524 w 994371"/>
              <a:gd name="connsiteY182" fmla="*/ 271925 h 358818"/>
              <a:gd name="connsiteX183" fmla="*/ 165428 w 994371"/>
              <a:gd name="connsiteY183" fmla="*/ 273849 h 358818"/>
              <a:gd name="connsiteX184" fmla="*/ 166332 w 994371"/>
              <a:gd name="connsiteY184" fmla="*/ 275759 h 358818"/>
              <a:gd name="connsiteX185" fmla="*/ 167235 w 994371"/>
              <a:gd name="connsiteY185" fmla="*/ 277653 h 358818"/>
              <a:gd name="connsiteX186" fmla="*/ 168139 w 994371"/>
              <a:gd name="connsiteY186" fmla="*/ 279532 h 358818"/>
              <a:gd name="connsiteX187" fmla="*/ 169043 w 994371"/>
              <a:gd name="connsiteY187" fmla="*/ 281394 h 358818"/>
              <a:gd name="connsiteX188" fmla="*/ 169948 w 994371"/>
              <a:gd name="connsiteY188" fmla="*/ 283241 h 358818"/>
              <a:gd name="connsiteX189" fmla="*/ 170852 w 994371"/>
              <a:gd name="connsiteY189" fmla="*/ 285072 h 358818"/>
              <a:gd name="connsiteX190" fmla="*/ 171756 w 994371"/>
              <a:gd name="connsiteY190" fmla="*/ 286886 h 358818"/>
              <a:gd name="connsiteX191" fmla="*/ 172659 w 994371"/>
              <a:gd name="connsiteY191" fmla="*/ 288681 h 358818"/>
              <a:gd name="connsiteX192" fmla="*/ 173563 w 994371"/>
              <a:gd name="connsiteY192" fmla="*/ 290461 h 358818"/>
              <a:gd name="connsiteX193" fmla="*/ 174467 w 994371"/>
              <a:gd name="connsiteY193" fmla="*/ 292223 h 358818"/>
              <a:gd name="connsiteX194" fmla="*/ 175372 w 994371"/>
              <a:gd name="connsiteY194" fmla="*/ 293967 h 358818"/>
              <a:gd name="connsiteX195" fmla="*/ 176276 w 994371"/>
              <a:gd name="connsiteY195" fmla="*/ 295693 h 358818"/>
              <a:gd name="connsiteX196" fmla="*/ 177179 w 994371"/>
              <a:gd name="connsiteY196" fmla="*/ 297401 h 358818"/>
              <a:gd name="connsiteX197" fmla="*/ 178083 w 994371"/>
              <a:gd name="connsiteY197" fmla="*/ 299090 h 358818"/>
              <a:gd name="connsiteX198" fmla="*/ 178987 w 994371"/>
              <a:gd name="connsiteY198" fmla="*/ 300760 h 358818"/>
              <a:gd name="connsiteX199" fmla="*/ 179890 w 994371"/>
              <a:gd name="connsiteY199" fmla="*/ 302411 h 358818"/>
              <a:gd name="connsiteX200" fmla="*/ 180796 w 994371"/>
              <a:gd name="connsiteY200" fmla="*/ 304043 h 358818"/>
              <a:gd name="connsiteX201" fmla="*/ 181700 w 994371"/>
              <a:gd name="connsiteY201" fmla="*/ 305654 h 358818"/>
              <a:gd name="connsiteX202" fmla="*/ 182603 w 994371"/>
              <a:gd name="connsiteY202" fmla="*/ 307245 h 358818"/>
              <a:gd name="connsiteX203" fmla="*/ 183507 w 994371"/>
              <a:gd name="connsiteY203" fmla="*/ 308818 h 358818"/>
              <a:gd name="connsiteX204" fmla="*/ 184411 w 994371"/>
              <a:gd name="connsiteY204" fmla="*/ 310370 h 358818"/>
              <a:gd name="connsiteX205" fmla="*/ 185314 w 994371"/>
              <a:gd name="connsiteY205" fmla="*/ 311900 h 358818"/>
              <a:gd name="connsiteX206" fmla="*/ 186220 w 994371"/>
              <a:gd name="connsiteY206" fmla="*/ 313410 h 358818"/>
              <a:gd name="connsiteX207" fmla="*/ 187123 w 994371"/>
              <a:gd name="connsiteY207" fmla="*/ 314898 h 358818"/>
              <a:gd name="connsiteX208" fmla="*/ 188027 w 994371"/>
              <a:gd name="connsiteY208" fmla="*/ 316365 h 358818"/>
              <a:gd name="connsiteX209" fmla="*/ 188931 w 994371"/>
              <a:gd name="connsiteY209" fmla="*/ 317811 h 358818"/>
              <a:gd name="connsiteX210" fmla="*/ 189834 w 994371"/>
              <a:gd name="connsiteY210" fmla="*/ 319234 h 358818"/>
              <a:gd name="connsiteX211" fmla="*/ 190738 w 994371"/>
              <a:gd name="connsiteY211" fmla="*/ 320636 h 358818"/>
              <a:gd name="connsiteX212" fmla="*/ 191644 w 994371"/>
              <a:gd name="connsiteY212" fmla="*/ 322015 h 358818"/>
              <a:gd name="connsiteX213" fmla="*/ 192547 w 994371"/>
              <a:gd name="connsiteY213" fmla="*/ 323372 h 358818"/>
              <a:gd name="connsiteX214" fmla="*/ 193451 w 994371"/>
              <a:gd name="connsiteY214" fmla="*/ 324706 h 358818"/>
              <a:gd name="connsiteX215" fmla="*/ 194355 w 994371"/>
              <a:gd name="connsiteY215" fmla="*/ 326017 h 358818"/>
              <a:gd name="connsiteX216" fmla="*/ 195258 w 994371"/>
              <a:gd name="connsiteY216" fmla="*/ 327304 h 358818"/>
              <a:gd name="connsiteX217" fmla="*/ 196162 w 994371"/>
              <a:gd name="connsiteY217" fmla="*/ 328568 h 358818"/>
              <a:gd name="connsiteX218" fmla="*/ 197067 w 994371"/>
              <a:gd name="connsiteY218" fmla="*/ 329811 h 358818"/>
              <a:gd name="connsiteX219" fmla="*/ 197971 w 994371"/>
              <a:gd name="connsiteY219" fmla="*/ 331027 h 358818"/>
              <a:gd name="connsiteX220" fmla="*/ 198875 w 994371"/>
              <a:gd name="connsiteY220" fmla="*/ 332221 h 358818"/>
              <a:gd name="connsiteX221" fmla="*/ 199778 w 994371"/>
              <a:gd name="connsiteY221" fmla="*/ 333389 h 358818"/>
              <a:gd name="connsiteX222" fmla="*/ 200682 w 994371"/>
              <a:gd name="connsiteY222" fmla="*/ 334535 h 358818"/>
              <a:gd name="connsiteX223" fmla="*/ 201586 w 994371"/>
              <a:gd name="connsiteY223" fmla="*/ 335655 h 358818"/>
              <a:gd name="connsiteX224" fmla="*/ 202491 w 994371"/>
              <a:gd name="connsiteY224" fmla="*/ 336752 h 358818"/>
              <a:gd name="connsiteX225" fmla="*/ 203395 w 994371"/>
              <a:gd name="connsiteY225" fmla="*/ 337821 h 358818"/>
              <a:gd name="connsiteX226" fmla="*/ 204299 w 994371"/>
              <a:gd name="connsiteY226" fmla="*/ 338868 h 358818"/>
              <a:gd name="connsiteX227" fmla="*/ 205202 w 994371"/>
              <a:gd name="connsiteY227" fmla="*/ 339888 h 358818"/>
              <a:gd name="connsiteX228" fmla="*/ 206106 w 994371"/>
              <a:gd name="connsiteY228" fmla="*/ 340883 h 358818"/>
              <a:gd name="connsiteX229" fmla="*/ 207010 w 994371"/>
              <a:gd name="connsiteY229" fmla="*/ 341853 h 358818"/>
              <a:gd name="connsiteX230" fmla="*/ 207913 w 994371"/>
              <a:gd name="connsiteY230" fmla="*/ 342797 h 358818"/>
              <a:gd name="connsiteX231" fmla="*/ 208819 w 994371"/>
              <a:gd name="connsiteY231" fmla="*/ 343715 h 358818"/>
              <a:gd name="connsiteX232" fmla="*/ 209722 w 994371"/>
              <a:gd name="connsiteY232" fmla="*/ 344607 h 358818"/>
              <a:gd name="connsiteX233" fmla="*/ 210626 w 994371"/>
              <a:gd name="connsiteY233" fmla="*/ 345474 h 358818"/>
              <a:gd name="connsiteX234" fmla="*/ 211530 w 994371"/>
              <a:gd name="connsiteY234" fmla="*/ 346315 h 358818"/>
              <a:gd name="connsiteX235" fmla="*/ 212434 w 994371"/>
              <a:gd name="connsiteY235" fmla="*/ 347129 h 358818"/>
              <a:gd name="connsiteX236" fmla="*/ 213337 w 994371"/>
              <a:gd name="connsiteY236" fmla="*/ 347915 h 358818"/>
              <a:gd name="connsiteX237" fmla="*/ 214243 w 994371"/>
              <a:gd name="connsiteY237" fmla="*/ 348676 h 358818"/>
              <a:gd name="connsiteX238" fmla="*/ 215146 w 994371"/>
              <a:gd name="connsiteY238" fmla="*/ 349410 h 358818"/>
              <a:gd name="connsiteX239" fmla="*/ 216050 w 994371"/>
              <a:gd name="connsiteY239" fmla="*/ 350118 h 358818"/>
              <a:gd name="connsiteX240" fmla="*/ 216954 w 994371"/>
              <a:gd name="connsiteY240" fmla="*/ 350797 h 358818"/>
              <a:gd name="connsiteX241" fmla="*/ 217857 w 994371"/>
              <a:gd name="connsiteY241" fmla="*/ 351450 h 358818"/>
              <a:gd name="connsiteX242" fmla="*/ 218761 w 994371"/>
              <a:gd name="connsiteY242" fmla="*/ 352076 h 358818"/>
              <a:gd name="connsiteX243" fmla="*/ 219666 w 994371"/>
              <a:gd name="connsiteY243" fmla="*/ 352674 h 358818"/>
              <a:gd name="connsiteX244" fmla="*/ 220570 w 994371"/>
              <a:gd name="connsiteY244" fmla="*/ 353246 h 358818"/>
              <a:gd name="connsiteX245" fmla="*/ 221474 w 994371"/>
              <a:gd name="connsiteY245" fmla="*/ 353790 h 358818"/>
              <a:gd name="connsiteX246" fmla="*/ 222377 w 994371"/>
              <a:gd name="connsiteY246" fmla="*/ 354305 h 358818"/>
              <a:gd name="connsiteX247" fmla="*/ 223281 w 994371"/>
              <a:gd name="connsiteY247" fmla="*/ 354795 h 358818"/>
              <a:gd name="connsiteX248" fmla="*/ 224185 w 994371"/>
              <a:gd name="connsiteY248" fmla="*/ 355256 h 358818"/>
              <a:gd name="connsiteX249" fmla="*/ 225090 w 994371"/>
              <a:gd name="connsiteY249" fmla="*/ 355689 h 358818"/>
              <a:gd name="connsiteX250" fmla="*/ 225994 w 994371"/>
              <a:gd name="connsiteY250" fmla="*/ 356095 h 358818"/>
              <a:gd name="connsiteX251" fmla="*/ 226898 w 994371"/>
              <a:gd name="connsiteY251" fmla="*/ 356472 h 358818"/>
              <a:gd name="connsiteX252" fmla="*/ 227801 w 994371"/>
              <a:gd name="connsiteY252" fmla="*/ 356822 h 358818"/>
              <a:gd name="connsiteX253" fmla="*/ 228705 w 994371"/>
              <a:gd name="connsiteY253" fmla="*/ 357143 h 358818"/>
              <a:gd name="connsiteX254" fmla="*/ 229609 w 994371"/>
              <a:gd name="connsiteY254" fmla="*/ 357437 h 358818"/>
              <a:gd name="connsiteX255" fmla="*/ 230514 w 994371"/>
              <a:gd name="connsiteY255" fmla="*/ 357701 h 358818"/>
              <a:gd name="connsiteX256" fmla="*/ 231418 w 994371"/>
              <a:gd name="connsiteY256" fmla="*/ 357938 h 358818"/>
              <a:gd name="connsiteX257" fmla="*/ 232321 w 994371"/>
              <a:gd name="connsiteY257" fmla="*/ 358148 h 358818"/>
              <a:gd name="connsiteX258" fmla="*/ 233225 w 994371"/>
              <a:gd name="connsiteY258" fmla="*/ 358329 h 358818"/>
              <a:gd name="connsiteX259" fmla="*/ 234129 w 994371"/>
              <a:gd name="connsiteY259" fmla="*/ 358480 h 358818"/>
              <a:gd name="connsiteX260" fmla="*/ 235033 w 994371"/>
              <a:gd name="connsiteY260" fmla="*/ 358605 h 358818"/>
              <a:gd name="connsiteX261" fmla="*/ 235938 w 994371"/>
              <a:gd name="connsiteY261" fmla="*/ 358701 h 358818"/>
              <a:gd name="connsiteX262" fmla="*/ 236842 w 994371"/>
              <a:gd name="connsiteY262" fmla="*/ 358769 h 358818"/>
              <a:gd name="connsiteX263" fmla="*/ 237745 w 994371"/>
              <a:gd name="connsiteY263" fmla="*/ 358807 h 358818"/>
              <a:gd name="connsiteX264" fmla="*/ 238649 w 994371"/>
              <a:gd name="connsiteY264" fmla="*/ 358819 h 358818"/>
              <a:gd name="connsiteX265" fmla="*/ 239553 w 994371"/>
              <a:gd name="connsiteY265" fmla="*/ 358801 h 358818"/>
              <a:gd name="connsiteX266" fmla="*/ 240456 w 994371"/>
              <a:gd name="connsiteY266" fmla="*/ 358756 h 358818"/>
              <a:gd name="connsiteX267" fmla="*/ 241362 w 994371"/>
              <a:gd name="connsiteY267" fmla="*/ 358681 h 358818"/>
              <a:gd name="connsiteX268" fmla="*/ 242265 w 994371"/>
              <a:gd name="connsiteY268" fmla="*/ 358580 h 358818"/>
              <a:gd name="connsiteX269" fmla="*/ 243169 w 994371"/>
              <a:gd name="connsiteY269" fmla="*/ 358448 h 358818"/>
              <a:gd name="connsiteX270" fmla="*/ 244073 w 994371"/>
              <a:gd name="connsiteY270" fmla="*/ 358289 h 358818"/>
              <a:gd name="connsiteX271" fmla="*/ 244977 w 994371"/>
              <a:gd name="connsiteY271" fmla="*/ 358103 h 358818"/>
              <a:gd name="connsiteX272" fmla="*/ 245880 w 994371"/>
              <a:gd name="connsiteY272" fmla="*/ 357887 h 358818"/>
              <a:gd name="connsiteX273" fmla="*/ 246786 w 994371"/>
              <a:gd name="connsiteY273" fmla="*/ 357643 h 358818"/>
              <a:gd name="connsiteX274" fmla="*/ 247689 w 994371"/>
              <a:gd name="connsiteY274" fmla="*/ 357372 h 358818"/>
              <a:gd name="connsiteX275" fmla="*/ 248593 w 994371"/>
              <a:gd name="connsiteY275" fmla="*/ 357071 h 358818"/>
              <a:gd name="connsiteX276" fmla="*/ 249497 w 994371"/>
              <a:gd name="connsiteY276" fmla="*/ 356744 h 358818"/>
              <a:gd name="connsiteX277" fmla="*/ 250400 w 994371"/>
              <a:gd name="connsiteY277" fmla="*/ 356389 h 358818"/>
              <a:gd name="connsiteX278" fmla="*/ 251306 w 994371"/>
              <a:gd name="connsiteY278" fmla="*/ 356005 h 358818"/>
              <a:gd name="connsiteX279" fmla="*/ 252209 w 994371"/>
              <a:gd name="connsiteY279" fmla="*/ 355593 h 358818"/>
              <a:gd name="connsiteX280" fmla="*/ 253113 w 994371"/>
              <a:gd name="connsiteY280" fmla="*/ 355153 h 358818"/>
              <a:gd name="connsiteX281" fmla="*/ 254017 w 994371"/>
              <a:gd name="connsiteY281" fmla="*/ 354686 h 358818"/>
              <a:gd name="connsiteX282" fmla="*/ 254921 w 994371"/>
              <a:gd name="connsiteY282" fmla="*/ 354191 h 358818"/>
              <a:gd name="connsiteX283" fmla="*/ 255824 w 994371"/>
              <a:gd name="connsiteY283" fmla="*/ 353669 h 358818"/>
              <a:gd name="connsiteX284" fmla="*/ 256728 w 994371"/>
              <a:gd name="connsiteY284" fmla="*/ 353118 h 358818"/>
              <a:gd name="connsiteX285" fmla="*/ 257633 w 994371"/>
              <a:gd name="connsiteY285" fmla="*/ 352541 h 358818"/>
              <a:gd name="connsiteX286" fmla="*/ 258537 w 994371"/>
              <a:gd name="connsiteY286" fmla="*/ 351937 h 358818"/>
              <a:gd name="connsiteX287" fmla="*/ 259441 w 994371"/>
              <a:gd name="connsiteY287" fmla="*/ 351304 h 358818"/>
              <a:gd name="connsiteX288" fmla="*/ 260344 w 994371"/>
              <a:gd name="connsiteY288" fmla="*/ 350644 h 358818"/>
              <a:gd name="connsiteX289" fmla="*/ 261248 w 994371"/>
              <a:gd name="connsiteY289" fmla="*/ 349958 h 358818"/>
              <a:gd name="connsiteX290" fmla="*/ 262153 w 994371"/>
              <a:gd name="connsiteY290" fmla="*/ 349245 h 358818"/>
              <a:gd name="connsiteX291" fmla="*/ 263057 w 994371"/>
              <a:gd name="connsiteY291" fmla="*/ 348505 h 358818"/>
              <a:gd name="connsiteX292" fmla="*/ 263961 w 994371"/>
              <a:gd name="connsiteY292" fmla="*/ 347739 h 358818"/>
              <a:gd name="connsiteX293" fmla="*/ 264865 w 994371"/>
              <a:gd name="connsiteY293" fmla="*/ 346945 h 358818"/>
              <a:gd name="connsiteX294" fmla="*/ 265768 w 994371"/>
              <a:gd name="connsiteY294" fmla="*/ 346126 h 358818"/>
              <a:gd name="connsiteX295" fmla="*/ 266672 w 994371"/>
              <a:gd name="connsiteY295" fmla="*/ 345280 h 358818"/>
              <a:gd name="connsiteX296" fmla="*/ 267576 w 994371"/>
              <a:gd name="connsiteY296" fmla="*/ 344406 h 358818"/>
              <a:gd name="connsiteX297" fmla="*/ 268481 w 994371"/>
              <a:gd name="connsiteY297" fmla="*/ 343509 h 358818"/>
              <a:gd name="connsiteX298" fmla="*/ 269385 w 994371"/>
              <a:gd name="connsiteY298" fmla="*/ 342584 h 358818"/>
              <a:gd name="connsiteX299" fmla="*/ 270288 w 994371"/>
              <a:gd name="connsiteY299" fmla="*/ 341634 h 358818"/>
              <a:gd name="connsiteX300" fmla="*/ 271192 w 994371"/>
              <a:gd name="connsiteY300" fmla="*/ 340659 h 358818"/>
              <a:gd name="connsiteX301" fmla="*/ 272096 w 994371"/>
              <a:gd name="connsiteY301" fmla="*/ 339657 h 358818"/>
              <a:gd name="connsiteX302" fmla="*/ 273001 w 994371"/>
              <a:gd name="connsiteY302" fmla="*/ 338632 h 358818"/>
              <a:gd name="connsiteX303" fmla="*/ 273905 w 994371"/>
              <a:gd name="connsiteY303" fmla="*/ 337579 h 358818"/>
              <a:gd name="connsiteX304" fmla="*/ 274809 w 994371"/>
              <a:gd name="connsiteY304" fmla="*/ 336502 h 358818"/>
              <a:gd name="connsiteX305" fmla="*/ 275712 w 994371"/>
              <a:gd name="connsiteY305" fmla="*/ 335403 h 358818"/>
              <a:gd name="connsiteX306" fmla="*/ 276616 w 994371"/>
              <a:gd name="connsiteY306" fmla="*/ 334276 h 358818"/>
              <a:gd name="connsiteX307" fmla="*/ 277520 w 994371"/>
              <a:gd name="connsiteY307" fmla="*/ 333125 h 358818"/>
              <a:gd name="connsiteX308" fmla="*/ 278423 w 994371"/>
              <a:gd name="connsiteY308" fmla="*/ 331951 h 358818"/>
              <a:gd name="connsiteX309" fmla="*/ 279329 w 994371"/>
              <a:gd name="connsiteY309" fmla="*/ 330751 h 358818"/>
              <a:gd name="connsiteX310" fmla="*/ 280232 w 994371"/>
              <a:gd name="connsiteY310" fmla="*/ 329529 h 358818"/>
              <a:gd name="connsiteX311" fmla="*/ 281136 w 994371"/>
              <a:gd name="connsiteY311" fmla="*/ 328283 h 358818"/>
              <a:gd name="connsiteX312" fmla="*/ 282040 w 994371"/>
              <a:gd name="connsiteY312" fmla="*/ 327014 h 358818"/>
              <a:gd name="connsiteX313" fmla="*/ 282943 w 994371"/>
              <a:gd name="connsiteY313" fmla="*/ 325719 h 358818"/>
              <a:gd name="connsiteX314" fmla="*/ 283849 w 994371"/>
              <a:gd name="connsiteY314" fmla="*/ 324404 h 358818"/>
              <a:gd name="connsiteX315" fmla="*/ 284753 w 994371"/>
              <a:gd name="connsiteY315" fmla="*/ 323065 h 358818"/>
              <a:gd name="connsiteX316" fmla="*/ 285656 w 994371"/>
              <a:gd name="connsiteY316" fmla="*/ 321703 h 358818"/>
              <a:gd name="connsiteX317" fmla="*/ 286560 w 994371"/>
              <a:gd name="connsiteY317" fmla="*/ 320319 h 358818"/>
              <a:gd name="connsiteX318" fmla="*/ 287464 w 994371"/>
              <a:gd name="connsiteY318" fmla="*/ 318912 h 358818"/>
              <a:gd name="connsiteX319" fmla="*/ 288367 w 994371"/>
              <a:gd name="connsiteY319" fmla="*/ 317483 h 358818"/>
              <a:gd name="connsiteX320" fmla="*/ 289271 w 994371"/>
              <a:gd name="connsiteY320" fmla="*/ 316033 h 358818"/>
              <a:gd name="connsiteX321" fmla="*/ 290176 w 994371"/>
              <a:gd name="connsiteY321" fmla="*/ 314560 h 358818"/>
              <a:gd name="connsiteX322" fmla="*/ 291080 w 994371"/>
              <a:gd name="connsiteY322" fmla="*/ 313066 h 358818"/>
              <a:gd name="connsiteX323" fmla="*/ 291984 w 994371"/>
              <a:gd name="connsiteY323" fmla="*/ 311553 h 358818"/>
              <a:gd name="connsiteX324" fmla="*/ 292887 w 994371"/>
              <a:gd name="connsiteY324" fmla="*/ 310018 h 358818"/>
              <a:gd name="connsiteX325" fmla="*/ 293791 w 994371"/>
              <a:gd name="connsiteY325" fmla="*/ 308461 h 358818"/>
              <a:gd name="connsiteX326" fmla="*/ 294696 w 994371"/>
              <a:gd name="connsiteY326" fmla="*/ 306885 h 358818"/>
              <a:gd name="connsiteX327" fmla="*/ 295600 w 994371"/>
              <a:gd name="connsiteY327" fmla="*/ 305288 h 358818"/>
              <a:gd name="connsiteX328" fmla="*/ 296504 w 994371"/>
              <a:gd name="connsiteY328" fmla="*/ 303672 h 358818"/>
              <a:gd name="connsiteX329" fmla="*/ 297408 w 994371"/>
              <a:gd name="connsiteY329" fmla="*/ 302036 h 358818"/>
              <a:gd name="connsiteX330" fmla="*/ 298311 w 994371"/>
              <a:gd name="connsiteY330" fmla="*/ 300381 h 358818"/>
              <a:gd name="connsiteX331" fmla="*/ 299215 w 994371"/>
              <a:gd name="connsiteY331" fmla="*/ 298707 h 358818"/>
              <a:gd name="connsiteX332" fmla="*/ 300119 w 994371"/>
              <a:gd name="connsiteY332" fmla="*/ 297012 h 358818"/>
              <a:gd name="connsiteX333" fmla="*/ 301024 w 994371"/>
              <a:gd name="connsiteY333" fmla="*/ 295301 h 358818"/>
              <a:gd name="connsiteX334" fmla="*/ 301928 w 994371"/>
              <a:gd name="connsiteY334" fmla="*/ 293572 h 358818"/>
              <a:gd name="connsiteX335" fmla="*/ 302831 w 994371"/>
              <a:gd name="connsiteY335" fmla="*/ 291823 h 358818"/>
              <a:gd name="connsiteX336" fmla="*/ 303735 w 994371"/>
              <a:gd name="connsiteY336" fmla="*/ 290057 h 358818"/>
              <a:gd name="connsiteX337" fmla="*/ 304639 w 994371"/>
              <a:gd name="connsiteY337" fmla="*/ 288273 h 358818"/>
              <a:gd name="connsiteX338" fmla="*/ 305544 w 994371"/>
              <a:gd name="connsiteY338" fmla="*/ 286474 h 358818"/>
              <a:gd name="connsiteX339" fmla="*/ 306448 w 994371"/>
              <a:gd name="connsiteY339" fmla="*/ 284655 h 358818"/>
              <a:gd name="connsiteX340" fmla="*/ 307352 w 994371"/>
              <a:gd name="connsiteY340" fmla="*/ 282821 h 358818"/>
              <a:gd name="connsiteX341" fmla="*/ 308255 w 994371"/>
              <a:gd name="connsiteY341" fmla="*/ 280970 h 358818"/>
              <a:gd name="connsiteX342" fmla="*/ 309159 w 994371"/>
              <a:gd name="connsiteY342" fmla="*/ 279105 h 358818"/>
              <a:gd name="connsiteX343" fmla="*/ 310063 w 994371"/>
              <a:gd name="connsiteY343" fmla="*/ 277222 h 358818"/>
              <a:gd name="connsiteX344" fmla="*/ 310966 w 994371"/>
              <a:gd name="connsiteY344" fmla="*/ 275325 h 358818"/>
              <a:gd name="connsiteX345" fmla="*/ 311872 w 994371"/>
              <a:gd name="connsiteY345" fmla="*/ 273412 h 358818"/>
              <a:gd name="connsiteX346" fmla="*/ 312775 w 994371"/>
              <a:gd name="connsiteY346" fmla="*/ 271485 h 358818"/>
              <a:gd name="connsiteX347" fmla="*/ 313679 w 994371"/>
              <a:gd name="connsiteY347" fmla="*/ 269543 h 358818"/>
              <a:gd name="connsiteX348" fmla="*/ 314583 w 994371"/>
              <a:gd name="connsiteY348" fmla="*/ 267586 h 358818"/>
              <a:gd name="connsiteX349" fmla="*/ 315487 w 994371"/>
              <a:gd name="connsiteY349" fmla="*/ 265616 h 358818"/>
              <a:gd name="connsiteX350" fmla="*/ 316392 w 994371"/>
              <a:gd name="connsiteY350" fmla="*/ 263631 h 358818"/>
              <a:gd name="connsiteX351" fmla="*/ 317296 w 994371"/>
              <a:gd name="connsiteY351" fmla="*/ 261634 h 358818"/>
              <a:gd name="connsiteX352" fmla="*/ 318199 w 994371"/>
              <a:gd name="connsiteY352" fmla="*/ 259624 h 358818"/>
              <a:gd name="connsiteX353" fmla="*/ 319103 w 994371"/>
              <a:gd name="connsiteY353" fmla="*/ 257600 h 358818"/>
              <a:gd name="connsiteX354" fmla="*/ 320007 w 994371"/>
              <a:gd name="connsiteY354" fmla="*/ 255565 h 358818"/>
              <a:gd name="connsiteX355" fmla="*/ 320910 w 994371"/>
              <a:gd name="connsiteY355" fmla="*/ 253519 h 358818"/>
              <a:gd name="connsiteX356" fmla="*/ 321814 w 994371"/>
              <a:gd name="connsiteY356" fmla="*/ 251459 h 358818"/>
              <a:gd name="connsiteX357" fmla="*/ 322719 w 994371"/>
              <a:gd name="connsiteY357" fmla="*/ 249389 h 358818"/>
              <a:gd name="connsiteX358" fmla="*/ 323623 w 994371"/>
              <a:gd name="connsiteY358" fmla="*/ 247308 h 358818"/>
              <a:gd name="connsiteX359" fmla="*/ 324527 w 994371"/>
              <a:gd name="connsiteY359" fmla="*/ 245214 h 358818"/>
              <a:gd name="connsiteX360" fmla="*/ 325430 w 994371"/>
              <a:gd name="connsiteY360" fmla="*/ 243113 h 358818"/>
              <a:gd name="connsiteX361" fmla="*/ 326334 w 994371"/>
              <a:gd name="connsiteY361" fmla="*/ 241000 h 358818"/>
              <a:gd name="connsiteX362" fmla="*/ 327240 w 994371"/>
              <a:gd name="connsiteY362" fmla="*/ 238877 h 358818"/>
              <a:gd name="connsiteX363" fmla="*/ 328143 w 994371"/>
              <a:gd name="connsiteY363" fmla="*/ 236746 h 358818"/>
              <a:gd name="connsiteX364" fmla="*/ 329047 w 994371"/>
              <a:gd name="connsiteY364" fmla="*/ 234606 h 358818"/>
              <a:gd name="connsiteX365" fmla="*/ 329951 w 994371"/>
              <a:gd name="connsiteY365" fmla="*/ 232456 h 358818"/>
              <a:gd name="connsiteX366" fmla="*/ 330854 w 994371"/>
              <a:gd name="connsiteY366" fmla="*/ 230299 h 358818"/>
              <a:gd name="connsiteX367" fmla="*/ 331758 w 994371"/>
              <a:gd name="connsiteY367" fmla="*/ 228132 h 358818"/>
              <a:gd name="connsiteX368" fmla="*/ 332662 w 994371"/>
              <a:gd name="connsiteY368" fmla="*/ 225958 h 358818"/>
              <a:gd name="connsiteX369" fmla="*/ 333567 w 994371"/>
              <a:gd name="connsiteY369" fmla="*/ 223778 h 358818"/>
              <a:gd name="connsiteX370" fmla="*/ 334471 w 994371"/>
              <a:gd name="connsiteY370" fmla="*/ 221589 h 358818"/>
              <a:gd name="connsiteX371" fmla="*/ 335374 w 994371"/>
              <a:gd name="connsiteY371" fmla="*/ 219394 h 358818"/>
              <a:gd name="connsiteX372" fmla="*/ 336278 w 994371"/>
              <a:gd name="connsiteY372" fmla="*/ 217193 h 358818"/>
              <a:gd name="connsiteX373" fmla="*/ 337182 w 994371"/>
              <a:gd name="connsiteY373" fmla="*/ 214987 h 358818"/>
              <a:gd name="connsiteX374" fmla="*/ 338086 w 994371"/>
              <a:gd name="connsiteY374" fmla="*/ 212775 h 358818"/>
              <a:gd name="connsiteX375" fmla="*/ 338991 w 994371"/>
              <a:gd name="connsiteY375" fmla="*/ 210557 h 358818"/>
              <a:gd name="connsiteX376" fmla="*/ 339895 w 994371"/>
              <a:gd name="connsiteY376" fmla="*/ 208334 h 358818"/>
              <a:gd name="connsiteX377" fmla="*/ 340798 w 994371"/>
              <a:gd name="connsiteY377" fmla="*/ 206106 h 358818"/>
              <a:gd name="connsiteX378" fmla="*/ 341702 w 994371"/>
              <a:gd name="connsiteY378" fmla="*/ 203875 h 358818"/>
              <a:gd name="connsiteX379" fmla="*/ 342606 w 994371"/>
              <a:gd name="connsiteY379" fmla="*/ 201640 h 358818"/>
              <a:gd name="connsiteX380" fmla="*/ 343511 w 994371"/>
              <a:gd name="connsiteY380" fmla="*/ 199402 h 358818"/>
              <a:gd name="connsiteX381" fmla="*/ 344415 w 994371"/>
              <a:gd name="connsiteY381" fmla="*/ 197159 h 358818"/>
              <a:gd name="connsiteX382" fmla="*/ 345318 w 994371"/>
              <a:gd name="connsiteY382" fmla="*/ 194915 h 358818"/>
              <a:gd name="connsiteX383" fmla="*/ 346222 w 994371"/>
              <a:gd name="connsiteY383" fmla="*/ 192667 h 358818"/>
              <a:gd name="connsiteX384" fmla="*/ 347126 w 994371"/>
              <a:gd name="connsiteY384" fmla="*/ 190418 h 358818"/>
              <a:gd name="connsiteX385" fmla="*/ 348030 w 994371"/>
              <a:gd name="connsiteY385" fmla="*/ 188167 h 358818"/>
              <a:gd name="connsiteX386" fmla="*/ 348933 w 994371"/>
              <a:gd name="connsiteY386" fmla="*/ 185915 h 358818"/>
              <a:gd name="connsiteX387" fmla="*/ 349839 w 994371"/>
              <a:gd name="connsiteY387" fmla="*/ 183660 h 358818"/>
              <a:gd name="connsiteX388" fmla="*/ 350742 w 994371"/>
              <a:gd name="connsiteY388" fmla="*/ 181406 h 358818"/>
              <a:gd name="connsiteX389" fmla="*/ 351646 w 994371"/>
              <a:gd name="connsiteY389" fmla="*/ 179152 h 358818"/>
              <a:gd name="connsiteX390" fmla="*/ 352550 w 994371"/>
              <a:gd name="connsiteY390" fmla="*/ 176898 h 358818"/>
              <a:gd name="connsiteX391" fmla="*/ 353453 w 994371"/>
              <a:gd name="connsiteY391" fmla="*/ 174643 h 358818"/>
              <a:gd name="connsiteX392" fmla="*/ 354359 w 994371"/>
              <a:gd name="connsiteY392" fmla="*/ 172391 h 358818"/>
              <a:gd name="connsiteX393" fmla="*/ 355262 w 994371"/>
              <a:gd name="connsiteY393" fmla="*/ 170138 h 358818"/>
              <a:gd name="connsiteX394" fmla="*/ 356166 w 994371"/>
              <a:gd name="connsiteY394" fmla="*/ 167887 h 358818"/>
              <a:gd name="connsiteX395" fmla="*/ 357070 w 994371"/>
              <a:gd name="connsiteY395" fmla="*/ 165638 h 358818"/>
              <a:gd name="connsiteX396" fmla="*/ 357974 w 994371"/>
              <a:gd name="connsiteY396" fmla="*/ 163392 h 358818"/>
              <a:gd name="connsiteX397" fmla="*/ 358877 w 994371"/>
              <a:gd name="connsiteY397" fmla="*/ 161148 h 358818"/>
              <a:gd name="connsiteX398" fmla="*/ 359781 w 994371"/>
              <a:gd name="connsiteY398" fmla="*/ 158907 h 358818"/>
              <a:gd name="connsiteX399" fmla="*/ 360686 w 994371"/>
              <a:gd name="connsiteY399" fmla="*/ 156669 h 358818"/>
              <a:gd name="connsiteX400" fmla="*/ 361590 w 994371"/>
              <a:gd name="connsiteY400" fmla="*/ 154433 h 358818"/>
              <a:gd name="connsiteX401" fmla="*/ 362494 w 994371"/>
              <a:gd name="connsiteY401" fmla="*/ 152204 h 358818"/>
              <a:gd name="connsiteX402" fmla="*/ 363397 w 994371"/>
              <a:gd name="connsiteY402" fmla="*/ 149978 h 358818"/>
              <a:gd name="connsiteX403" fmla="*/ 364301 w 994371"/>
              <a:gd name="connsiteY403" fmla="*/ 147755 h 358818"/>
              <a:gd name="connsiteX404" fmla="*/ 365206 w 994371"/>
              <a:gd name="connsiteY404" fmla="*/ 145539 h 358818"/>
              <a:gd name="connsiteX405" fmla="*/ 366110 w 994371"/>
              <a:gd name="connsiteY405" fmla="*/ 143328 h 358818"/>
              <a:gd name="connsiteX406" fmla="*/ 367014 w 994371"/>
              <a:gd name="connsiteY406" fmla="*/ 141122 h 358818"/>
              <a:gd name="connsiteX407" fmla="*/ 367917 w 994371"/>
              <a:gd name="connsiteY407" fmla="*/ 138923 h 358818"/>
              <a:gd name="connsiteX408" fmla="*/ 368821 w 994371"/>
              <a:gd name="connsiteY408" fmla="*/ 136730 h 358818"/>
              <a:gd name="connsiteX409" fmla="*/ 369725 w 994371"/>
              <a:gd name="connsiteY409" fmla="*/ 134544 h 358818"/>
              <a:gd name="connsiteX410" fmla="*/ 370629 w 994371"/>
              <a:gd name="connsiteY410" fmla="*/ 132364 h 358818"/>
              <a:gd name="connsiteX411" fmla="*/ 371534 w 994371"/>
              <a:gd name="connsiteY411" fmla="*/ 130192 h 358818"/>
              <a:gd name="connsiteX412" fmla="*/ 372438 w 994371"/>
              <a:gd name="connsiteY412" fmla="*/ 128028 h 358818"/>
              <a:gd name="connsiteX413" fmla="*/ 373341 w 994371"/>
              <a:gd name="connsiteY413" fmla="*/ 125872 h 358818"/>
              <a:gd name="connsiteX414" fmla="*/ 374245 w 994371"/>
              <a:gd name="connsiteY414" fmla="*/ 123724 h 358818"/>
              <a:gd name="connsiteX415" fmla="*/ 375149 w 994371"/>
              <a:gd name="connsiteY415" fmla="*/ 121586 h 358818"/>
              <a:gd name="connsiteX416" fmla="*/ 376054 w 994371"/>
              <a:gd name="connsiteY416" fmla="*/ 119456 h 358818"/>
              <a:gd name="connsiteX417" fmla="*/ 376958 w 994371"/>
              <a:gd name="connsiteY417" fmla="*/ 117336 h 358818"/>
              <a:gd name="connsiteX418" fmla="*/ 377862 w 994371"/>
              <a:gd name="connsiteY418" fmla="*/ 115226 h 358818"/>
              <a:gd name="connsiteX419" fmla="*/ 378765 w 994371"/>
              <a:gd name="connsiteY419" fmla="*/ 113125 h 358818"/>
              <a:gd name="connsiteX420" fmla="*/ 379669 w 994371"/>
              <a:gd name="connsiteY420" fmla="*/ 111036 h 358818"/>
              <a:gd name="connsiteX421" fmla="*/ 380573 w 994371"/>
              <a:gd name="connsiteY421" fmla="*/ 108957 h 358818"/>
              <a:gd name="connsiteX422" fmla="*/ 381476 w 994371"/>
              <a:gd name="connsiteY422" fmla="*/ 106889 h 358818"/>
              <a:gd name="connsiteX423" fmla="*/ 382382 w 994371"/>
              <a:gd name="connsiteY423" fmla="*/ 104832 h 358818"/>
              <a:gd name="connsiteX424" fmla="*/ 383285 w 994371"/>
              <a:gd name="connsiteY424" fmla="*/ 102788 h 358818"/>
              <a:gd name="connsiteX425" fmla="*/ 384189 w 994371"/>
              <a:gd name="connsiteY425" fmla="*/ 100756 h 358818"/>
              <a:gd name="connsiteX426" fmla="*/ 385093 w 994371"/>
              <a:gd name="connsiteY426" fmla="*/ 98735 h 358818"/>
              <a:gd name="connsiteX427" fmla="*/ 385996 w 994371"/>
              <a:gd name="connsiteY427" fmla="*/ 96728 h 358818"/>
              <a:gd name="connsiteX428" fmla="*/ 386902 w 994371"/>
              <a:gd name="connsiteY428" fmla="*/ 94734 h 358818"/>
              <a:gd name="connsiteX429" fmla="*/ 387805 w 994371"/>
              <a:gd name="connsiteY429" fmla="*/ 92753 h 358818"/>
              <a:gd name="connsiteX430" fmla="*/ 388709 w 994371"/>
              <a:gd name="connsiteY430" fmla="*/ 90786 h 358818"/>
              <a:gd name="connsiteX431" fmla="*/ 389613 w 994371"/>
              <a:gd name="connsiteY431" fmla="*/ 88833 h 358818"/>
              <a:gd name="connsiteX432" fmla="*/ 390517 w 994371"/>
              <a:gd name="connsiteY432" fmla="*/ 86894 h 358818"/>
              <a:gd name="connsiteX433" fmla="*/ 391420 w 994371"/>
              <a:gd name="connsiteY433" fmla="*/ 84969 h 358818"/>
              <a:gd name="connsiteX434" fmla="*/ 392324 w 994371"/>
              <a:gd name="connsiteY434" fmla="*/ 83060 h 358818"/>
              <a:gd name="connsiteX435" fmla="*/ 393229 w 994371"/>
              <a:gd name="connsiteY435" fmla="*/ 81166 h 358818"/>
              <a:gd name="connsiteX436" fmla="*/ 394133 w 994371"/>
              <a:gd name="connsiteY436" fmla="*/ 79287 h 358818"/>
              <a:gd name="connsiteX437" fmla="*/ 395037 w 994371"/>
              <a:gd name="connsiteY437" fmla="*/ 77424 h 358818"/>
              <a:gd name="connsiteX438" fmla="*/ 395940 w 994371"/>
              <a:gd name="connsiteY438" fmla="*/ 75578 h 358818"/>
              <a:gd name="connsiteX439" fmla="*/ 396844 w 994371"/>
              <a:gd name="connsiteY439" fmla="*/ 73747 h 358818"/>
              <a:gd name="connsiteX440" fmla="*/ 397749 w 994371"/>
              <a:gd name="connsiteY440" fmla="*/ 71934 h 358818"/>
              <a:gd name="connsiteX441" fmla="*/ 398653 w 994371"/>
              <a:gd name="connsiteY441" fmla="*/ 70137 h 358818"/>
              <a:gd name="connsiteX442" fmla="*/ 399557 w 994371"/>
              <a:gd name="connsiteY442" fmla="*/ 68358 h 358818"/>
              <a:gd name="connsiteX443" fmla="*/ 400461 w 994371"/>
              <a:gd name="connsiteY443" fmla="*/ 66595 h 358818"/>
              <a:gd name="connsiteX444" fmla="*/ 401364 w 994371"/>
              <a:gd name="connsiteY444" fmla="*/ 64851 h 358818"/>
              <a:gd name="connsiteX445" fmla="*/ 402268 w 994371"/>
              <a:gd name="connsiteY445" fmla="*/ 63125 h 358818"/>
              <a:gd name="connsiteX446" fmla="*/ 403172 w 994371"/>
              <a:gd name="connsiteY446" fmla="*/ 61418 h 358818"/>
              <a:gd name="connsiteX447" fmla="*/ 404077 w 994371"/>
              <a:gd name="connsiteY447" fmla="*/ 59729 h 358818"/>
              <a:gd name="connsiteX448" fmla="*/ 404981 w 994371"/>
              <a:gd name="connsiteY448" fmla="*/ 58059 h 358818"/>
              <a:gd name="connsiteX449" fmla="*/ 405884 w 994371"/>
              <a:gd name="connsiteY449" fmla="*/ 56408 h 358818"/>
              <a:gd name="connsiteX450" fmla="*/ 406788 w 994371"/>
              <a:gd name="connsiteY450" fmla="*/ 54776 h 358818"/>
              <a:gd name="connsiteX451" fmla="*/ 407692 w 994371"/>
              <a:gd name="connsiteY451" fmla="*/ 53165 h 358818"/>
              <a:gd name="connsiteX452" fmla="*/ 408597 w 994371"/>
              <a:gd name="connsiteY452" fmla="*/ 51573 h 358818"/>
              <a:gd name="connsiteX453" fmla="*/ 409501 w 994371"/>
              <a:gd name="connsiteY453" fmla="*/ 50001 h 358818"/>
              <a:gd name="connsiteX454" fmla="*/ 410405 w 994371"/>
              <a:gd name="connsiteY454" fmla="*/ 48450 h 358818"/>
              <a:gd name="connsiteX455" fmla="*/ 411308 w 994371"/>
              <a:gd name="connsiteY455" fmla="*/ 46919 h 358818"/>
              <a:gd name="connsiteX456" fmla="*/ 412212 w 994371"/>
              <a:gd name="connsiteY456" fmla="*/ 45409 h 358818"/>
              <a:gd name="connsiteX457" fmla="*/ 413116 w 994371"/>
              <a:gd name="connsiteY457" fmla="*/ 43921 h 358818"/>
              <a:gd name="connsiteX458" fmla="*/ 414019 w 994371"/>
              <a:gd name="connsiteY458" fmla="*/ 42454 h 358818"/>
              <a:gd name="connsiteX459" fmla="*/ 414925 w 994371"/>
              <a:gd name="connsiteY459" fmla="*/ 41008 h 358818"/>
              <a:gd name="connsiteX460" fmla="*/ 415828 w 994371"/>
              <a:gd name="connsiteY460" fmla="*/ 39585 h 358818"/>
              <a:gd name="connsiteX461" fmla="*/ 416732 w 994371"/>
              <a:gd name="connsiteY461" fmla="*/ 38183 h 358818"/>
              <a:gd name="connsiteX462" fmla="*/ 417636 w 994371"/>
              <a:gd name="connsiteY462" fmla="*/ 36804 h 358818"/>
              <a:gd name="connsiteX463" fmla="*/ 418539 w 994371"/>
              <a:gd name="connsiteY463" fmla="*/ 35447 h 358818"/>
              <a:gd name="connsiteX464" fmla="*/ 419445 w 994371"/>
              <a:gd name="connsiteY464" fmla="*/ 34113 h 358818"/>
              <a:gd name="connsiteX465" fmla="*/ 420349 w 994371"/>
              <a:gd name="connsiteY465" fmla="*/ 32802 h 358818"/>
              <a:gd name="connsiteX466" fmla="*/ 421252 w 994371"/>
              <a:gd name="connsiteY466" fmla="*/ 31514 h 358818"/>
              <a:gd name="connsiteX467" fmla="*/ 422156 w 994371"/>
              <a:gd name="connsiteY467" fmla="*/ 30250 h 358818"/>
              <a:gd name="connsiteX468" fmla="*/ 423060 w 994371"/>
              <a:gd name="connsiteY468" fmla="*/ 29009 h 358818"/>
              <a:gd name="connsiteX469" fmla="*/ 423963 w 994371"/>
              <a:gd name="connsiteY469" fmla="*/ 27791 h 358818"/>
              <a:gd name="connsiteX470" fmla="*/ 424867 w 994371"/>
              <a:gd name="connsiteY470" fmla="*/ 26598 h 358818"/>
              <a:gd name="connsiteX471" fmla="*/ 425772 w 994371"/>
              <a:gd name="connsiteY471" fmla="*/ 25429 h 358818"/>
              <a:gd name="connsiteX472" fmla="*/ 426676 w 994371"/>
              <a:gd name="connsiteY472" fmla="*/ 24284 h 358818"/>
              <a:gd name="connsiteX473" fmla="*/ 427580 w 994371"/>
              <a:gd name="connsiteY473" fmla="*/ 23164 h 358818"/>
              <a:gd name="connsiteX474" fmla="*/ 428483 w 994371"/>
              <a:gd name="connsiteY474" fmla="*/ 22068 h 358818"/>
              <a:gd name="connsiteX475" fmla="*/ 429387 w 994371"/>
              <a:gd name="connsiteY475" fmla="*/ 20997 h 358818"/>
              <a:gd name="connsiteX476" fmla="*/ 430293 w 994371"/>
              <a:gd name="connsiteY476" fmla="*/ 19951 h 358818"/>
              <a:gd name="connsiteX477" fmla="*/ 431196 w 994371"/>
              <a:gd name="connsiteY477" fmla="*/ 18931 h 358818"/>
              <a:gd name="connsiteX478" fmla="*/ 432100 w 994371"/>
              <a:gd name="connsiteY478" fmla="*/ 17935 h 358818"/>
              <a:gd name="connsiteX479" fmla="*/ 433004 w 994371"/>
              <a:gd name="connsiteY479" fmla="*/ 16965 h 358818"/>
              <a:gd name="connsiteX480" fmla="*/ 433907 w 994371"/>
              <a:gd name="connsiteY480" fmla="*/ 16021 h 358818"/>
              <a:gd name="connsiteX481" fmla="*/ 434811 w 994371"/>
              <a:gd name="connsiteY481" fmla="*/ 15103 h 358818"/>
              <a:gd name="connsiteX482" fmla="*/ 435715 w 994371"/>
              <a:gd name="connsiteY482" fmla="*/ 14211 h 358818"/>
              <a:gd name="connsiteX483" fmla="*/ 436620 w 994371"/>
              <a:gd name="connsiteY483" fmla="*/ 13344 h 358818"/>
              <a:gd name="connsiteX484" fmla="*/ 437524 w 994371"/>
              <a:gd name="connsiteY484" fmla="*/ 12504 h 358818"/>
              <a:gd name="connsiteX485" fmla="*/ 438427 w 994371"/>
              <a:gd name="connsiteY485" fmla="*/ 11690 h 358818"/>
              <a:gd name="connsiteX486" fmla="*/ 439331 w 994371"/>
              <a:gd name="connsiteY486" fmla="*/ 10903 h 358818"/>
              <a:gd name="connsiteX487" fmla="*/ 440235 w 994371"/>
              <a:gd name="connsiteY487" fmla="*/ 10142 h 358818"/>
              <a:gd name="connsiteX488" fmla="*/ 441140 w 994371"/>
              <a:gd name="connsiteY488" fmla="*/ 9409 h 358818"/>
              <a:gd name="connsiteX489" fmla="*/ 442044 w 994371"/>
              <a:gd name="connsiteY489" fmla="*/ 8702 h 358818"/>
              <a:gd name="connsiteX490" fmla="*/ 442948 w 994371"/>
              <a:gd name="connsiteY490" fmla="*/ 8021 h 358818"/>
              <a:gd name="connsiteX491" fmla="*/ 443851 w 994371"/>
              <a:gd name="connsiteY491" fmla="*/ 7368 h 358818"/>
              <a:gd name="connsiteX492" fmla="*/ 444755 w 994371"/>
              <a:gd name="connsiteY492" fmla="*/ 6742 h 358818"/>
              <a:gd name="connsiteX493" fmla="*/ 445659 w 994371"/>
              <a:gd name="connsiteY493" fmla="*/ 6144 h 358818"/>
              <a:gd name="connsiteX494" fmla="*/ 446562 w 994371"/>
              <a:gd name="connsiteY494" fmla="*/ 5572 h 358818"/>
              <a:gd name="connsiteX495" fmla="*/ 447468 w 994371"/>
              <a:gd name="connsiteY495" fmla="*/ 5029 h 358818"/>
              <a:gd name="connsiteX496" fmla="*/ 448371 w 994371"/>
              <a:gd name="connsiteY496" fmla="*/ 4512 h 358818"/>
              <a:gd name="connsiteX497" fmla="*/ 449275 w 994371"/>
              <a:gd name="connsiteY497" fmla="*/ 4024 h 358818"/>
              <a:gd name="connsiteX498" fmla="*/ 450179 w 994371"/>
              <a:gd name="connsiteY498" fmla="*/ 3563 h 358818"/>
              <a:gd name="connsiteX499" fmla="*/ 451083 w 994371"/>
              <a:gd name="connsiteY499" fmla="*/ 3130 h 358818"/>
              <a:gd name="connsiteX500" fmla="*/ 451988 w 994371"/>
              <a:gd name="connsiteY500" fmla="*/ 2724 h 358818"/>
              <a:gd name="connsiteX501" fmla="*/ 452892 w 994371"/>
              <a:gd name="connsiteY501" fmla="*/ 2347 h 358818"/>
              <a:gd name="connsiteX502" fmla="*/ 453795 w 994371"/>
              <a:gd name="connsiteY502" fmla="*/ 1997 h 358818"/>
              <a:gd name="connsiteX503" fmla="*/ 454699 w 994371"/>
              <a:gd name="connsiteY503" fmla="*/ 1676 h 358818"/>
              <a:gd name="connsiteX504" fmla="*/ 455603 w 994371"/>
              <a:gd name="connsiteY504" fmla="*/ 1382 h 358818"/>
              <a:gd name="connsiteX505" fmla="*/ 456506 w 994371"/>
              <a:gd name="connsiteY505" fmla="*/ 1117 h 358818"/>
              <a:gd name="connsiteX506" fmla="*/ 457410 w 994371"/>
              <a:gd name="connsiteY506" fmla="*/ 880 h 358818"/>
              <a:gd name="connsiteX507" fmla="*/ 458315 w 994371"/>
              <a:gd name="connsiteY507" fmla="*/ 671 h 358818"/>
              <a:gd name="connsiteX508" fmla="*/ 459219 w 994371"/>
              <a:gd name="connsiteY508" fmla="*/ 490 h 358818"/>
              <a:gd name="connsiteX509" fmla="*/ 460123 w 994371"/>
              <a:gd name="connsiteY509" fmla="*/ 338 h 358818"/>
              <a:gd name="connsiteX510" fmla="*/ 461027 w 994371"/>
              <a:gd name="connsiteY510" fmla="*/ 214 h 358818"/>
              <a:gd name="connsiteX511" fmla="*/ 461930 w 994371"/>
              <a:gd name="connsiteY511" fmla="*/ 118 h 358818"/>
              <a:gd name="connsiteX512" fmla="*/ 462836 w 994371"/>
              <a:gd name="connsiteY512" fmla="*/ 50 h 358818"/>
              <a:gd name="connsiteX513" fmla="*/ 463739 w 994371"/>
              <a:gd name="connsiteY513" fmla="*/ 11 h 358818"/>
              <a:gd name="connsiteX514" fmla="*/ 464643 w 994371"/>
              <a:gd name="connsiteY514" fmla="*/ 0 h 358818"/>
              <a:gd name="connsiteX515" fmla="*/ 465547 w 994371"/>
              <a:gd name="connsiteY515" fmla="*/ 17 h 358818"/>
              <a:gd name="connsiteX516" fmla="*/ 466450 w 994371"/>
              <a:gd name="connsiteY516" fmla="*/ 63 h 358818"/>
              <a:gd name="connsiteX517" fmla="*/ 467354 w 994371"/>
              <a:gd name="connsiteY517" fmla="*/ 137 h 358818"/>
              <a:gd name="connsiteX518" fmla="*/ 468258 w 994371"/>
              <a:gd name="connsiteY518" fmla="*/ 240 h 358818"/>
              <a:gd name="connsiteX519" fmla="*/ 469163 w 994371"/>
              <a:gd name="connsiteY519" fmla="*/ 370 h 358818"/>
              <a:gd name="connsiteX520" fmla="*/ 470067 w 994371"/>
              <a:gd name="connsiteY520" fmla="*/ 529 h 358818"/>
              <a:gd name="connsiteX521" fmla="*/ 470970 w 994371"/>
              <a:gd name="connsiteY521" fmla="*/ 716 h 358818"/>
              <a:gd name="connsiteX522" fmla="*/ 471874 w 994371"/>
              <a:gd name="connsiteY522" fmla="*/ 932 h 358818"/>
              <a:gd name="connsiteX523" fmla="*/ 472778 w 994371"/>
              <a:gd name="connsiteY523" fmla="*/ 1175 h 358818"/>
              <a:gd name="connsiteX524" fmla="*/ 473683 w 994371"/>
              <a:gd name="connsiteY524" fmla="*/ 1447 h 358818"/>
              <a:gd name="connsiteX525" fmla="*/ 474587 w 994371"/>
              <a:gd name="connsiteY525" fmla="*/ 1747 h 358818"/>
              <a:gd name="connsiteX526" fmla="*/ 475491 w 994371"/>
              <a:gd name="connsiteY526" fmla="*/ 2075 h 358818"/>
              <a:gd name="connsiteX527" fmla="*/ 476394 w 994371"/>
              <a:gd name="connsiteY527" fmla="*/ 2431 h 358818"/>
              <a:gd name="connsiteX528" fmla="*/ 477298 w 994371"/>
              <a:gd name="connsiteY528" fmla="*/ 2814 h 358818"/>
              <a:gd name="connsiteX529" fmla="*/ 478202 w 994371"/>
              <a:gd name="connsiteY529" fmla="*/ 3226 h 358818"/>
              <a:gd name="connsiteX530" fmla="*/ 479107 w 994371"/>
              <a:gd name="connsiteY530" fmla="*/ 3666 h 358818"/>
              <a:gd name="connsiteX531" fmla="*/ 480011 w 994371"/>
              <a:gd name="connsiteY531" fmla="*/ 4133 h 358818"/>
              <a:gd name="connsiteX532" fmla="*/ 480914 w 994371"/>
              <a:gd name="connsiteY532" fmla="*/ 4628 h 358818"/>
              <a:gd name="connsiteX533" fmla="*/ 481818 w 994371"/>
              <a:gd name="connsiteY533" fmla="*/ 5150 h 358818"/>
              <a:gd name="connsiteX534" fmla="*/ 482722 w 994371"/>
              <a:gd name="connsiteY534" fmla="*/ 5700 h 358818"/>
              <a:gd name="connsiteX535" fmla="*/ 483626 w 994371"/>
              <a:gd name="connsiteY535" fmla="*/ 6278 h 358818"/>
              <a:gd name="connsiteX536" fmla="*/ 484529 w 994371"/>
              <a:gd name="connsiteY536" fmla="*/ 6883 h 358818"/>
              <a:gd name="connsiteX537" fmla="*/ 485435 w 994371"/>
              <a:gd name="connsiteY537" fmla="*/ 7515 h 358818"/>
              <a:gd name="connsiteX538" fmla="*/ 486338 w 994371"/>
              <a:gd name="connsiteY538" fmla="*/ 8174 h 358818"/>
              <a:gd name="connsiteX539" fmla="*/ 487242 w 994371"/>
              <a:gd name="connsiteY539" fmla="*/ 8860 h 358818"/>
              <a:gd name="connsiteX540" fmla="*/ 488146 w 994371"/>
              <a:gd name="connsiteY540" fmla="*/ 9574 h 358818"/>
              <a:gd name="connsiteX541" fmla="*/ 489049 w 994371"/>
              <a:gd name="connsiteY541" fmla="*/ 10314 h 358818"/>
              <a:gd name="connsiteX542" fmla="*/ 489955 w 994371"/>
              <a:gd name="connsiteY542" fmla="*/ 11080 h 358818"/>
              <a:gd name="connsiteX543" fmla="*/ 490858 w 994371"/>
              <a:gd name="connsiteY543" fmla="*/ 11874 h 358818"/>
              <a:gd name="connsiteX544" fmla="*/ 491762 w 994371"/>
              <a:gd name="connsiteY544" fmla="*/ 12693 h 358818"/>
              <a:gd name="connsiteX545" fmla="*/ 492666 w 994371"/>
              <a:gd name="connsiteY545" fmla="*/ 13539 h 358818"/>
              <a:gd name="connsiteX546" fmla="*/ 493570 w 994371"/>
              <a:gd name="connsiteY546" fmla="*/ 14412 h 358818"/>
              <a:gd name="connsiteX547" fmla="*/ 494473 w 994371"/>
              <a:gd name="connsiteY547" fmla="*/ 15310 h 358818"/>
              <a:gd name="connsiteX548" fmla="*/ 495377 w 994371"/>
              <a:gd name="connsiteY548" fmla="*/ 16234 h 358818"/>
              <a:gd name="connsiteX549" fmla="*/ 496282 w 994371"/>
              <a:gd name="connsiteY549" fmla="*/ 17184 h 358818"/>
              <a:gd name="connsiteX550" fmla="*/ 497186 w 994371"/>
              <a:gd name="connsiteY550" fmla="*/ 18160 h 358818"/>
              <a:gd name="connsiteX551" fmla="*/ 498090 w 994371"/>
              <a:gd name="connsiteY551" fmla="*/ 19161 h 358818"/>
              <a:gd name="connsiteX552" fmla="*/ 498993 w 994371"/>
              <a:gd name="connsiteY552" fmla="*/ 20188 h 358818"/>
              <a:gd name="connsiteX553" fmla="*/ 499897 w 994371"/>
              <a:gd name="connsiteY553" fmla="*/ 21239 h 358818"/>
              <a:gd name="connsiteX554" fmla="*/ 500802 w 994371"/>
              <a:gd name="connsiteY554" fmla="*/ 22316 h 358818"/>
              <a:gd name="connsiteX555" fmla="*/ 501706 w 994371"/>
              <a:gd name="connsiteY555" fmla="*/ 23417 h 358818"/>
              <a:gd name="connsiteX556" fmla="*/ 502610 w 994371"/>
              <a:gd name="connsiteY556" fmla="*/ 24543 h 358818"/>
              <a:gd name="connsiteX557" fmla="*/ 503514 w 994371"/>
              <a:gd name="connsiteY557" fmla="*/ 25693 h 358818"/>
              <a:gd name="connsiteX558" fmla="*/ 504417 w 994371"/>
              <a:gd name="connsiteY558" fmla="*/ 26868 h 358818"/>
              <a:gd name="connsiteX559" fmla="*/ 505321 w 994371"/>
              <a:gd name="connsiteY559" fmla="*/ 28067 h 358818"/>
              <a:gd name="connsiteX560" fmla="*/ 506225 w 994371"/>
              <a:gd name="connsiteY560" fmla="*/ 29289 h 358818"/>
              <a:gd name="connsiteX561" fmla="*/ 507130 w 994371"/>
              <a:gd name="connsiteY561" fmla="*/ 30536 h 358818"/>
              <a:gd name="connsiteX562" fmla="*/ 508034 w 994371"/>
              <a:gd name="connsiteY562" fmla="*/ 31806 h 358818"/>
              <a:gd name="connsiteX563" fmla="*/ 508937 w 994371"/>
              <a:gd name="connsiteY563" fmla="*/ 33099 h 358818"/>
              <a:gd name="connsiteX564" fmla="*/ 509841 w 994371"/>
              <a:gd name="connsiteY564" fmla="*/ 34415 h 358818"/>
              <a:gd name="connsiteX565" fmla="*/ 510745 w 994371"/>
              <a:gd name="connsiteY565" fmla="*/ 35754 h 358818"/>
              <a:gd name="connsiteX566" fmla="*/ 511650 w 994371"/>
              <a:gd name="connsiteY566" fmla="*/ 37116 h 358818"/>
              <a:gd name="connsiteX567" fmla="*/ 512554 w 994371"/>
              <a:gd name="connsiteY567" fmla="*/ 38501 h 358818"/>
              <a:gd name="connsiteX568" fmla="*/ 513458 w 994371"/>
              <a:gd name="connsiteY568" fmla="*/ 39907 h 358818"/>
              <a:gd name="connsiteX569" fmla="*/ 514361 w 994371"/>
              <a:gd name="connsiteY569" fmla="*/ 41336 h 358818"/>
              <a:gd name="connsiteX570" fmla="*/ 515265 w 994371"/>
              <a:gd name="connsiteY570" fmla="*/ 42786 h 358818"/>
              <a:gd name="connsiteX571" fmla="*/ 516169 w 994371"/>
              <a:gd name="connsiteY571" fmla="*/ 44258 h 358818"/>
              <a:gd name="connsiteX572" fmla="*/ 517072 w 994371"/>
              <a:gd name="connsiteY572" fmla="*/ 45752 h 358818"/>
              <a:gd name="connsiteX573" fmla="*/ 517978 w 994371"/>
              <a:gd name="connsiteY573" fmla="*/ 47266 h 358818"/>
              <a:gd name="connsiteX574" fmla="*/ 518881 w 994371"/>
              <a:gd name="connsiteY574" fmla="*/ 48802 h 358818"/>
              <a:gd name="connsiteX575" fmla="*/ 519785 w 994371"/>
              <a:gd name="connsiteY575" fmla="*/ 50357 h 358818"/>
              <a:gd name="connsiteX576" fmla="*/ 520689 w 994371"/>
              <a:gd name="connsiteY576" fmla="*/ 51934 h 358818"/>
              <a:gd name="connsiteX577" fmla="*/ 521592 w 994371"/>
              <a:gd name="connsiteY577" fmla="*/ 53530 h 358818"/>
              <a:gd name="connsiteX578" fmla="*/ 522498 w 994371"/>
              <a:gd name="connsiteY578" fmla="*/ 55147 h 358818"/>
              <a:gd name="connsiteX579" fmla="*/ 523402 w 994371"/>
              <a:gd name="connsiteY579" fmla="*/ 56783 h 358818"/>
              <a:gd name="connsiteX580" fmla="*/ 524305 w 994371"/>
              <a:gd name="connsiteY580" fmla="*/ 58438 h 358818"/>
              <a:gd name="connsiteX581" fmla="*/ 525209 w 994371"/>
              <a:gd name="connsiteY581" fmla="*/ 60112 h 358818"/>
              <a:gd name="connsiteX582" fmla="*/ 526113 w 994371"/>
              <a:gd name="connsiteY582" fmla="*/ 61806 h 358818"/>
              <a:gd name="connsiteX583" fmla="*/ 527016 w 994371"/>
              <a:gd name="connsiteY583" fmla="*/ 63517 h 358818"/>
              <a:gd name="connsiteX584" fmla="*/ 527920 w 994371"/>
              <a:gd name="connsiteY584" fmla="*/ 65248 h 358818"/>
              <a:gd name="connsiteX585" fmla="*/ 528825 w 994371"/>
              <a:gd name="connsiteY585" fmla="*/ 66996 h 358818"/>
              <a:gd name="connsiteX586" fmla="*/ 529729 w 994371"/>
              <a:gd name="connsiteY586" fmla="*/ 68762 h 358818"/>
              <a:gd name="connsiteX587" fmla="*/ 530633 w 994371"/>
              <a:gd name="connsiteY587" fmla="*/ 70545 h 358818"/>
              <a:gd name="connsiteX588" fmla="*/ 531536 w 994371"/>
              <a:gd name="connsiteY588" fmla="*/ 72346 h 358818"/>
              <a:gd name="connsiteX589" fmla="*/ 532440 w 994371"/>
              <a:gd name="connsiteY589" fmla="*/ 74163 h 358818"/>
              <a:gd name="connsiteX590" fmla="*/ 533346 w 994371"/>
              <a:gd name="connsiteY590" fmla="*/ 75997 h 358818"/>
              <a:gd name="connsiteX591" fmla="*/ 534249 w 994371"/>
              <a:gd name="connsiteY591" fmla="*/ 77848 h 358818"/>
              <a:gd name="connsiteX592" fmla="*/ 535153 w 994371"/>
              <a:gd name="connsiteY592" fmla="*/ 79714 h 358818"/>
              <a:gd name="connsiteX593" fmla="*/ 536057 w 994371"/>
              <a:gd name="connsiteY593" fmla="*/ 81596 h 358818"/>
              <a:gd name="connsiteX594" fmla="*/ 536960 w 994371"/>
              <a:gd name="connsiteY594" fmla="*/ 83494 h 358818"/>
              <a:gd name="connsiteX595" fmla="*/ 537864 w 994371"/>
              <a:gd name="connsiteY595" fmla="*/ 85407 h 358818"/>
              <a:gd name="connsiteX596" fmla="*/ 538768 w 994371"/>
              <a:gd name="connsiteY596" fmla="*/ 87335 h 358818"/>
              <a:gd name="connsiteX597" fmla="*/ 539673 w 994371"/>
              <a:gd name="connsiteY597" fmla="*/ 89277 h 358818"/>
              <a:gd name="connsiteX598" fmla="*/ 540577 w 994371"/>
              <a:gd name="connsiteY598" fmla="*/ 91233 h 358818"/>
              <a:gd name="connsiteX599" fmla="*/ 541480 w 994371"/>
              <a:gd name="connsiteY599" fmla="*/ 93204 h 358818"/>
              <a:gd name="connsiteX600" fmla="*/ 542384 w 994371"/>
              <a:gd name="connsiteY600" fmla="*/ 95188 h 358818"/>
              <a:gd name="connsiteX601" fmla="*/ 543288 w 994371"/>
              <a:gd name="connsiteY601" fmla="*/ 97185 h 358818"/>
              <a:gd name="connsiteX602" fmla="*/ 544193 w 994371"/>
              <a:gd name="connsiteY602" fmla="*/ 99195 h 358818"/>
              <a:gd name="connsiteX603" fmla="*/ 545097 w 994371"/>
              <a:gd name="connsiteY603" fmla="*/ 101218 h 358818"/>
              <a:gd name="connsiteX604" fmla="*/ 546001 w 994371"/>
              <a:gd name="connsiteY604" fmla="*/ 103253 h 358818"/>
              <a:gd name="connsiteX605" fmla="*/ 546904 w 994371"/>
              <a:gd name="connsiteY605" fmla="*/ 105300 h 358818"/>
              <a:gd name="connsiteX606" fmla="*/ 547808 w 994371"/>
              <a:gd name="connsiteY606" fmla="*/ 107359 h 358818"/>
              <a:gd name="connsiteX607" fmla="*/ 548712 w 994371"/>
              <a:gd name="connsiteY607" fmla="*/ 109430 h 358818"/>
              <a:gd name="connsiteX608" fmla="*/ 549615 w 994371"/>
              <a:gd name="connsiteY608" fmla="*/ 111511 h 358818"/>
              <a:gd name="connsiteX609" fmla="*/ 550521 w 994371"/>
              <a:gd name="connsiteY609" fmla="*/ 113603 h 358818"/>
              <a:gd name="connsiteX610" fmla="*/ 551424 w 994371"/>
              <a:gd name="connsiteY610" fmla="*/ 115706 h 358818"/>
              <a:gd name="connsiteX611" fmla="*/ 552328 w 994371"/>
              <a:gd name="connsiteY611" fmla="*/ 117819 h 358818"/>
              <a:gd name="connsiteX612" fmla="*/ 553232 w 994371"/>
              <a:gd name="connsiteY612" fmla="*/ 119941 h 358818"/>
              <a:gd name="connsiteX613" fmla="*/ 554136 w 994371"/>
              <a:gd name="connsiteY613" fmla="*/ 122073 h 358818"/>
              <a:gd name="connsiteX614" fmla="*/ 555041 w 994371"/>
              <a:gd name="connsiteY614" fmla="*/ 124213 h 358818"/>
              <a:gd name="connsiteX615" fmla="*/ 555945 w 994371"/>
              <a:gd name="connsiteY615" fmla="*/ 126363 h 358818"/>
              <a:gd name="connsiteX616" fmla="*/ 556848 w 994371"/>
              <a:gd name="connsiteY616" fmla="*/ 128521 h 358818"/>
              <a:gd name="connsiteX617" fmla="*/ 557752 w 994371"/>
              <a:gd name="connsiteY617" fmla="*/ 130687 h 358818"/>
              <a:gd name="connsiteX618" fmla="*/ 558656 w 994371"/>
              <a:gd name="connsiteY618" fmla="*/ 132860 h 358818"/>
              <a:gd name="connsiteX619" fmla="*/ 559559 w 994371"/>
              <a:gd name="connsiteY619" fmla="*/ 135040 h 358818"/>
              <a:gd name="connsiteX620" fmla="*/ 560463 w 994371"/>
              <a:gd name="connsiteY620" fmla="*/ 137228 h 358818"/>
              <a:gd name="connsiteX621" fmla="*/ 561368 w 994371"/>
              <a:gd name="connsiteY621" fmla="*/ 139424 h 358818"/>
              <a:gd name="connsiteX622" fmla="*/ 562272 w 994371"/>
              <a:gd name="connsiteY622" fmla="*/ 141625 h 358818"/>
              <a:gd name="connsiteX623" fmla="*/ 563176 w 994371"/>
              <a:gd name="connsiteY623" fmla="*/ 143831 h 358818"/>
              <a:gd name="connsiteX624" fmla="*/ 564080 w 994371"/>
              <a:gd name="connsiteY624" fmla="*/ 146044 h 358818"/>
              <a:gd name="connsiteX625" fmla="*/ 564983 w 994371"/>
              <a:gd name="connsiteY625" fmla="*/ 148262 h 358818"/>
              <a:gd name="connsiteX626" fmla="*/ 565889 w 994371"/>
              <a:gd name="connsiteY626" fmla="*/ 150485 h 358818"/>
              <a:gd name="connsiteX627" fmla="*/ 566792 w 994371"/>
              <a:gd name="connsiteY627" fmla="*/ 152712 h 358818"/>
              <a:gd name="connsiteX628" fmla="*/ 567696 w 994371"/>
              <a:gd name="connsiteY628" fmla="*/ 154943 h 358818"/>
              <a:gd name="connsiteX629" fmla="*/ 568600 w 994371"/>
              <a:gd name="connsiteY629" fmla="*/ 157179 h 358818"/>
              <a:gd name="connsiteX630" fmla="*/ 569503 w 994371"/>
              <a:gd name="connsiteY630" fmla="*/ 159417 h 358818"/>
              <a:gd name="connsiteX631" fmla="*/ 570407 w 994371"/>
              <a:gd name="connsiteY631" fmla="*/ 161659 h 358818"/>
              <a:gd name="connsiteX632" fmla="*/ 571311 w 994371"/>
              <a:gd name="connsiteY632" fmla="*/ 163904 h 358818"/>
              <a:gd name="connsiteX633" fmla="*/ 572216 w 994371"/>
              <a:gd name="connsiteY633" fmla="*/ 166151 h 358818"/>
              <a:gd name="connsiteX634" fmla="*/ 573120 w 994371"/>
              <a:gd name="connsiteY634" fmla="*/ 168401 h 358818"/>
              <a:gd name="connsiteX635" fmla="*/ 574023 w 994371"/>
              <a:gd name="connsiteY635" fmla="*/ 170652 h 358818"/>
              <a:gd name="connsiteX636" fmla="*/ 574927 w 994371"/>
              <a:gd name="connsiteY636" fmla="*/ 172904 h 358818"/>
              <a:gd name="connsiteX637" fmla="*/ 575831 w 994371"/>
              <a:gd name="connsiteY637" fmla="*/ 175158 h 358818"/>
              <a:gd name="connsiteX638" fmla="*/ 576736 w 994371"/>
              <a:gd name="connsiteY638" fmla="*/ 177413 h 358818"/>
              <a:gd name="connsiteX639" fmla="*/ 577640 w 994371"/>
              <a:gd name="connsiteY639" fmla="*/ 179667 h 358818"/>
              <a:gd name="connsiteX640" fmla="*/ 578544 w 994371"/>
              <a:gd name="connsiteY640" fmla="*/ 181921 h 358818"/>
              <a:gd name="connsiteX641" fmla="*/ 579447 w 994371"/>
              <a:gd name="connsiteY641" fmla="*/ 184175 h 358818"/>
              <a:gd name="connsiteX642" fmla="*/ 580351 w 994371"/>
              <a:gd name="connsiteY642" fmla="*/ 186428 h 358818"/>
              <a:gd name="connsiteX643" fmla="*/ 581255 w 994371"/>
              <a:gd name="connsiteY643" fmla="*/ 188681 h 358818"/>
              <a:gd name="connsiteX644" fmla="*/ 582158 w 994371"/>
              <a:gd name="connsiteY644" fmla="*/ 190931 h 358818"/>
              <a:gd name="connsiteX645" fmla="*/ 583064 w 994371"/>
              <a:gd name="connsiteY645" fmla="*/ 193181 h 358818"/>
              <a:gd name="connsiteX646" fmla="*/ 583967 w 994371"/>
              <a:gd name="connsiteY646" fmla="*/ 195427 h 358818"/>
              <a:gd name="connsiteX647" fmla="*/ 584871 w 994371"/>
              <a:gd name="connsiteY647" fmla="*/ 197671 h 358818"/>
              <a:gd name="connsiteX648" fmla="*/ 585775 w 994371"/>
              <a:gd name="connsiteY648" fmla="*/ 199912 h 358818"/>
              <a:gd name="connsiteX649" fmla="*/ 586679 w 994371"/>
              <a:gd name="connsiteY649" fmla="*/ 202150 h 358818"/>
              <a:gd name="connsiteX650" fmla="*/ 587584 w 994371"/>
              <a:gd name="connsiteY650" fmla="*/ 204385 h 358818"/>
              <a:gd name="connsiteX651" fmla="*/ 588488 w 994371"/>
              <a:gd name="connsiteY651" fmla="*/ 206615 h 358818"/>
              <a:gd name="connsiteX652" fmla="*/ 589391 w 994371"/>
              <a:gd name="connsiteY652" fmla="*/ 208841 h 358818"/>
              <a:gd name="connsiteX653" fmla="*/ 590295 w 994371"/>
              <a:gd name="connsiteY653" fmla="*/ 211064 h 358818"/>
              <a:gd name="connsiteX654" fmla="*/ 591199 w 994371"/>
              <a:gd name="connsiteY654" fmla="*/ 213280 h 358818"/>
              <a:gd name="connsiteX655" fmla="*/ 592102 w 994371"/>
              <a:gd name="connsiteY655" fmla="*/ 215491 h 358818"/>
              <a:gd name="connsiteX656" fmla="*/ 593006 w 994371"/>
              <a:gd name="connsiteY656" fmla="*/ 217697 h 358818"/>
              <a:gd name="connsiteX657" fmla="*/ 593911 w 994371"/>
              <a:gd name="connsiteY657" fmla="*/ 219896 h 358818"/>
              <a:gd name="connsiteX658" fmla="*/ 594815 w 994371"/>
              <a:gd name="connsiteY658" fmla="*/ 222089 h 358818"/>
              <a:gd name="connsiteX659" fmla="*/ 595719 w 994371"/>
              <a:gd name="connsiteY659" fmla="*/ 224275 h 358818"/>
              <a:gd name="connsiteX660" fmla="*/ 596623 w 994371"/>
              <a:gd name="connsiteY660" fmla="*/ 226455 h 358818"/>
              <a:gd name="connsiteX661" fmla="*/ 597526 w 994371"/>
              <a:gd name="connsiteY661" fmla="*/ 228627 h 358818"/>
              <a:gd name="connsiteX662" fmla="*/ 598432 w 994371"/>
              <a:gd name="connsiteY662" fmla="*/ 230790 h 358818"/>
              <a:gd name="connsiteX663" fmla="*/ 599335 w 994371"/>
              <a:gd name="connsiteY663" fmla="*/ 232946 h 358818"/>
              <a:gd name="connsiteX664" fmla="*/ 600239 w 994371"/>
              <a:gd name="connsiteY664" fmla="*/ 235094 h 358818"/>
              <a:gd name="connsiteX665" fmla="*/ 601143 w 994371"/>
              <a:gd name="connsiteY665" fmla="*/ 237232 h 358818"/>
              <a:gd name="connsiteX666" fmla="*/ 602046 w 994371"/>
              <a:gd name="connsiteY666" fmla="*/ 239362 h 358818"/>
              <a:gd name="connsiteX667" fmla="*/ 602950 w 994371"/>
              <a:gd name="connsiteY667" fmla="*/ 241483 h 358818"/>
              <a:gd name="connsiteX668" fmla="*/ 603854 w 994371"/>
              <a:gd name="connsiteY668" fmla="*/ 243593 h 358818"/>
              <a:gd name="connsiteX669" fmla="*/ 604759 w 994371"/>
              <a:gd name="connsiteY669" fmla="*/ 245693 h 358818"/>
              <a:gd name="connsiteX670" fmla="*/ 605663 w 994371"/>
              <a:gd name="connsiteY670" fmla="*/ 247783 h 358818"/>
              <a:gd name="connsiteX671" fmla="*/ 606567 w 994371"/>
              <a:gd name="connsiteY671" fmla="*/ 249862 h 358818"/>
              <a:gd name="connsiteX672" fmla="*/ 607470 w 994371"/>
              <a:gd name="connsiteY672" fmla="*/ 251931 h 358818"/>
              <a:gd name="connsiteX673" fmla="*/ 608374 w 994371"/>
              <a:gd name="connsiteY673" fmla="*/ 253986 h 358818"/>
              <a:gd name="connsiteX674" fmla="*/ 609278 w 994371"/>
              <a:gd name="connsiteY674" fmla="*/ 256031 h 358818"/>
              <a:gd name="connsiteX675" fmla="*/ 610183 w 994371"/>
              <a:gd name="connsiteY675" fmla="*/ 258064 h 358818"/>
              <a:gd name="connsiteX676" fmla="*/ 611087 w 994371"/>
              <a:gd name="connsiteY676" fmla="*/ 260084 h 358818"/>
              <a:gd name="connsiteX677" fmla="*/ 611990 w 994371"/>
              <a:gd name="connsiteY677" fmla="*/ 262091 h 358818"/>
              <a:gd name="connsiteX678" fmla="*/ 612894 w 994371"/>
              <a:gd name="connsiteY678" fmla="*/ 264086 h 358818"/>
              <a:gd name="connsiteX679" fmla="*/ 613798 w 994371"/>
              <a:gd name="connsiteY679" fmla="*/ 266066 h 358818"/>
              <a:gd name="connsiteX680" fmla="*/ 614703 w 994371"/>
              <a:gd name="connsiteY680" fmla="*/ 268033 h 358818"/>
              <a:gd name="connsiteX681" fmla="*/ 615607 w 994371"/>
              <a:gd name="connsiteY681" fmla="*/ 269986 h 358818"/>
              <a:gd name="connsiteX682" fmla="*/ 616510 w 994371"/>
              <a:gd name="connsiteY682" fmla="*/ 271925 h 358818"/>
              <a:gd name="connsiteX683" fmla="*/ 617414 w 994371"/>
              <a:gd name="connsiteY683" fmla="*/ 273849 h 358818"/>
              <a:gd name="connsiteX684" fmla="*/ 618318 w 994371"/>
              <a:gd name="connsiteY684" fmla="*/ 275759 h 358818"/>
              <a:gd name="connsiteX685" fmla="*/ 619222 w 994371"/>
              <a:gd name="connsiteY685" fmla="*/ 277653 h 358818"/>
              <a:gd name="connsiteX686" fmla="*/ 620125 w 994371"/>
              <a:gd name="connsiteY686" fmla="*/ 279532 h 358818"/>
              <a:gd name="connsiteX687" fmla="*/ 621031 w 994371"/>
              <a:gd name="connsiteY687" fmla="*/ 281394 h 358818"/>
              <a:gd name="connsiteX688" fmla="*/ 621934 w 994371"/>
              <a:gd name="connsiteY688" fmla="*/ 283241 h 358818"/>
              <a:gd name="connsiteX689" fmla="*/ 622838 w 994371"/>
              <a:gd name="connsiteY689" fmla="*/ 285072 h 358818"/>
              <a:gd name="connsiteX690" fmla="*/ 623742 w 994371"/>
              <a:gd name="connsiteY690" fmla="*/ 286886 h 358818"/>
              <a:gd name="connsiteX691" fmla="*/ 624645 w 994371"/>
              <a:gd name="connsiteY691" fmla="*/ 288681 h 358818"/>
              <a:gd name="connsiteX692" fmla="*/ 625551 w 994371"/>
              <a:gd name="connsiteY692" fmla="*/ 290461 h 358818"/>
              <a:gd name="connsiteX693" fmla="*/ 626455 w 994371"/>
              <a:gd name="connsiteY693" fmla="*/ 292223 h 358818"/>
              <a:gd name="connsiteX694" fmla="*/ 627358 w 994371"/>
              <a:gd name="connsiteY694" fmla="*/ 293967 h 358818"/>
              <a:gd name="connsiteX695" fmla="*/ 628262 w 994371"/>
              <a:gd name="connsiteY695" fmla="*/ 295693 h 358818"/>
              <a:gd name="connsiteX696" fmla="*/ 629166 w 994371"/>
              <a:gd name="connsiteY696" fmla="*/ 297401 h 358818"/>
              <a:gd name="connsiteX697" fmla="*/ 630069 w 994371"/>
              <a:gd name="connsiteY697" fmla="*/ 299090 h 358818"/>
              <a:gd name="connsiteX698" fmla="*/ 630973 w 994371"/>
              <a:gd name="connsiteY698" fmla="*/ 300760 h 358818"/>
              <a:gd name="connsiteX699" fmla="*/ 631878 w 994371"/>
              <a:gd name="connsiteY699" fmla="*/ 302411 h 358818"/>
              <a:gd name="connsiteX700" fmla="*/ 632782 w 994371"/>
              <a:gd name="connsiteY700" fmla="*/ 304043 h 358818"/>
              <a:gd name="connsiteX701" fmla="*/ 633686 w 994371"/>
              <a:gd name="connsiteY701" fmla="*/ 305654 h 358818"/>
              <a:gd name="connsiteX702" fmla="*/ 634589 w 994371"/>
              <a:gd name="connsiteY702" fmla="*/ 307245 h 358818"/>
              <a:gd name="connsiteX703" fmla="*/ 635493 w 994371"/>
              <a:gd name="connsiteY703" fmla="*/ 308818 h 358818"/>
              <a:gd name="connsiteX704" fmla="*/ 636398 w 994371"/>
              <a:gd name="connsiteY704" fmla="*/ 310370 h 358818"/>
              <a:gd name="connsiteX705" fmla="*/ 637302 w 994371"/>
              <a:gd name="connsiteY705" fmla="*/ 311900 h 358818"/>
              <a:gd name="connsiteX706" fmla="*/ 638206 w 994371"/>
              <a:gd name="connsiteY706" fmla="*/ 313410 h 358818"/>
              <a:gd name="connsiteX707" fmla="*/ 639110 w 994371"/>
              <a:gd name="connsiteY707" fmla="*/ 314898 h 358818"/>
              <a:gd name="connsiteX708" fmla="*/ 640013 w 994371"/>
              <a:gd name="connsiteY708" fmla="*/ 316365 h 358818"/>
              <a:gd name="connsiteX709" fmla="*/ 640917 w 994371"/>
              <a:gd name="connsiteY709" fmla="*/ 317811 h 358818"/>
              <a:gd name="connsiteX710" fmla="*/ 641821 w 994371"/>
              <a:gd name="connsiteY710" fmla="*/ 319234 h 358818"/>
              <a:gd name="connsiteX711" fmla="*/ 642726 w 994371"/>
              <a:gd name="connsiteY711" fmla="*/ 320636 h 358818"/>
              <a:gd name="connsiteX712" fmla="*/ 643630 w 994371"/>
              <a:gd name="connsiteY712" fmla="*/ 322015 h 358818"/>
              <a:gd name="connsiteX713" fmla="*/ 644533 w 994371"/>
              <a:gd name="connsiteY713" fmla="*/ 323372 h 358818"/>
              <a:gd name="connsiteX714" fmla="*/ 645437 w 994371"/>
              <a:gd name="connsiteY714" fmla="*/ 324706 h 358818"/>
              <a:gd name="connsiteX715" fmla="*/ 646341 w 994371"/>
              <a:gd name="connsiteY715" fmla="*/ 326017 h 358818"/>
              <a:gd name="connsiteX716" fmla="*/ 647246 w 994371"/>
              <a:gd name="connsiteY716" fmla="*/ 327304 h 358818"/>
              <a:gd name="connsiteX717" fmla="*/ 648150 w 994371"/>
              <a:gd name="connsiteY717" fmla="*/ 328568 h 358818"/>
              <a:gd name="connsiteX718" fmla="*/ 649054 w 994371"/>
              <a:gd name="connsiteY718" fmla="*/ 329811 h 358818"/>
              <a:gd name="connsiteX719" fmla="*/ 649957 w 994371"/>
              <a:gd name="connsiteY719" fmla="*/ 331027 h 358818"/>
              <a:gd name="connsiteX720" fmla="*/ 650861 w 994371"/>
              <a:gd name="connsiteY720" fmla="*/ 332221 h 358818"/>
              <a:gd name="connsiteX721" fmla="*/ 651765 w 994371"/>
              <a:gd name="connsiteY721" fmla="*/ 333389 h 358818"/>
              <a:gd name="connsiteX722" fmla="*/ 652668 w 994371"/>
              <a:gd name="connsiteY722" fmla="*/ 334535 h 358818"/>
              <a:gd name="connsiteX723" fmla="*/ 653574 w 994371"/>
              <a:gd name="connsiteY723" fmla="*/ 335655 h 358818"/>
              <a:gd name="connsiteX724" fmla="*/ 654477 w 994371"/>
              <a:gd name="connsiteY724" fmla="*/ 336752 h 358818"/>
              <a:gd name="connsiteX725" fmla="*/ 655381 w 994371"/>
              <a:gd name="connsiteY725" fmla="*/ 337821 h 358818"/>
              <a:gd name="connsiteX726" fmla="*/ 656285 w 994371"/>
              <a:gd name="connsiteY726" fmla="*/ 338868 h 358818"/>
              <a:gd name="connsiteX727" fmla="*/ 657189 w 994371"/>
              <a:gd name="connsiteY727" fmla="*/ 339888 h 358818"/>
              <a:gd name="connsiteX728" fmla="*/ 658094 w 994371"/>
              <a:gd name="connsiteY728" fmla="*/ 340883 h 358818"/>
              <a:gd name="connsiteX729" fmla="*/ 658998 w 994371"/>
              <a:gd name="connsiteY729" fmla="*/ 341853 h 358818"/>
              <a:gd name="connsiteX730" fmla="*/ 659901 w 994371"/>
              <a:gd name="connsiteY730" fmla="*/ 342797 h 358818"/>
              <a:gd name="connsiteX731" fmla="*/ 660805 w 994371"/>
              <a:gd name="connsiteY731" fmla="*/ 343715 h 358818"/>
              <a:gd name="connsiteX732" fmla="*/ 661709 w 994371"/>
              <a:gd name="connsiteY732" fmla="*/ 344607 h 358818"/>
              <a:gd name="connsiteX733" fmla="*/ 662612 w 994371"/>
              <a:gd name="connsiteY733" fmla="*/ 345474 h 358818"/>
              <a:gd name="connsiteX734" fmla="*/ 663516 w 994371"/>
              <a:gd name="connsiteY734" fmla="*/ 346315 h 358818"/>
              <a:gd name="connsiteX735" fmla="*/ 664421 w 994371"/>
              <a:gd name="connsiteY735" fmla="*/ 347129 h 358818"/>
              <a:gd name="connsiteX736" fmla="*/ 665325 w 994371"/>
              <a:gd name="connsiteY736" fmla="*/ 347915 h 358818"/>
              <a:gd name="connsiteX737" fmla="*/ 666229 w 994371"/>
              <a:gd name="connsiteY737" fmla="*/ 348676 h 358818"/>
              <a:gd name="connsiteX738" fmla="*/ 667132 w 994371"/>
              <a:gd name="connsiteY738" fmla="*/ 349410 h 358818"/>
              <a:gd name="connsiteX739" fmla="*/ 668036 w 994371"/>
              <a:gd name="connsiteY739" fmla="*/ 350118 h 358818"/>
              <a:gd name="connsiteX740" fmla="*/ 668940 w 994371"/>
              <a:gd name="connsiteY740" fmla="*/ 350797 h 358818"/>
              <a:gd name="connsiteX741" fmla="*/ 669845 w 994371"/>
              <a:gd name="connsiteY741" fmla="*/ 351450 h 358818"/>
              <a:gd name="connsiteX742" fmla="*/ 670749 w 994371"/>
              <a:gd name="connsiteY742" fmla="*/ 352076 h 358818"/>
              <a:gd name="connsiteX743" fmla="*/ 671653 w 994371"/>
              <a:gd name="connsiteY743" fmla="*/ 352674 h 358818"/>
              <a:gd name="connsiteX744" fmla="*/ 672556 w 994371"/>
              <a:gd name="connsiteY744" fmla="*/ 353246 h 358818"/>
              <a:gd name="connsiteX745" fmla="*/ 673460 w 994371"/>
              <a:gd name="connsiteY745" fmla="*/ 353790 h 358818"/>
              <a:gd name="connsiteX746" fmla="*/ 674364 w 994371"/>
              <a:gd name="connsiteY746" fmla="*/ 354305 h 358818"/>
              <a:gd name="connsiteX747" fmla="*/ 675269 w 994371"/>
              <a:gd name="connsiteY747" fmla="*/ 354795 h 358818"/>
              <a:gd name="connsiteX748" fmla="*/ 676173 w 994371"/>
              <a:gd name="connsiteY748" fmla="*/ 355256 h 358818"/>
              <a:gd name="connsiteX749" fmla="*/ 677076 w 994371"/>
              <a:gd name="connsiteY749" fmla="*/ 355689 h 358818"/>
              <a:gd name="connsiteX750" fmla="*/ 677980 w 994371"/>
              <a:gd name="connsiteY750" fmla="*/ 356095 h 358818"/>
              <a:gd name="connsiteX751" fmla="*/ 678884 w 994371"/>
              <a:gd name="connsiteY751" fmla="*/ 356472 h 358818"/>
              <a:gd name="connsiteX752" fmla="*/ 679789 w 994371"/>
              <a:gd name="connsiteY752" fmla="*/ 356822 h 358818"/>
              <a:gd name="connsiteX753" fmla="*/ 680693 w 994371"/>
              <a:gd name="connsiteY753" fmla="*/ 357143 h 358818"/>
              <a:gd name="connsiteX754" fmla="*/ 681597 w 994371"/>
              <a:gd name="connsiteY754" fmla="*/ 357437 h 358818"/>
              <a:gd name="connsiteX755" fmla="*/ 682500 w 994371"/>
              <a:gd name="connsiteY755" fmla="*/ 357701 h 358818"/>
              <a:gd name="connsiteX756" fmla="*/ 683404 w 994371"/>
              <a:gd name="connsiteY756" fmla="*/ 357938 h 358818"/>
              <a:gd name="connsiteX757" fmla="*/ 684308 w 994371"/>
              <a:gd name="connsiteY757" fmla="*/ 358148 h 358818"/>
              <a:gd name="connsiteX758" fmla="*/ 685213 w 994371"/>
              <a:gd name="connsiteY758" fmla="*/ 358329 h 358818"/>
              <a:gd name="connsiteX759" fmla="*/ 686117 w 994371"/>
              <a:gd name="connsiteY759" fmla="*/ 358480 h 358818"/>
              <a:gd name="connsiteX760" fmla="*/ 687020 w 994371"/>
              <a:gd name="connsiteY760" fmla="*/ 358605 h 358818"/>
              <a:gd name="connsiteX761" fmla="*/ 687924 w 994371"/>
              <a:gd name="connsiteY761" fmla="*/ 358701 h 358818"/>
              <a:gd name="connsiteX762" fmla="*/ 688828 w 994371"/>
              <a:gd name="connsiteY762" fmla="*/ 358769 h 358818"/>
              <a:gd name="connsiteX763" fmla="*/ 689732 w 994371"/>
              <a:gd name="connsiteY763" fmla="*/ 358807 h 358818"/>
              <a:gd name="connsiteX764" fmla="*/ 690635 w 994371"/>
              <a:gd name="connsiteY764" fmla="*/ 358819 h 358818"/>
              <a:gd name="connsiteX765" fmla="*/ 691541 w 994371"/>
              <a:gd name="connsiteY765" fmla="*/ 358801 h 358818"/>
              <a:gd name="connsiteX766" fmla="*/ 692444 w 994371"/>
              <a:gd name="connsiteY766" fmla="*/ 358756 h 358818"/>
              <a:gd name="connsiteX767" fmla="*/ 693348 w 994371"/>
              <a:gd name="connsiteY767" fmla="*/ 358681 h 358818"/>
              <a:gd name="connsiteX768" fmla="*/ 694252 w 994371"/>
              <a:gd name="connsiteY768" fmla="*/ 358580 h 358818"/>
              <a:gd name="connsiteX769" fmla="*/ 695155 w 994371"/>
              <a:gd name="connsiteY769" fmla="*/ 358448 h 358818"/>
              <a:gd name="connsiteX770" fmla="*/ 696059 w 994371"/>
              <a:gd name="connsiteY770" fmla="*/ 358289 h 358818"/>
              <a:gd name="connsiteX771" fmla="*/ 696964 w 994371"/>
              <a:gd name="connsiteY771" fmla="*/ 358103 h 358818"/>
              <a:gd name="connsiteX772" fmla="*/ 697868 w 994371"/>
              <a:gd name="connsiteY772" fmla="*/ 357887 h 358818"/>
              <a:gd name="connsiteX773" fmla="*/ 698772 w 994371"/>
              <a:gd name="connsiteY773" fmla="*/ 357643 h 358818"/>
              <a:gd name="connsiteX774" fmla="*/ 699676 w 994371"/>
              <a:gd name="connsiteY774" fmla="*/ 357372 h 358818"/>
              <a:gd name="connsiteX775" fmla="*/ 700579 w 994371"/>
              <a:gd name="connsiteY775" fmla="*/ 357071 h 358818"/>
              <a:gd name="connsiteX776" fmla="*/ 701485 w 994371"/>
              <a:gd name="connsiteY776" fmla="*/ 356744 h 358818"/>
              <a:gd name="connsiteX777" fmla="*/ 702388 w 994371"/>
              <a:gd name="connsiteY777" fmla="*/ 356389 h 358818"/>
              <a:gd name="connsiteX778" fmla="*/ 703292 w 994371"/>
              <a:gd name="connsiteY778" fmla="*/ 356005 h 358818"/>
              <a:gd name="connsiteX779" fmla="*/ 704196 w 994371"/>
              <a:gd name="connsiteY779" fmla="*/ 355593 h 358818"/>
              <a:gd name="connsiteX780" fmla="*/ 705099 w 994371"/>
              <a:gd name="connsiteY780" fmla="*/ 355153 h 358818"/>
              <a:gd name="connsiteX781" fmla="*/ 706003 w 994371"/>
              <a:gd name="connsiteY781" fmla="*/ 354686 h 358818"/>
              <a:gd name="connsiteX782" fmla="*/ 706908 w 994371"/>
              <a:gd name="connsiteY782" fmla="*/ 354191 h 358818"/>
              <a:gd name="connsiteX783" fmla="*/ 707812 w 994371"/>
              <a:gd name="connsiteY783" fmla="*/ 353669 h 358818"/>
              <a:gd name="connsiteX784" fmla="*/ 708716 w 994371"/>
              <a:gd name="connsiteY784" fmla="*/ 353118 h 358818"/>
              <a:gd name="connsiteX785" fmla="*/ 709620 w 994371"/>
              <a:gd name="connsiteY785" fmla="*/ 352541 h 358818"/>
              <a:gd name="connsiteX786" fmla="*/ 710523 w 994371"/>
              <a:gd name="connsiteY786" fmla="*/ 351937 h 358818"/>
              <a:gd name="connsiteX787" fmla="*/ 711427 w 994371"/>
              <a:gd name="connsiteY787" fmla="*/ 351304 h 358818"/>
              <a:gd name="connsiteX788" fmla="*/ 712331 w 994371"/>
              <a:gd name="connsiteY788" fmla="*/ 350644 h 358818"/>
              <a:gd name="connsiteX789" fmla="*/ 713236 w 994371"/>
              <a:gd name="connsiteY789" fmla="*/ 349958 h 358818"/>
              <a:gd name="connsiteX790" fmla="*/ 714140 w 994371"/>
              <a:gd name="connsiteY790" fmla="*/ 349245 h 358818"/>
              <a:gd name="connsiteX791" fmla="*/ 715043 w 994371"/>
              <a:gd name="connsiteY791" fmla="*/ 348505 h 358818"/>
              <a:gd name="connsiteX792" fmla="*/ 715947 w 994371"/>
              <a:gd name="connsiteY792" fmla="*/ 347739 h 358818"/>
              <a:gd name="connsiteX793" fmla="*/ 716851 w 994371"/>
              <a:gd name="connsiteY793" fmla="*/ 346945 h 358818"/>
              <a:gd name="connsiteX794" fmla="*/ 717754 w 994371"/>
              <a:gd name="connsiteY794" fmla="*/ 346126 h 358818"/>
              <a:gd name="connsiteX795" fmla="*/ 718660 w 994371"/>
              <a:gd name="connsiteY795" fmla="*/ 345280 h 358818"/>
              <a:gd name="connsiteX796" fmla="*/ 719563 w 994371"/>
              <a:gd name="connsiteY796" fmla="*/ 344406 h 358818"/>
              <a:gd name="connsiteX797" fmla="*/ 720467 w 994371"/>
              <a:gd name="connsiteY797" fmla="*/ 343509 h 358818"/>
              <a:gd name="connsiteX798" fmla="*/ 721371 w 994371"/>
              <a:gd name="connsiteY798" fmla="*/ 342584 h 358818"/>
              <a:gd name="connsiteX799" fmla="*/ 722275 w 994371"/>
              <a:gd name="connsiteY799" fmla="*/ 341634 h 358818"/>
              <a:gd name="connsiteX800" fmla="*/ 723180 w 994371"/>
              <a:gd name="connsiteY800" fmla="*/ 340659 h 358818"/>
              <a:gd name="connsiteX801" fmla="*/ 724084 w 994371"/>
              <a:gd name="connsiteY801" fmla="*/ 339657 h 358818"/>
              <a:gd name="connsiteX802" fmla="*/ 724987 w 994371"/>
              <a:gd name="connsiteY802" fmla="*/ 338632 h 358818"/>
              <a:gd name="connsiteX803" fmla="*/ 725891 w 994371"/>
              <a:gd name="connsiteY803" fmla="*/ 337579 h 358818"/>
              <a:gd name="connsiteX804" fmla="*/ 726795 w 994371"/>
              <a:gd name="connsiteY804" fmla="*/ 336502 h 358818"/>
              <a:gd name="connsiteX805" fmla="*/ 727698 w 994371"/>
              <a:gd name="connsiteY805" fmla="*/ 335403 h 358818"/>
              <a:gd name="connsiteX806" fmla="*/ 728604 w 994371"/>
              <a:gd name="connsiteY806" fmla="*/ 334276 h 358818"/>
              <a:gd name="connsiteX807" fmla="*/ 729508 w 994371"/>
              <a:gd name="connsiteY807" fmla="*/ 333125 h 358818"/>
              <a:gd name="connsiteX808" fmla="*/ 730411 w 994371"/>
              <a:gd name="connsiteY808" fmla="*/ 331951 h 358818"/>
              <a:gd name="connsiteX809" fmla="*/ 731315 w 994371"/>
              <a:gd name="connsiteY809" fmla="*/ 330751 h 358818"/>
              <a:gd name="connsiteX810" fmla="*/ 732219 w 994371"/>
              <a:gd name="connsiteY810" fmla="*/ 329529 h 358818"/>
              <a:gd name="connsiteX811" fmla="*/ 733122 w 994371"/>
              <a:gd name="connsiteY811" fmla="*/ 328283 h 358818"/>
              <a:gd name="connsiteX812" fmla="*/ 734026 w 994371"/>
              <a:gd name="connsiteY812" fmla="*/ 327014 h 358818"/>
              <a:gd name="connsiteX813" fmla="*/ 734931 w 994371"/>
              <a:gd name="connsiteY813" fmla="*/ 325719 h 358818"/>
              <a:gd name="connsiteX814" fmla="*/ 735835 w 994371"/>
              <a:gd name="connsiteY814" fmla="*/ 324404 h 358818"/>
              <a:gd name="connsiteX815" fmla="*/ 736739 w 994371"/>
              <a:gd name="connsiteY815" fmla="*/ 323065 h 358818"/>
              <a:gd name="connsiteX816" fmla="*/ 737642 w 994371"/>
              <a:gd name="connsiteY816" fmla="*/ 321703 h 358818"/>
              <a:gd name="connsiteX817" fmla="*/ 738546 w 994371"/>
              <a:gd name="connsiteY817" fmla="*/ 320319 h 358818"/>
              <a:gd name="connsiteX818" fmla="*/ 739450 w 994371"/>
              <a:gd name="connsiteY818" fmla="*/ 318912 h 358818"/>
              <a:gd name="connsiteX819" fmla="*/ 740355 w 994371"/>
              <a:gd name="connsiteY819" fmla="*/ 317483 h 358818"/>
              <a:gd name="connsiteX820" fmla="*/ 741259 w 994371"/>
              <a:gd name="connsiteY820" fmla="*/ 316033 h 358818"/>
              <a:gd name="connsiteX821" fmla="*/ 742163 w 994371"/>
              <a:gd name="connsiteY821" fmla="*/ 314560 h 358818"/>
              <a:gd name="connsiteX822" fmla="*/ 743066 w 994371"/>
              <a:gd name="connsiteY822" fmla="*/ 313066 h 358818"/>
              <a:gd name="connsiteX823" fmla="*/ 743970 w 994371"/>
              <a:gd name="connsiteY823" fmla="*/ 311553 h 358818"/>
              <a:gd name="connsiteX824" fmla="*/ 744875 w 994371"/>
              <a:gd name="connsiteY824" fmla="*/ 310018 h 358818"/>
              <a:gd name="connsiteX825" fmla="*/ 745779 w 994371"/>
              <a:gd name="connsiteY825" fmla="*/ 308461 h 358818"/>
              <a:gd name="connsiteX826" fmla="*/ 746683 w 994371"/>
              <a:gd name="connsiteY826" fmla="*/ 306885 h 358818"/>
              <a:gd name="connsiteX827" fmla="*/ 747586 w 994371"/>
              <a:gd name="connsiteY827" fmla="*/ 305288 h 358818"/>
              <a:gd name="connsiteX828" fmla="*/ 748490 w 994371"/>
              <a:gd name="connsiteY828" fmla="*/ 303672 h 358818"/>
              <a:gd name="connsiteX829" fmla="*/ 749394 w 994371"/>
              <a:gd name="connsiteY829" fmla="*/ 302036 h 358818"/>
              <a:gd name="connsiteX830" fmla="*/ 750299 w 994371"/>
              <a:gd name="connsiteY830" fmla="*/ 300381 h 358818"/>
              <a:gd name="connsiteX831" fmla="*/ 751203 w 994371"/>
              <a:gd name="connsiteY831" fmla="*/ 298707 h 358818"/>
              <a:gd name="connsiteX832" fmla="*/ 752107 w 994371"/>
              <a:gd name="connsiteY832" fmla="*/ 297012 h 358818"/>
              <a:gd name="connsiteX833" fmla="*/ 753010 w 994371"/>
              <a:gd name="connsiteY833" fmla="*/ 295301 h 358818"/>
              <a:gd name="connsiteX834" fmla="*/ 753914 w 994371"/>
              <a:gd name="connsiteY834" fmla="*/ 293572 h 358818"/>
              <a:gd name="connsiteX835" fmla="*/ 754818 w 994371"/>
              <a:gd name="connsiteY835" fmla="*/ 291823 h 358818"/>
              <a:gd name="connsiteX836" fmla="*/ 755723 w 994371"/>
              <a:gd name="connsiteY836" fmla="*/ 290057 h 358818"/>
              <a:gd name="connsiteX837" fmla="*/ 756627 w 994371"/>
              <a:gd name="connsiteY837" fmla="*/ 288273 h 358818"/>
              <a:gd name="connsiteX838" fmla="*/ 757530 w 994371"/>
              <a:gd name="connsiteY838" fmla="*/ 286474 h 358818"/>
              <a:gd name="connsiteX839" fmla="*/ 758434 w 994371"/>
              <a:gd name="connsiteY839" fmla="*/ 284655 h 358818"/>
              <a:gd name="connsiteX840" fmla="*/ 759338 w 994371"/>
              <a:gd name="connsiteY840" fmla="*/ 282821 h 358818"/>
              <a:gd name="connsiteX841" fmla="*/ 760241 w 994371"/>
              <a:gd name="connsiteY841" fmla="*/ 280970 h 358818"/>
              <a:gd name="connsiteX842" fmla="*/ 761145 w 994371"/>
              <a:gd name="connsiteY842" fmla="*/ 279105 h 358818"/>
              <a:gd name="connsiteX843" fmla="*/ 762050 w 994371"/>
              <a:gd name="connsiteY843" fmla="*/ 277222 h 358818"/>
              <a:gd name="connsiteX844" fmla="*/ 762954 w 994371"/>
              <a:gd name="connsiteY844" fmla="*/ 275325 h 358818"/>
              <a:gd name="connsiteX845" fmla="*/ 763858 w 994371"/>
              <a:gd name="connsiteY845" fmla="*/ 273412 h 358818"/>
              <a:gd name="connsiteX846" fmla="*/ 764762 w 994371"/>
              <a:gd name="connsiteY846" fmla="*/ 271485 h 358818"/>
              <a:gd name="connsiteX847" fmla="*/ 765665 w 994371"/>
              <a:gd name="connsiteY847" fmla="*/ 269543 h 358818"/>
              <a:gd name="connsiteX848" fmla="*/ 766569 w 994371"/>
              <a:gd name="connsiteY848" fmla="*/ 267586 h 358818"/>
              <a:gd name="connsiteX849" fmla="*/ 767474 w 994371"/>
              <a:gd name="connsiteY849" fmla="*/ 265616 h 358818"/>
              <a:gd name="connsiteX850" fmla="*/ 768378 w 994371"/>
              <a:gd name="connsiteY850" fmla="*/ 263631 h 358818"/>
              <a:gd name="connsiteX851" fmla="*/ 769282 w 994371"/>
              <a:gd name="connsiteY851" fmla="*/ 261634 h 358818"/>
              <a:gd name="connsiteX852" fmla="*/ 770185 w 994371"/>
              <a:gd name="connsiteY852" fmla="*/ 259624 h 358818"/>
              <a:gd name="connsiteX853" fmla="*/ 771089 w 994371"/>
              <a:gd name="connsiteY853" fmla="*/ 257600 h 358818"/>
              <a:gd name="connsiteX854" fmla="*/ 771995 w 994371"/>
              <a:gd name="connsiteY854" fmla="*/ 255565 h 358818"/>
              <a:gd name="connsiteX855" fmla="*/ 772898 w 994371"/>
              <a:gd name="connsiteY855" fmla="*/ 253519 h 358818"/>
              <a:gd name="connsiteX856" fmla="*/ 773802 w 994371"/>
              <a:gd name="connsiteY856" fmla="*/ 251459 h 358818"/>
              <a:gd name="connsiteX857" fmla="*/ 774706 w 994371"/>
              <a:gd name="connsiteY857" fmla="*/ 249389 h 358818"/>
              <a:gd name="connsiteX858" fmla="*/ 775609 w 994371"/>
              <a:gd name="connsiteY858" fmla="*/ 247308 h 358818"/>
              <a:gd name="connsiteX859" fmla="*/ 776513 w 994371"/>
              <a:gd name="connsiteY859" fmla="*/ 245214 h 358818"/>
              <a:gd name="connsiteX860" fmla="*/ 777418 w 994371"/>
              <a:gd name="connsiteY860" fmla="*/ 243113 h 358818"/>
              <a:gd name="connsiteX861" fmla="*/ 778322 w 994371"/>
              <a:gd name="connsiteY861" fmla="*/ 241000 h 358818"/>
              <a:gd name="connsiteX862" fmla="*/ 779226 w 994371"/>
              <a:gd name="connsiteY862" fmla="*/ 238877 h 358818"/>
              <a:gd name="connsiteX863" fmla="*/ 780129 w 994371"/>
              <a:gd name="connsiteY863" fmla="*/ 236746 h 358818"/>
              <a:gd name="connsiteX864" fmla="*/ 781033 w 994371"/>
              <a:gd name="connsiteY864" fmla="*/ 234606 h 358818"/>
              <a:gd name="connsiteX865" fmla="*/ 781937 w 994371"/>
              <a:gd name="connsiteY865" fmla="*/ 232456 h 358818"/>
              <a:gd name="connsiteX866" fmla="*/ 782841 w 994371"/>
              <a:gd name="connsiteY866" fmla="*/ 230299 h 358818"/>
              <a:gd name="connsiteX867" fmla="*/ 783746 w 994371"/>
              <a:gd name="connsiteY867" fmla="*/ 228132 h 358818"/>
              <a:gd name="connsiteX868" fmla="*/ 784650 w 994371"/>
              <a:gd name="connsiteY868" fmla="*/ 225958 h 358818"/>
              <a:gd name="connsiteX869" fmla="*/ 785553 w 994371"/>
              <a:gd name="connsiteY869" fmla="*/ 223778 h 358818"/>
              <a:gd name="connsiteX870" fmla="*/ 786457 w 994371"/>
              <a:gd name="connsiteY870" fmla="*/ 221589 h 358818"/>
              <a:gd name="connsiteX871" fmla="*/ 787361 w 994371"/>
              <a:gd name="connsiteY871" fmla="*/ 219394 h 358818"/>
              <a:gd name="connsiteX872" fmla="*/ 788264 w 994371"/>
              <a:gd name="connsiteY872" fmla="*/ 217193 h 358818"/>
              <a:gd name="connsiteX873" fmla="*/ 789170 w 994371"/>
              <a:gd name="connsiteY873" fmla="*/ 214987 h 358818"/>
              <a:gd name="connsiteX874" fmla="*/ 790073 w 994371"/>
              <a:gd name="connsiteY874" fmla="*/ 212775 h 358818"/>
              <a:gd name="connsiteX875" fmla="*/ 790977 w 994371"/>
              <a:gd name="connsiteY875" fmla="*/ 210557 h 358818"/>
              <a:gd name="connsiteX876" fmla="*/ 791881 w 994371"/>
              <a:gd name="connsiteY876" fmla="*/ 208334 h 358818"/>
              <a:gd name="connsiteX877" fmla="*/ 792785 w 994371"/>
              <a:gd name="connsiteY877" fmla="*/ 206106 h 358818"/>
              <a:gd name="connsiteX878" fmla="*/ 793690 w 994371"/>
              <a:gd name="connsiteY878" fmla="*/ 203875 h 358818"/>
              <a:gd name="connsiteX879" fmla="*/ 794594 w 994371"/>
              <a:gd name="connsiteY879" fmla="*/ 201640 h 358818"/>
              <a:gd name="connsiteX880" fmla="*/ 795497 w 994371"/>
              <a:gd name="connsiteY880" fmla="*/ 199402 h 358818"/>
              <a:gd name="connsiteX881" fmla="*/ 796401 w 994371"/>
              <a:gd name="connsiteY881" fmla="*/ 197159 h 358818"/>
              <a:gd name="connsiteX882" fmla="*/ 797305 w 994371"/>
              <a:gd name="connsiteY882" fmla="*/ 194915 h 358818"/>
              <a:gd name="connsiteX883" fmla="*/ 798208 w 994371"/>
              <a:gd name="connsiteY883" fmla="*/ 192667 h 358818"/>
              <a:gd name="connsiteX884" fmla="*/ 799114 w 994371"/>
              <a:gd name="connsiteY884" fmla="*/ 190418 h 358818"/>
              <a:gd name="connsiteX885" fmla="*/ 800017 w 994371"/>
              <a:gd name="connsiteY885" fmla="*/ 188167 h 358818"/>
              <a:gd name="connsiteX886" fmla="*/ 800921 w 994371"/>
              <a:gd name="connsiteY886" fmla="*/ 185915 h 358818"/>
              <a:gd name="connsiteX887" fmla="*/ 801825 w 994371"/>
              <a:gd name="connsiteY887" fmla="*/ 183660 h 358818"/>
              <a:gd name="connsiteX888" fmla="*/ 802728 w 994371"/>
              <a:gd name="connsiteY888" fmla="*/ 181406 h 358818"/>
              <a:gd name="connsiteX889" fmla="*/ 803632 w 994371"/>
              <a:gd name="connsiteY889" fmla="*/ 179152 h 358818"/>
              <a:gd name="connsiteX890" fmla="*/ 804536 w 994371"/>
              <a:gd name="connsiteY890" fmla="*/ 176898 h 358818"/>
              <a:gd name="connsiteX891" fmla="*/ 805441 w 994371"/>
              <a:gd name="connsiteY891" fmla="*/ 174643 h 358818"/>
              <a:gd name="connsiteX892" fmla="*/ 806345 w 994371"/>
              <a:gd name="connsiteY892" fmla="*/ 172391 h 358818"/>
              <a:gd name="connsiteX893" fmla="*/ 807249 w 994371"/>
              <a:gd name="connsiteY893" fmla="*/ 170138 h 358818"/>
              <a:gd name="connsiteX894" fmla="*/ 808152 w 994371"/>
              <a:gd name="connsiteY894" fmla="*/ 167887 h 358818"/>
              <a:gd name="connsiteX895" fmla="*/ 809056 w 994371"/>
              <a:gd name="connsiteY895" fmla="*/ 165638 h 358818"/>
              <a:gd name="connsiteX896" fmla="*/ 809960 w 994371"/>
              <a:gd name="connsiteY896" fmla="*/ 163392 h 358818"/>
              <a:gd name="connsiteX897" fmla="*/ 810865 w 994371"/>
              <a:gd name="connsiteY897" fmla="*/ 161148 h 358818"/>
              <a:gd name="connsiteX898" fmla="*/ 811769 w 994371"/>
              <a:gd name="connsiteY898" fmla="*/ 158907 h 358818"/>
              <a:gd name="connsiteX899" fmla="*/ 812672 w 994371"/>
              <a:gd name="connsiteY899" fmla="*/ 156669 h 358818"/>
              <a:gd name="connsiteX900" fmla="*/ 813576 w 994371"/>
              <a:gd name="connsiteY900" fmla="*/ 154433 h 358818"/>
              <a:gd name="connsiteX901" fmla="*/ 814480 w 994371"/>
              <a:gd name="connsiteY901" fmla="*/ 152204 h 358818"/>
              <a:gd name="connsiteX902" fmla="*/ 815385 w 994371"/>
              <a:gd name="connsiteY902" fmla="*/ 149978 h 358818"/>
              <a:gd name="connsiteX903" fmla="*/ 816289 w 994371"/>
              <a:gd name="connsiteY903" fmla="*/ 147755 h 358818"/>
              <a:gd name="connsiteX904" fmla="*/ 817193 w 994371"/>
              <a:gd name="connsiteY904" fmla="*/ 145539 h 358818"/>
              <a:gd name="connsiteX905" fmla="*/ 818096 w 994371"/>
              <a:gd name="connsiteY905" fmla="*/ 143328 h 358818"/>
              <a:gd name="connsiteX906" fmla="*/ 819000 w 994371"/>
              <a:gd name="connsiteY906" fmla="*/ 141122 h 358818"/>
              <a:gd name="connsiteX907" fmla="*/ 819904 w 994371"/>
              <a:gd name="connsiteY907" fmla="*/ 138923 h 358818"/>
              <a:gd name="connsiteX908" fmla="*/ 820809 w 994371"/>
              <a:gd name="connsiteY908" fmla="*/ 136730 h 358818"/>
              <a:gd name="connsiteX909" fmla="*/ 821713 w 994371"/>
              <a:gd name="connsiteY909" fmla="*/ 134544 h 358818"/>
              <a:gd name="connsiteX910" fmla="*/ 822617 w 994371"/>
              <a:gd name="connsiteY910" fmla="*/ 132364 h 358818"/>
              <a:gd name="connsiteX911" fmla="*/ 823520 w 994371"/>
              <a:gd name="connsiteY911" fmla="*/ 130192 h 358818"/>
              <a:gd name="connsiteX912" fmla="*/ 824424 w 994371"/>
              <a:gd name="connsiteY912" fmla="*/ 128028 h 358818"/>
              <a:gd name="connsiteX913" fmla="*/ 825328 w 994371"/>
              <a:gd name="connsiteY913" fmla="*/ 125872 h 358818"/>
              <a:gd name="connsiteX914" fmla="*/ 826231 w 994371"/>
              <a:gd name="connsiteY914" fmla="*/ 123724 h 358818"/>
              <a:gd name="connsiteX915" fmla="*/ 827137 w 994371"/>
              <a:gd name="connsiteY915" fmla="*/ 121586 h 358818"/>
              <a:gd name="connsiteX916" fmla="*/ 828040 w 994371"/>
              <a:gd name="connsiteY916" fmla="*/ 119456 h 358818"/>
              <a:gd name="connsiteX917" fmla="*/ 828944 w 994371"/>
              <a:gd name="connsiteY917" fmla="*/ 117336 h 358818"/>
              <a:gd name="connsiteX918" fmla="*/ 829848 w 994371"/>
              <a:gd name="connsiteY918" fmla="*/ 115226 h 358818"/>
              <a:gd name="connsiteX919" fmla="*/ 830751 w 994371"/>
              <a:gd name="connsiteY919" fmla="*/ 113125 h 358818"/>
              <a:gd name="connsiteX920" fmla="*/ 831655 w 994371"/>
              <a:gd name="connsiteY920" fmla="*/ 111036 h 358818"/>
              <a:gd name="connsiteX921" fmla="*/ 832560 w 994371"/>
              <a:gd name="connsiteY921" fmla="*/ 108957 h 358818"/>
              <a:gd name="connsiteX922" fmla="*/ 833464 w 994371"/>
              <a:gd name="connsiteY922" fmla="*/ 106889 h 358818"/>
              <a:gd name="connsiteX923" fmla="*/ 834368 w 994371"/>
              <a:gd name="connsiteY923" fmla="*/ 104832 h 358818"/>
              <a:gd name="connsiteX924" fmla="*/ 835272 w 994371"/>
              <a:gd name="connsiteY924" fmla="*/ 102788 h 358818"/>
              <a:gd name="connsiteX925" fmla="*/ 836175 w 994371"/>
              <a:gd name="connsiteY925" fmla="*/ 100756 h 358818"/>
              <a:gd name="connsiteX926" fmla="*/ 837081 w 994371"/>
              <a:gd name="connsiteY926" fmla="*/ 98735 h 358818"/>
              <a:gd name="connsiteX927" fmla="*/ 837984 w 994371"/>
              <a:gd name="connsiteY927" fmla="*/ 96728 h 358818"/>
              <a:gd name="connsiteX928" fmla="*/ 838888 w 994371"/>
              <a:gd name="connsiteY928" fmla="*/ 94734 h 358818"/>
              <a:gd name="connsiteX929" fmla="*/ 839792 w 994371"/>
              <a:gd name="connsiteY929" fmla="*/ 92753 h 358818"/>
              <a:gd name="connsiteX930" fmla="*/ 840695 w 994371"/>
              <a:gd name="connsiteY930" fmla="*/ 90786 h 358818"/>
              <a:gd name="connsiteX931" fmla="*/ 841599 w 994371"/>
              <a:gd name="connsiteY931" fmla="*/ 88833 h 358818"/>
              <a:gd name="connsiteX932" fmla="*/ 842504 w 994371"/>
              <a:gd name="connsiteY932" fmla="*/ 86894 h 358818"/>
              <a:gd name="connsiteX933" fmla="*/ 843408 w 994371"/>
              <a:gd name="connsiteY933" fmla="*/ 84969 h 358818"/>
              <a:gd name="connsiteX934" fmla="*/ 844312 w 994371"/>
              <a:gd name="connsiteY934" fmla="*/ 83060 h 358818"/>
              <a:gd name="connsiteX935" fmla="*/ 845216 w 994371"/>
              <a:gd name="connsiteY935" fmla="*/ 81166 h 358818"/>
              <a:gd name="connsiteX936" fmla="*/ 846119 w 994371"/>
              <a:gd name="connsiteY936" fmla="*/ 79287 h 358818"/>
              <a:gd name="connsiteX937" fmla="*/ 847023 w 994371"/>
              <a:gd name="connsiteY937" fmla="*/ 77424 h 358818"/>
              <a:gd name="connsiteX938" fmla="*/ 847927 w 994371"/>
              <a:gd name="connsiteY938" fmla="*/ 75578 h 358818"/>
              <a:gd name="connsiteX939" fmla="*/ 848832 w 994371"/>
              <a:gd name="connsiteY939" fmla="*/ 73747 h 358818"/>
              <a:gd name="connsiteX940" fmla="*/ 849736 w 994371"/>
              <a:gd name="connsiteY940" fmla="*/ 71934 h 358818"/>
              <a:gd name="connsiteX941" fmla="*/ 850639 w 994371"/>
              <a:gd name="connsiteY941" fmla="*/ 70137 h 358818"/>
              <a:gd name="connsiteX942" fmla="*/ 851543 w 994371"/>
              <a:gd name="connsiteY942" fmla="*/ 68358 h 358818"/>
              <a:gd name="connsiteX943" fmla="*/ 852447 w 994371"/>
              <a:gd name="connsiteY943" fmla="*/ 66595 h 358818"/>
              <a:gd name="connsiteX944" fmla="*/ 853350 w 994371"/>
              <a:gd name="connsiteY944" fmla="*/ 64851 h 358818"/>
              <a:gd name="connsiteX945" fmla="*/ 854256 w 994371"/>
              <a:gd name="connsiteY945" fmla="*/ 63125 h 358818"/>
              <a:gd name="connsiteX946" fmla="*/ 855160 w 994371"/>
              <a:gd name="connsiteY946" fmla="*/ 61418 h 358818"/>
              <a:gd name="connsiteX947" fmla="*/ 856063 w 994371"/>
              <a:gd name="connsiteY947" fmla="*/ 59729 h 358818"/>
              <a:gd name="connsiteX948" fmla="*/ 856967 w 994371"/>
              <a:gd name="connsiteY948" fmla="*/ 58059 h 358818"/>
              <a:gd name="connsiteX949" fmla="*/ 857871 w 994371"/>
              <a:gd name="connsiteY949" fmla="*/ 56408 h 358818"/>
              <a:gd name="connsiteX950" fmla="*/ 858776 w 994371"/>
              <a:gd name="connsiteY950" fmla="*/ 54776 h 358818"/>
              <a:gd name="connsiteX951" fmla="*/ 859680 w 994371"/>
              <a:gd name="connsiteY951" fmla="*/ 53165 h 358818"/>
              <a:gd name="connsiteX952" fmla="*/ 860583 w 994371"/>
              <a:gd name="connsiteY952" fmla="*/ 51573 h 358818"/>
              <a:gd name="connsiteX953" fmla="*/ 861487 w 994371"/>
              <a:gd name="connsiteY953" fmla="*/ 50001 h 358818"/>
              <a:gd name="connsiteX954" fmla="*/ 862391 w 994371"/>
              <a:gd name="connsiteY954" fmla="*/ 48450 h 358818"/>
              <a:gd name="connsiteX955" fmla="*/ 863294 w 994371"/>
              <a:gd name="connsiteY955" fmla="*/ 46919 h 358818"/>
              <a:gd name="connsiteX956" fmla="*/ 864200 w 994371"/>
              <a:gd name="connsiteY956" fmla="*/ 45409 h 358818"/>
              <a:gd name="connsiteX957" fmla="*/ 865104 w 994371"/>
              <a:gd name="connsiteY957" fmla="*/ 43921 h 358818"/>
              <a:gd name="connsiteX958" fmla="*/ 866007 w 994371"/>
              <a:gd name="connsiteY958" fmla="*/ 42454 h 358818"/>
              <a:gd name="connsiteX959" fmla="*/ 866911 w 994371"/>
              <a:gd name="connsiteY959" fmla="*/ 41008 h 358818"/>
              <a:gd name="connsiteX960" fmla="*/ 867815 w 994371"/>
              <a:gd name="connsiteY960" fmla="*/ 39585 h 358818"/>
              <a:gd name="connsiteX961" fmla="*/ 868718 w 994371"/>
              <a:gd name="connsiteY961" fmla="*/ 38183 h 358818"/>
              <a:gd name="connsiteX962" fmla="*/ 869622 w 994371"/>
              <a:gd name="connsiteY962" fmla="*/ 36804 h 358818"/>
              <a:gd name="connsiteX963" fmla="*/ 870527 w 994371"/>
              <a:gd name="connsiteY963" fmla="*/ 35447 h 358818"/>
              <a:gd name="connsiteX964" fmla="*/ 871431 w 994371"/>
              <a:gd name="connsiteY964" fmla="*/ 34113 h 358818"/>
              <a:gd name="connsiteX965" fmla="*/ 872335 w 994371"/>
              <a:gd name="connsiteY965" fmla="*/ 32802 h 358818"/>
              <a:gd name="connsiteX966" fmla="*/ 873238 w 994371"/>
              <a:gd name="connsiteY966" fmla="*/ 31514 h 358818"/>
              <a:gd name="connsiteX967" fmla="*/ 874142 w 994371"/>
              <a:gd name="connsiteY967" fmla="*/ 30250 h 358818"/>
              <a:gd name="connsiteX968" fmla="*/ 875046 w 994371"/>
              <a:gd name="connsiteY968" fmla="*/ 29009 h 358818"/>
              <a:gd name="connsiteX969" fmla="*/ 875951 w 994371"/>
              <a:gd name="connsiteY969" fmla="*/ 27791 h 358818"/>
              <a:gd name="connsiteX970" fmla="*/ 876855 w 994371"/>
              <a:gd name="connsiteY970" fmla="*/ 26598 h 358818"/>
              <a:gd name="connsiteX971" fmla="*/ 877759 w 994371"/>
              <a:gd name="connsiteY971" fmla="*/ 25429 h 358818"/>
              <a:gd name="connsiteX972" fmla="*/ 878662 w 994371"/>
              <a:gd name="connsiteY972" fmla="*/ 24284 h 358818"/>
              <a:gd name="connsiteX973" fmla="*/ 879566 w 994371"/>
              <a:gd name="connsiteY973" fmla="*/ 23164 h 358818"/>
              <a:gd name="connsiteX974" fmla="*/ 880470 w 994371"/>
              <a:gd name="connsiteY974" fmla="*/ 22068 h 358818"/>
              <a:gd name="connsiteX975" fmla="*/ 881375 w 994371"/>
              <a:gd name="connsiteY975" fmla="*/ 20997 h 358818"/>
              <a:gd name="connsiteX976" fmla="*/ 882279 w 994371"/>
              <a:gd name="connsiteY976" fmla="*/ 19951 h 358818"/>
              <a:gd name="connsiteX977" fmla="*/ 883182 w 994371"/>
              <a:gd name="connsiteY977" fmla="*/ 18931 h 358818"/>
              <a:gd name="connsiteX978" fmla="*/ 884086 w 994371"/>
              <a:gd name="connsiteY978" fmla="*/ 17935 h 358818"/>
              <a:gd name="connsiteX979" fmla="*/ 884990 w 994371"/>
              <a:gd name="connsiteY979" fmla="*/ 16965 h 358818"/>
              <a:gd name="connsiteX980" fmla="*/ 885895 w 994371"/>
              <a:gd name="connsiteY980" fmla="*/ 16021 h 358818"/>
              <a:gd name="connsiteX981" fmla="*/ 886799 w 994371"/>
              <a:gd name="connsiteY981" fmla="*/ 15103 h 358818"/>
              <a:gd name="connsiteX982" fmla="*/ 887703 w 994371"/>
              <a:gd name="connsiteY982" fmla="*/ 14211 h 358818"/>
              <a:gd name="connsiteX983" fmla="*/ 888606 w 994371"/>
              <a:gd name="connsiteY983" fmla="*/ 13344 h 358818"/>
              <a:gd name="connsiteX984" fmla="*/ 889510 w 994371"/>
              <a:gd name="connsiteY984" fmla="*/ 12504 h 358818"/>
              <a:gd name="connsiteX985" fmla="*/ 890414 w 994371"/>
              <a:gd name="connsiteY985" fmla="*/ 11690 h 358818"/>
              <a:gd name="connsiteX986" fmla="*/ 891319 w 994371"/>
              <a:gd name="connsiteY986" fmla="*/ 10903 h 358818"/>
              <a:gd name="connsiteX987" fmla="*/ 892223 w 994371"/>
              <a:gd name="connsiteY987" fmla="*/ 10142 h 358818"/>
              <a:gd name="connsiteX988" fmla="*/ 893126 w 994371"/>
              <a:gd name="connsiteY988" fmla="*/ 9409 h 358818"/>
              <a:gd name="connsiteX989" fmla="*/ 894030 w 994371"/>
              <a:gd name="connsiteY989" fmla="*/ 8702 h 358818"/>
              <a:gd name="connsiteX990" fmla="*/ 894934 w 994371"/>
              <a:gd name="connsiteY990" fmla="*/ 8021 h 358818"/>
              <a:gd name="connsiteX991" fmla="*/ 895837 w 994371"/>
              <a:gd name="connsiteY991" fmla="*/ 7368 h 358818"/>
              <a:gd name="connsiteX992" fmla="*/ 896741 w 994371"/>
              <a:gd name="connsiteY992" fmla="*/ 6742 h 358818"/>
              <a:gd name="connsiteX993" fmla="*/ 897647 w 994371"/>
              <a:gd name="connsiteY993" fmla="*/ 6144 h 358818"/>
              <a:gd name="connsiteX994" fmla="*/ 898550 w 994371"/>
              <a:gd name="connsiteY994" fmla="*/ 5572 h 358818"/>
              <a:gd name="connsiteX995" fmla="*/ 899454 w 994371"/>
              <a:gd name="connsiteY995" fmla="*/ 5029 h 358818"/>
              <a:gd name="connsiteX996" fmla="*/ 900358 w 994371"/>
              <a:gd name="connsiteY996" fmla="*/ 4512 h 358818"/>
              <a:gd name="connsiteX997" fmla="*/ 901261 w 994371"/>
              <a:gd name="connsiteY997" fmla="*/ 4024 h 358818"/>
              <a:gd name="connsiteX998" fmla="*/ 902165 w 994371"/>
              <a:gd name="connsiteY998" fmla="*/ 3563 h 358818"/>
              <a:gd name="connsiteX999" fmla="*/ 903070 w 994371"/>
              <a:gd name="connsiteY999" fmla="*/ 3130 h 358818"/>
              <a:gd name="connsiteX1000" fmla="*/ 903974 w 994371"/>
              <a:gd name="connsiteY1000" fmla="*/ 2724 h 358818"/>
              <a:gd name="connsiteX1001" fmla="*/ 904878 w 994371"/>
              <a:gd name="connsiteY1001" fmla="*/ 2347 h 358818"/>
              <a:gd name="connsiteX1002" fmla="*/ 905782 w 994371"/>
              <a:gd name="connsiteY1002" fmla="*/ 1997 h 358818"/>
              <a:gd name="connsiteX1003" fmla="*/ 906685 w 994371"/>
              <a:gd name="connsiteY1003" fmla="*/ 1676 h 358818"/>
              <a:gd name="connsiteX1004" fmla="*/ 907591 w 994371"/>
              <a:gd name="connsiteY1004" fmla="*/ 1382 h 358818"/>
              <a:gd name="connsiteX1005" fmla="*/ 908494 w 994371"/>
              <a:gd name="connsiteY1005" fmla="*/ 1117 h 358818"/>
              <a:gd name="connsiteX1006" fmla="*/ 909398 w 994371"/>
              <a:gd name="connsiteY1006" fmla="*/ 880 h 358818"/>
              <a:gd name="connsiteX1007" fmla="*/ 910302 w 994371"/>
              <a:gd name="connsiteY1007" fmla="*/ 671 h 358818"/>
              <a:gd name="connsiteX1008" fmla="*/ 911205 w 994371"/>
              <a:gd name="connsiteY1008" fmla="*/ 490 h 358818"/>
              <a:gd name="connsiteX1009" fmla="*/ 912109 w 994371"/>
              <a:gd name="connsiteY1009" fmla="*/ 338 h 358818"/>
              <a:gd name="connsiteX1010" fmla="*/ 913014 w 994371"/>
              <a:gd name="connsiteY1010" fmla="*/ 214 h 358818"/>
              <a:gd name="connsiteX1011" fmla="*/ 913918 w 994371"/>
              <a:gd name="connsiteY1011" fmla="*/ 118 h 358818"/>
              <a:gd name="connsiteX1012" fmla="*/ 914822 w 994371"/>
              <a:gd name="connsiteY1012" fmla="*/ 50 h 358818"/>
              <a:gd name="connsiteX1013" fmla="*/ 915725 w 994371"/>
              <a:gd name="connsiteY1013" fmla="*/ 11 h 358818"/>
              <a:gd name="connsiteX1014" fmla="*/ 916629 w 994371"/>
              <a:gd name="connsiteY1014" fmla="*/ 0 h 358818"/>
              <a:gd name="connsiteX1015" fmla="*/ 917533 w 994371"/>
              <a:gd name="connsiteY1015" fmla="*/ 17 h 358818"/>
              <a:gd name="connsiteX1016" fmla="*/ 918437 w 994371"/>
              <a:gd name="connsiteY1016" fmla="*/ 63 h 358818"/>
              <a:gd name="connsiteX1017" fmla="*/ 919342 w 994371"/>
              <a:gd name="connsiteY1017" fmla="*/ 137 h 358818"/>
              <a:gd name="connsiteX1018" fmla="*/ 920246 w 994371"/>
              <a:gd name="connsiteY1018" fmla="*/ 240 h 358818"/>
              <a:gd name="connsiteX1019" fmla="*/ 921149 w 994371"/>
              <a:gd name="connsiteY1019" fmla="*/ 370 h 358818"/>
              <a:gd name="connsiteX1020" fmla="*/ 922053 w 994371"/>
              <a:gd name="connsiteY1020" fmla="*/ 529 h 358818"/>
              <a:gd name="connsiteX1021" fmla="*/ 922957 w 994371"/>
              <a:gd name="connsiteY1021" fmla="*/ 716 h 358818"/>
              <a:gd name="connsiteX1022" fmla="*/ 923860 w 994371"/>
              <a:gd name="connsiteY1022" fmla="*/ 932 h 358818"/>
              <a:gd name="connsiteX1023" fmla="*/ 924766 w 994371"/>
              <a:gd name="connsiteY1023" fmla="*/ 1175 h 358818"/>
              <a:gd name="connsiteX1024" fmla="*/ 925669 w 994371"/>
              <a:gd name="connsiteY1024" fmla="*/ 1447 h 358818"/>
              <a:gd name="connsiteX1025" fmla="*/ 926573 w 994371"/>
              <a:gd name="connsiteY1025" fmla="*/ 1747 h 358818"/>
              <a:gd name="connsiteX1026" fmla="*/ 927477 w 994371"/>
              <a:gd name="connsiteY1026" fmla="*/ 2075 h 358818"/>
              <a:gd name="connsiteX1027" fmla="*/ 928381 w 994371"/>
              <a:gd name="connsiteY1027" fmla="*/ 2431 h 358818"/>
              <a:gd name="connsiteX1028" fmla="*/ 929286 w 994371"/>
              <a:gd name="connsiteY1028" fmla="*/ 2814 h 358818"/>
              <a:gd name="connsiteX1029" fmla="*/ 930190 w 994371"/>
              <a:gd name="connsiteY1029" fmla="*/ 3226 h 358818"/>
              <a:gd name="connsiteX1030" fmla="*/ 931093 w 994371"/>
              <a:gd name="connsiteY1030" fmla="*/ 3666 h 358818"/>
              <a:gd name="connsiteX1031" fmla="*/ 931997 w 994371"/>
              <a:gd name="connsiteY1031" fmla="*/ 4133 h 358818"/>
              <a:gd name="connsiteX1032" fmla="*/ 932901 w 994371"/>
              <a:gd name="connsiteY1032" fmla="*/ 4628 h 358818"/>
              <a:gd name="connsiteX1033" fmla="*/ 933804 w 994371"/>
              <a:gd name="connsiteY1033" fmla="*/ 5150 h 358818"/>
              <a:gd name="connsiteX1034" fmla="*/ 934710 w 994371"/>
              <a:gd name="connsiteY1034" fmla="*/ 5700 h 358818"/>
              <a:gd name="connsiteX1035" fmla="*/ 935613 w 994371"/>
              <a:gd name="connsiteY1035" fmla="*/ 6278 h 358818"/>
              <a:gd name="connsiteX1036" fmla="*/ 936517 w 994371"/>
              <a:gd name="connsiteY1036" fmla="*/ 6883 h 358818"/>
              <a:gd name="connsiteX1037" fmla="*/ 937421 w 994371"/>
              <a:gd name="connsiteY1037" fmla="*/ 7515 h 358818"/>
              <a:gd name="connsiteX1038" fmla="*/ 938325 w 994371"/>
              <a:gd name="connsiteY1038" fmla="*/ 8174 h 358818"/>
              <a:gd name="connsiteX1039" fmla="*/ 939228 w 994371"/>
              <a:gd name="connsiteY1039" fmla="*/ 8860 h 358818"/>
              <a:gd name="connsiteX1040" fmla="*/ 940132 w 994371"/>
              <a:gd name="connsiteY1040" fmla="*/ 9574 h 358818"/>
              <a:gd name="connsiteX1041" fmla="*/ 941037 w 994371"/>
              <a:gd name="connsiteY1041" fmla="*/ 10314 h 358818"/>
              <a:gd name="connsiteX1042" fmla="*/ 941941 w 994371"/>
              <a:gd name="connsiteY1042" fmla="*/ 11080 h 358818"/>
              <a:gd name="connsiteX1043" fmla="*/ 942845 w 994371"/>
              <a:gd name="connsiteY1043" fmla="*/ 11874 h 358818"/>
              <a:gd name="connsiteX1044" fmla="*/ 943748 w 994371"/>
              <a:gd name="connsiteY1044" fmla="*/ 12693 h 358818"/>
              <a:gd name="connsiteX1045" fmla="*/ 944652 w 994371"/>
              <a:gd name="connsiteY1045" fmla="*/ 13539 h 358818"/>
              <a:gd name="connsiteX1046" fmla="*/ 945556 w 994371"/>
              <a:gd name="connsiteY1046" fmla="*/ 14412 h 358818"/>
              <a:gd name="connsiteX1047" fmla="*/ 946461 w 994371"/>
              <a:gd name="connsiteY1047" fmla="*/ 15310 h 358818"/>
              <a:gd name="connsiteX1048" fmla="*/ 947365 w 994371"/>
              <a:gd name="connsiteY1048" fmla="*/ 16234 h 358818"/>
              <a:gd name="connsiteX1049" fmla="*/ 948269 w 994371"/>
              <a:gd name="connsiteY1049" fmla="*/ 17184 h 358818"/>
              <a:gd name="connsiteX1050" fmla="*/ 949172 w 994371"/>
              <a:gd name="connsiteY1050" fmla="*/ 18160 h 358818"/>
              <a:gd name="connsiteX1051" fmla="*/ 950076 w 994371"/>
              <a:gd name="connsiteY1051" fmla="*/ 19161 h 358818"/>
              <a:gd name="connsiteX1052" fmla="*/ 950981 w 994371"/>
              <a:gd name="connsiteY1052" fmla="*/ 20188 h 358818"/>
              <a:gd name="connsiteX1053" fmla="*/ 951885 w 994371"/>
              <a:gd name="connsiteY1053" fmla="*/ 21239 h 358818"/>
              <a:gd name="connsiteX1054" fmla="*/ 952789 w 994371"/>
              <a:gd name="connsiteY1054" fmla="*/ 22316 h 358818"/>
              <a:gd name="connsiteX1055" fmla="*/ 953692 w 994371"/>
              <a:gd name="connsiteY1055" fmla="*/ 23417 h 358818"/>
              <a:gd name="connsiteX1056" fmla="*/ 954596 w 994371"/>
              <a:gd name="connsiteY1056" fmla="*/ 24543 h 358818"/>
              <a:gd name="connsiteX1057" fmla="*/ 955500 w 994371"/>
              <a:gd name="connsiteY1057" fmla="*/ 25693 h 358818"/>
              <a:gd name="connsiteX1058" fmla="*/ 956405 w 994371"/>
              <a:gd name="connsiteY1058" fmla="*/ 26868 h 358818"/>
              <a:gd name="connsiteX1059" fmla="*/ 957309 w 994371"/>
              <a:gd name="connsiteY1059" fmla="*/ 28067 h 358818"/>
              <a:gd name="connsiteX1060" fmla="*/ 958213 w 994371"/>
              <a:gd name="connsiteY1060" fmla="*/ 29289 h 358818"/>
              <a:gd name="connsiteX1061" fmla="*/ 959116 w 994371"/>
              <a:gd name="connsiteY1061" fmla="*/ 30536 h 358818"/>
              <a:gd name="connsiteX1062" fmla="*/ 960020 w 994371"/>
              <a:gd name="connsiteY1062" fmla="*/ 31806 h 358818"/>
              <a:gd name="connsiteX1063" fmla="*/ 960924 w 994371"/>
              <a:gd name="connsiteY1063" fmla="*/ 33099 h 358818"/>
              <a:gd name="connsiteX1064" fmla="*/ 961827 w 994371"/>
              <a:gd name="connsiteY1064" fmla="*/ 34415 h 358818"/>
              <a:gd name="connsiteX1065" fmla="*/ 962733 w 994371"/>
              <a:gd name="connsiteY1065" fmla="*/ 35754 h 358818"/>
              <a:gd name="connsiteX1066" fmla="*/ 963636 w 994371"/>
              <a:gd name="connsiteY1066" fmla="*/ 37116 h 358818"/>
              <a:gd name="connsiteX1067" fmla="*/ 964540 w 994371"/>
              <a:gd name="connsiteY1067" fmla="*/ 38501 h 358818"/>
              <a:gd name="connsiteX1068" fmla="*/ 965444 w 994371"/>
              <a:gd name="connsiteY1068" fmla="*/ 39907 h 358818"/>
              <a:gd name="connsiteX1069" fmla="*/ 966347 w 994371"/>
              <a:gd name="connsiteY1069" fmla="*/ 41336 h 358818"/>
              <a:gd name="connsiteX1070" fmla="*/ 967251 w 994371"/>
              <a:gd name="connsiteY1070" fmla="*/ 42786 h 358818"/>
              <a:gd name="connsiteX1071" fmla="*/ 968156 w 994371"/>
              <a:gd name="connsiteY1071" fmla="*/ 44258 h 358818"/>
              <a:gd name="connsiteX1072" fmla="*/ 969060 w 994371"/>
              <a:gd name="connsiteY1072" fmla="*/ 45752 h 358818"/>
              <a:gd name="connsiteX1073" fmla="*/ 969964 w 994371"/>
              <a:gd name="connsiteY1073" fmla="*/ 47266 h 358818"/>
              <a:gd name="connsiteX1074" fmla="*/ 970868 w 994371"/>
              <a:gd name="connsiteY1074" fmla="*/ 48802 h 358818"/>
              <a:gd name="connsiteX1075" fmla="*/ 971771 w 994371"/>
              <a:gd name="connsiteY1075" fmla="*/ 50357 h 358818"/>
              <a:gd name="connsiteX1076" fmla="*/ 972677 w 994371"/>
              <a:gd name="connsiteY1076" fmla="*/ 51934 h 358818"/>
              <a:gd name="connsiteX1077" fmla="*/ 973580 w 994371"/>
              <a:gd name="connsiteY1077" fmla="*/ 53530 h 358818"/>
              <a:gd name="connsiteX1078" fmla="*/ 974484 w 994371"/>
              <a:gd name="connsiteY1078" fmla="*/ 55147 h 358818"/>
              <a:gd name="connsiteX1079" fmla="*/ 975388 w 994371"/>
              <a:gd name="connsiteY1079" fmla="*/ 56783 h 358818"/>
              <a:gd name="connsiteX1080" fmla="*/ 976291 w 994371"/>
              <a:gd name="connsiteY1080" fmla="*/ 58438 h 358818"/>
              <a:gd name="connsiteX1081" fmla="*/ 977195 w 994371"/>
              <a:gd name="connsiteY1081" fmla="*/ 60112 h 358818"/>
              <a:gd name="connsiteX1082" fmla="*/ 978100 w 994371"/>
              <a:gd name="connsiteY1082" fmla="*/ 61806 h 358818"/>
              <a:gd name="connsiteX1083" fmla="*/ 979004 w 994371"/>
              <a:gd name="connsiteY1083" fmla="*/ 63517 h 358818"/>
              <a:gd name="connsiteX1084" fmla="*/ 979908 w 994371"/>
              <a:gd name="connsiteY1084" fmla="*/ 65248 h 358818"/>
              <a:gd name="connsiteX1085" fmla="*/ 980812 w 994371"/>
              <a:gd name="connsiteY1085" fmla="*/ 66996 h 358818"/>
              <a:gd name="connsiteX1086" fmla="*/ 981715 w 994371"/>
              <a:gd name="connsiteY1086" fmla="*/ 68762 h 358818"/>
              <a:gd name="connsiteX1087" fmla="*/ 982619 w 994371"/>
              <a:gd name="connsiteY1087" fmla="*/ 70545 h 358818"/>
              <a:gd name="connsiteX1088" fmla="*/ 983523 w 994371"/>
              <a:gd name="connsiteY1088" fmla="*/ 72346 h 358818"/>
              <a:gd name="connsiteX1089" fmla="*/ 984428 w 994371"/>
              <a:gd name="connsiteY1089" fmla="*/ 74163 h 358818"/>
              <a:gd name="connsiteX1090" fmla="*/ 985332 w 994371"/>
              <a:gd name="connsiteY1090" fmla="*/ 75997 h 358818"/>
              <a:gd name="connsiteX1091" fmla="*/ 986235 w 994371"/>
              <a:gd name="connsiteY1091" fmla="*/ 77848 h 358818"/>
              <a:gd name="connsiteX1092" fmla="*/ 987139 w 994371"/>
              <a:gd name="connsiteY1092" fmla="*/ 79714 h 358818"/>
              <a:gd name="connsiteX1093" fmla="*/ 988043 w 994371"/>
              <a:gd name="connsiteY1093" fmla="*/ 81596 h 358818"/>
              <a:gd name="connsiteX1094" fmla="*/ 988947 w 994371"/>
              <a:gd name="connsiteY1094" fmla="*/ 83494 h 358818"/>
              <a:gd name="connsiteX1095" fmla="*/ 989852 w 994371"/>
              <a:gd name="connsiteY1095" fmla="*/ 85407 h 358818"/>
              <a:gd name="connsiteX1096" fmla="*/ 990756 w 994371"/>
              <a:gd name="connsiteY1096" fmla="*/ 87335 h 358818"/>
              <a:gd name="connsiteX1097" fmla="*/ 991659 w 994371"/>
              <a:gd name="connsiteY1097" fmla="*/ 89277 h 358818"/>
              <a:gd name="connsiteX1098" fmla="*/ 992563 w 994371"/>
              <a:gd name="connsiteY1098" fmla="*/ 91233 h 358818"/>
              <a:gd name="connsiteX1099" fmla="*/ 993467 w 994371"/>
              <a:gd name="connsiteY1099" fmla="*/ 93204 h 358818"/>
              <a:gd name="connsiteX1100" fmla="*/ 994372 w 994371"/>
              <a:gd name="connsiteY1100" fmla="*/ 95188 h 358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</a:cxnLst>
            <a:rect l="l" t="t" r="r" b="b"/>
            <a:pathLst>
              <a:path w="994371" h="358818">
                <a:moveTo>
                  <a:pt x="0" y="2724"/>
                </a:moveTo>
                <a:lnTo>
                  <a:pt x="904" y="2347"/>
                </a:lnTo>
                <a:lnTo>
                  <a:pt x="1807" y="1997"/>
                </a:lnTo>
                <a:lnTo>
                  <a:pt x="2713" y="1676"/>
                </a:lnTo>
                <a:lnTo>
                  <a:pt x="3616" y="1382"/>
                </a:lnTo>
                <a:lnTo>
                  <a:pt x="4520" y="1117"/>
                </a:lnTo>
                <a:lnTo>
                  <a:pt x="5424" y="880"/>
                </a:lnTo>
                <a:lnTo>
                  <a:pt x="6328" y="671"/>
                </a:lnTo>
                <a:lnTo>
                  <a:pt x="7231" y="490"/>
                </a:lnTo>
                <a:lnTo>
                  <a:pt x="8137" y="338"/>
                </a:lnTo>
                <a:lnTo>
                  <a:pt x="9040" y="214"/>
                </a:lnTo>
                <a:lnTo>
                  <a:pt x="9944" y="118"/>
                </a:lnTo>
                <a:lnTo>
                  <a:pt x="10848" y="50"/>
                </a:lnTo>
                <a:lnTo>
                  <a:pt x="11751" y="11"/>
                </a:lnTo>
                <a:lnTo>
                  <a:pt x="12655" y="0"/>
                </a:lnTo>
                <a:lnTo>
                  <a:pt x="13560" y="17"/>
                </a:lnTo>
                <a:lnTo>
                  <a:pt x="14464" y="63"/>
                </a:lnTo>
                <a:lnTo>
                  <a:pt x="15368" y="137"/>
                </a:lnTo>
                <a:lnTo>
                  <a:pt x="16272" y="240"/>
                </a:lnTo>
                <a:lnTo>
                  <a:pt x="17175" y="370"/>
                </a:lnTo>
                <a:lnTo>
                  <a:pt x="18079" y="529"/>
                </a:lnTo>
                <a:lnTo>
                  <a:pt x="18984" y="716"/>
                </a:lnTo>
                <a:lnTo>
                  <a:pt x="19888" y="932"/>
                </a:lnTo>
                <a:lnTo>
                  <a:pt x="20792" y="1175"/>
                </a:lnTo>
                <a:lnTo>
                  <a:pt x="21695" y="1447"/>
                </a:lnTo>
                <a:lnTo>
                  <a:pt x="22599" y="1747"/>
                </a:lnTo>
                <a:lnTo>
                  <a:pt x="23503" y="2075"/>
                </a:lnTo>
                <a:lnTo>
                  <a:pt x="24408" y="2431"/>
                </a:lnTo>
                <a:lnTo>
                  <a:pt x="25312" y="2814"/>
                </a:lnTo>
                <a:lnTo>
                  <a:pt x="26216" y="3226"/>
                </a:lnTo>
                <a:lnTo>
                  <a:pt x="27119" y="3666"/>
                </a:lnTo>
                <a:lnTo>
                  <a:pt x="28023" y="4133"/>
                </a:lnTo>
                <a:lnTo>
                  <a:pt x="28927" y="4628"/>
                </a:lnTo>
                <a:lnTo>
                  <a:pt x="29832" y="5150"/>
                </a:lnTo>
                <a:lnTo>
                  <a:pt x="30736" y="5700"/>
                </a:lnTo>
                <a:lnTo>
                  <a:pt x="31639" y="6278"/>
                </a:lnTo>
                <a:lnTo>
                  <a:pt x="32543" y="6883"/>
                </a:lnTo>
                <a:lnTo>
                  <a:pt x="33447" y="7515"/>
                </a:lnTo>
                <a:lnTo>
                  <a:pt x="34352" y="8174"/>
                </a:lnTo>
                <a:lnTo>
                  <a:pt x="35256" y="8860"/>
                </a:lnTo>
                <a:lnTo>
                  <a:pt x="36160" y="9574"/>
                </a:lnTo>
                <a:lnTo>
                  <a:pt x="37063" y="10314"/>
                </a:lnTo>
                <a:lnTo>
                  <a:pt x="37967" y="11080"/>
                </a:lnTo>
                <a:lnTo>
                  <a:pt x="38871" y="11874"/>
                </a:lnTo>
                <a:lnTo>
                  <a:pt x="39776" y="12693"/>
                </a:lnTo>
                <a:lnTo>
                  <a:pt x="40680" y="13539"/>
                </a:lnTo>
                <a:lnTo>
                  <a:pt x="41583" y="14412"/>
                </a:lnTo>
                <a:lnTo>
                  <a:pt x="42487" y="15310"/>
                </a:lnTo>
                <a:lnTo>
                  <a:pt x="43391" y="16234"/>
                </a:lnTo>
                <a:lnTo>
                  <a:pt x="44294" y="17184"/>
                </a:lnTo>
                <a:lnTo>
                  <a:pt x="45200" y="18160"/>
                </a:lnTo>
                <a:lnTo>
                  <a:pt x="46103" y="19161"/>
                </a:lnTo>
                <a:lnTo>
                  <a:pt x="47007" y="20188"/>
                </a:lnTo>
                <a:lnTo>
                  <a:pt x="47911" y="21239"/>
                </a:lnTo>
                <a:lnTo>
                  <a:pt x="48815" y="22316"/>
                </a:lnTo>
                <a:lnTo>
                  <a:pt x="49718" y="23417"/>
                </a:lnTo>
                <a:lnTo>
                  <a:pt x="50624" y="24543"/>
                </a:lnTo>
                <a:lnTo>
                  <a:pt x="51527" y="25693"/>
                </a:lnTo>
                <a:lnTo>
                  <a:pt x="52431" y="26868"/>
                </a:lnTo>
                <a:lnTo>
                  <a:pt x="53335" y="28067"/>
                </a:lnTo>
                <a:lnTo>
                  <a:pt x="54238" y="29289"/>
                </a:lnTo>
                <a:lnTo>
                  <a:pt x="55142" y="30536"/>
                </a:lnTo>
                <a:lnTo>
                  <a:pt x="56047" y="31806"/>
                </a:lnTo>
                <a:lnTo>
                  <a:pt x="56951" y="33099"/>
                </a:lnTo>
                <a:lnTo>
                  <a:pt x="57855" y="34415"/>
                </a:lnTo>
                <a:lnTo>
                  <a:pt x="58759" y="35754"/>
                </a:lnTo>
                <a:lnTo>
                  <a:pt x="59662" y="37116"/>
                </a:lnTo>
                <a:lnTo>
                  <a:pt x="60566" y="38501"/>
                </a:lnTo>
                <a:lnTo>
                  <a:pt x="61471" y="39907"/>
                </a:lnTo>
                <a:lnTo>
                  <a:pt x="62375" y="41336"/>
                </a:lnTo>
                <a:lnTo>
                  <a:pt x="63279" y="42786"/>
                </a:lnTo>
                <a:lnTo>
                  <a:pt x="64182" y="44258"/>
                </a:lnTo>
                <a:lnTo>
                  <a:pt x="65086" y="45752"/>
                </a:lnTo>
                <a:lnTo>
                  <a:pt x="65990" y="47266"/>
                </a:lnTo>
                <a:lnTo>
                  <a:pt x="66893" y="48802"/>
                </a:lnTo>
                <a:lnTo>
                  <a:pt x="67799" y="50357"/>
                </a:lnTo>
                <a:lnTo>
                  <a:pt x="68703" y="51934"/>
                </a:lnTo>
                <a:lnTo>
                  <a:pt x="69606" y="53530"/>
                </a:lnTo>
                <a:lnTo>
                  <a:pt x="70510" y="55147"/>
                </a:lnTo>
                <a:lnTo>
                  <a:pt x="71414" y="56783"/>
                </a:lnTo>
                <a:lnTo>
                  <a:pt x="72317" y="58438"/>
                </a:lnTo>
                <a:lnTo>
                  <a:pt x="73223" y="60112"/>
                </a:lnTo>
                <a:lnTo>
                  <a:pt x="74126" y="61806"/>
                </a:lnTo>
                <a:lnTo>
                  <a:pt x="75030" y="63517"/>
                </a:lnTo>
                <a:lnTo>
                  <a:pt x="75934" y="65248"/>
                </a:lnTo>
                <a:lnTo>
                  <a:pt x="76837" y="66996"/>
                </a:lnTo>
                <a:lnTo>
                  <a:pt x="77741" y="68762"/>
                </a:lnTo>
                <a:lnTo>
                  <a:pt x="78647" y="70545"/>
                </a:lnTo>
                <a:lnTo>
                  <a:pt x="79550" y="72346"/>
                </a:lnTo>
                <a:lnTo>
                  <a:pt x="80454" y="74163"/>
                </a:lnTo>
                <a:lnTo>
                  <a:pt x="81358" y="75997"/>
                </a:lnTo>
                <a:lnTo>
                  <a:pt x="82261" y="77848"/>
                </a:lnTo>
                <a:lnTo>
                  <a:pt x="83165" y="79714"/>
                </a:lnTo>
                <a:lnTo>
                  <a:pt x="84070" y="81596"/>
                </a:lnTo>
                <a:lnTo>
                  <a:pt x="84974" y="83494"/>
                </a:lnTo>
                <a:lnTo>
                  <a:pt x="85878" y="85407"/>
                </a:lnTo>
                <a:lnTo>
                  <a:pt x="86781" y="87335"/>
                </a:lnTo>
                <a:lnTo>
                  <a:pt x="87685" y="89277"/>
                </a:lnTo>
                <a:lnTo>
                  <a:pt x="88589" y="91233"/>
                </a:lnTo>
                <a:lnTo>
                  <a:pt x="89494" y="93204"/>
                </a:lnTo>
                <a:lnTo>
                  <a:pt x="90398" y="95188"/>
                </a:lnTo>
                <a:lnTo>
                  <a:pt x="91302" y="97185"/>
                </a:lnTo>
                <a:lnTo>
                  <a:pt x="92205" y="99195"/>
                </a:lnTo>
                <a:lnTo>
                  <a:pt x="93109" y="101218"/>
                </a:lnTo>
                <a:lnTo>
                  <a:pt x="94013" y="103253"/>
                </a:lnTo>
                <a:lnTo>
                  <a:pt x="94918" y="105300"/>
                </a:lnTo>
                <a:lnTo>
                  <a:pt x="95822" y="107359"/>
                </a:lnTo>
                <a:lnTo>
                  <a:pt x="96725" y="109430"/>
                </a:lnTo>
                <a:lnTo>
                  <a:pt x="97629" y="111511"/>
                </a:lnTo>
                <a:lnTo>
                  <a:pt x="98533" y="113603"/>
                </a:lnTo>
                <a:lnTo>
                  <a:pt x="99437" y="115706"/>
                </a:lnTo>
                <a:lnTo>
                  <a:pt x="100342" y="117819"/>
                </a:lnTo>
                <a:lnTo>
                  <a:pt x="101246" y="119941"/>
                </a:lnTo>
                <a:lnTo>
                  <a:pt x="102149" y="122073"/>
                </a:lnTo>
                <a:lnTo>
                  <a:pt x="103053" y="124213"/>
                </a:lnTo>
                <a:lnTo>
                  <a:pt x="103957" y="126363"/>
                </a:lnTo>
                <a:lnTo>
                  <a:pt x="104860" y="128521"/>
                </a:lnTo>
                <a:lnTo>
                  <a:pt x="105766" y="130687"/>
                </a:lnTo>
                <a:lnTo>
                  <a:pt x="106669" y="132860"/>
                </a:lnTo>
                <a:lnTo>
                  <a:pt x="107573" y="135040"/>
                </a:lnTo>
                <a:lnTo>
                  <a:pt x="108477" y="137228"/>
                </a:lnTo>
                <a:lnTo>
                  <a:pt x="109381" y="139424"/>
                </a:lnTo>
                <a:lnTo>
                  <a:pt x="110284" y="141625"/>
                </a:lnTo>
                <a:lnTo>
                  <a:pt x="111190" y="143831"/>
                </a:lnTo>
                <a:lnTo>
                  <a:pt x="112093" y="146044"/>
                </a:lnTo>
                <a:lnTo>
                  <a:pt x="112997" y="148262"/>
                </a:lnTo>
                <a:lnTo>
                  <a:pt x="113901" y="150485"/>
                </a:lnTo>
                <a:lnTo>
                  <a:pt x="114804" y="152712"/>
                </a:lnTo>
                <a:lnTo>
                  <a:pt x="115708" y="154943"/>
                </a:lnTo>
                <a:lnTo>
                  <a:pt x="116613" y="157179"/>
                </a:lnTo>
                <a:lnTo>
                  <a:pt x="117517" y="159417"/>
                </a:lnTo>
                <a:lnTo>
                  <a:pt x="118421" y="161659"/>
                </a:lnTo>
                <a:lnTo>
                  <a:pt x="119324" y="163904"/>
                </a:lnTo>
                <a:lnTo>
                  <a:pt x="120228" y="166151"/>
                </a:lnTo>
                <a:lnTo>
                  <a:pt x="121132" y="168401"/>
                </a:lnTo>
                <a:lnTo>
                  <a:pt x="122037" y="170652"/>
                </a:lnTo>
                <a:lnTo>
                  <a:pt x="122941" y="172904"/>
                </a:lnTo>
                <a:lnTo>
                  <a:pt x="123845" y="175158"/>
                </a:lnTo>
                <a:lnTo>
                  <a:pt x="124748" y="177413"/>
                </a:lnTo>
                <a:lnTo>
                  <a:pt x="125652" y="179667"/>
                </a:lnTo>
                <a:lnTo>
                  <a:pt x="126556" y="181921"/>
                </a:lnTo>
                <a:lnTo>
                  <a:pt x="127461" y="184175"/>
                </a:lnTo>
                <a:lnTo>
                  <a:pt x="128365" y="186428"/>
                </a:lnTo>
                <a:lnTo>
                  <a:pt x="129268" y="188681"/>
                </a:lnTo>
                <a:lnTo>
                  <a:pt x="130172" y="190931"/>
                </a:lnTo>
                <a:lnTo>
                  <a:pt x="131076" y="193181"/>
                </a:lnTo>
                <a:lnTo>
                  <a:pt x="131980" y="195427"/>
                </a:lnTo>
                <a:lnTo>
                  <a:pt x="132885" y="197671"/>
                </a:lnTo>
                <a:lnTo>
                  <a:pt x="133789" y="199912"/>
                </a:lnTo>
                <a:lnTo>
                  <a:pt x="134692" y="202150"/>
                </a:lnTo>
                <a:lnTo>
                  <a:pt x="135596" y="204385"/>
                </a:lnTo>
                <a:lnTo>
                  <a:pt x="136500" y="206615"/>
                </a:lnTo>
                <a:lnTo>
                  <a:pt x="137405" y="208841"/>
                </a:lnTo>
                <a:lnTo>
                  <a:pt x="138309" y="211064"/>
                </a:lnTo>
                <a:lnTo>
                  <a:pt x="139212" y="213280"/>
                </a:lnTo>
                <a:lnTo>
                  <a:pt x="140116" y="215491"/>
                </a:lnTo>
                <a:lnTo>
                  <a:pt x="141020" y="217697"/>
                </a:lnTo>
                <a:lnTo>
                  <a:pt x="141924" y="219896"/>
                </a:lnTo>
                <a:lnTo>
                  <a:pt x="142829" y="222089"/>
                </a:lnTo>
                <a:lnTo>
                  <a:pt x="143733" y="224275"/>
                </a:lnTo>
                <a:lnTo>
                  <a:pt x="144636" y="226455"/>
                </a:lnTo>
                <a:lnTo>
                  <a:pt x="145540" y="228627"/>
                </a:lnTo>
                <a:lnTo>
                  <a:pt x="146444" y="230790"/>
                </a:lnTo>
                <a:lnTo>
                  <a:pt x="147347" y="232946"/>
                </a:lnTo>
                <a:lnTo>
                  <a:pt x="148253" y="235094"/>
                </a:lnTo>
                <a:lnTo>
                  <a:pt x="149156" y="237232"/>
                </a:lnTo>
                <a:lnTo>
                  <a:pt x="150060" y="239362"/>
                </a:lnTo>
                <a:lnTo>
                  <a:pt x="150964" y="241483"/>
                </a:lnTo>
                <a:lnTo>
                  <a:pt x="151868" y="243593"/>
                </a:lnTo>
                <a:lnTo>
                  <a:pt x="152771" y="245693"/>
                </a:lnTo>
                <a:lnTo>
                  <a:pt x="153677" y="247783"/>
                </a:lnTo>
                <a:lnTo>
                  <a:pt x="154580" y="249862"/>
                </a:lnTo>
                <a:lnTo>
                  <a:pt x="155484" y="251931"/>
                </a:lnTo>
                <a:lnTo>
                  <a:pt x="156388" y="253986"/>
                </a:lnTo>
                <a:lnTo>
                  <a:pt x="157291" y="256031"/>
                </a:lnTo>
                <a:lnTo>
                  <a:pt x="158195" y="258064"/>
                </a:lnTo>
                <a:lnTo>
                  <a:pt x="159100" y="260084"/>
                </a:lnTo>
                <a:lnTo>
                  <a:pt x="160004" y="262091"/>
                </a:lnTo>
                <a:lnTo>
                  <a:pt x="160908" y="264086"/>
                </a:lnTo>
                <a:lnTo>
                  <a:pt x="161812" y="266066"/>
                </a:lnTo>
                <a:lnTo>
                  <a:pt x="162715" y="268033"/>
                </a:lnTo>
                <a:lnTo>
                  <a:pt x="163619" y="269986"/>
                </a:lnTo>
                <a:lnTo>
                  <a:pt x="164524" y="271925"/>
                </a:lnTo>
                <a:lnTo>
                  <a:pt x="165428" y="273849"/>
                </a:lnTo>
                <a:lnTo>
                  <a:pt x="166332" y="275759"/>
                </a:lnTo>
                <a:lnTo>
                  <a:pt x="167235" y="277653"/>
                </a:lnTo>
                <a:lnTo>
                  <a:pt x="168139" y="279532"/>
                </a:lnTo>
                <a:lnTo>
                  <a:pt x="169043" y="281394"/>
                </a:lnTo>
                <a:lnTo>
                  <a:pt x="169948" y="283241"/>
                </a:lnTo>
                <a:lnTo>
                  <a:pt x="170852" y="285072"/>
                </a:lnTo>
                <a:lnTo>
                  <a:pt x="171756" y="286886"/>
                </a:lnTo>
                <a:lnTo>
                  <a:pt x="172659" y="288681"/>
                </a:lnTo>
                <a:lnTo>
                  <a:pt x="173563" y="290461"/>
                </a:lnTo>
                <a:lnTo>
                  <a:pt x="174467" y="292223"/>
                </a:lnTo>
                <a:lnTo>
                  <a:pt x="175372" y="293967"/>
                </a:lnTo>
                <a:lnTo>
                  <a:pt x="176276" y="295693"/>
                </a:lnTo>
                <a:lnTo>
                  <a:pt x="177179" y="297401"/>
                </a:lnTo>
                <a:lnTo>
                  <a:pt x="178083" y="299090"/>
                </a:lnTo>
                <a:lnTo>
                  <a:pt x="178987" y="300760"/>
                </a:lnTo>
                <a:lnTo>
                  <a:pt x="179890" y="302411"/>
                </a:lnTo>
                <a:lnTo>
                  <a:pt x="180796" y="304043"/>
                </a:lnTo>
                <a:lnTo>
                  <a:pt x="181700" y="305654"/>
                </a:lnTo>
                <a:lnTo>
                  <a:pt x="182603" y="307245"/>
                </a:lnTo>
                <a:lnTo>
                  <a:pt x="183507" y="308818"/>
                </a:lnTo>
                <a:lnTo>
                  <a:pt x="184411" y="310370"/>
                </a:lnTo>
                <a:lnTo>
                  <a:pt x="185314" y="311900"/>
                </a:lnTo>
                <a:lnTo>
                  <a:pt x="186220" y="313410"/>
                </a:lnTo>
                <a:lnTo>
                  <a:pt x="187123" y="314898"/>
                </a:lnTo>
                <a:lnTo>
                  <a:pt x="188027" y="316365"/>
                </a:lnTo>
                <a:lnTo>
                  <a:pt x="188931" y="317811"/>
                </a:lnTo>
                <a:lnTo>
                  <a:pt x="189834" y="319234"/>
                </a:lnTo>
                <a:lnTo>
                  <a:pt x="190738" y="320636"/>
                </a:lnTo>
                <a:lnTo>
                  <a:pt x="191644" y="322015"/>
                </a:lnTo>
                <a:lnTo>
                  <a:pt x="192547" y="323372"/>
                </a:lnTo>
                <a:lnTo>
                  <a:pt x="193451" y="324706"/>
                </a:lnTo>
                <a:lnTo>
                  <a:pt x="194355" y="326017"/>
                </a:lnTo>
                <a:lnTo>
                  <a:pt x="195258" y="327304"/>
                </a:lnTo>
                <a:lnTo>
                  <a:pt x="196162" y="328568"/>
                </a:lnTo>
                <a:lnTo>
                  <a:pt x="197067" y="329811"/>
                </a:lnTo>
                <a:lnTo>
                  <a:pt x="197971" y="331027"/>
                </a:lnTo>
                <a:lnTo>
                  <a:pt x="198875" y="332221"/>
                </a:lnTo>
                <a:lnTo>
                  <a:pt x="199778" y="333389"/>
                </a:lnTo>
                <a:lnTo>
                  <a:pt x="200682" y="334535"/>
                </a:lnTo>
                <a:lnTo>
                  <a:pt x="201586" y="335655"/>
                </a:lnTo>
                <a:lnTo>
                  <a:pt x="202491" y="336752"/>
                </a:lnTo>
                <a:lnTo>
                  <a:pt x="203395" y="337821"/>
                </a:lnTo>
                <a:lnTo>
                  <a:pt x="204299" y="338868"/>
                </a:lnTo>
                <a:lnTo>
                  <a:pt x="205202" y="339888"/>
                </a:lnTo>
                <a:lnTo>
                  <a:pt x="206106" y="340883"/>
                </a:lnTo>
                <a:lnTo>
                  <a:pt x="207010" y="341853"/>
                </a:lnTo>
                <a:lnTo>
                  <a:pt x="207913" y="342797"/>
                </a:lnTo>
                <a:lnTo>
                  <a:pt x="208819" y="343715"/>
                </a:lnTo>
                <a:lnTo>
                  <a:pt x="209722" y="344607"/>
                </a:lnTo>
                <a:lnTo>
                  <a:pt x="210626" y="345474"/>
                </a:lnTo>
                <a:lnTo>
                  <a:pt x="211530" y="346315"/>
                </a:lnTo>
                <a:lnTo>
                  <a:pt x="212434" y="347129"/>
                </a:lnTo>
                <a:lnTo>
                  <a:pt x="213337" y="347915"/>
                </a:lnTo>
                <a:lnTo>
                  <a:pt x="214243" y="348676"/>
                </a:lnTo>
                <a:lnTo>
                  <a:pt x="215146" y="349410"/>
                </a:lnTo>
                <a:lnTo>
                  <a:pt x="216050" y="350118"/>
                </a:lnTo>
                <a:lnTo>
                  <a:pt x="216954" y="350797"/>
                </a:lnTo>
                <a:lnTo>
                  <a:pt x="217857" y="351450"/>
                </a:lnTo>
                <a:lnTo>
                  <a:pt x="218761" y="352076"/>
                </a:lnTo>
                <a:lnTo>
                  <a:pt x="219666" y="352674"/>
                </a:lnTo>
                <a:lnTo>
                  <a:pt x="220570" y="353246"/>
                </a:lnTo>
                <a:lnTo>
                  <a:pt x="221474" y="353790"/>
                </a:lnTo>
                <a:lnTo>
                  <a:pt x="222377" y="354305"/>
                </a:lnTo>
                <a:lnTo>
                  <a:pt x="223281" y="354795"/>
                </a:lnTo>
                <a:lnTo>
                  <a:pt x="224185" y="355256"/>
                </a:lnTo>
                <a:lnTo>
                  <a:pt x="225090" y="355689"/>
                </a:lnTo>
                <a:lnTo>
                  <a:pt x="225994" y="356095"/>
                </a:lnTo>
                <a:lnTo>
                  <a:pt x="226898" y="356472"/>
                </a:lnTo>
                <a:lnTo>
                  <a:pt x="227801" y="356822"/>
                </a:lnTo>
                <a:lnTo>
                  <a:pt x="228705" y="357143"/>
                </a:lnTo>
                <a:lnTo>
                  <a:pt x="229609" y="357437"/>
                </a:lnTo>
                <a:lnTo>
                  <a:pt x="230514" y="357701"/>
                </a:lnTo>
                <a:lnTo>
                  <a:pt x="231418" y="357938"/>
                </a:lnTo>
                <a:lnTo>
                  <a:pt x="232321" y="358148"/>
                </a:lnTo>
                <a:lnTo>
                  <a:pt x="233225" y="358329"/>
                </a:lnTo>
                <a:lnTo>
                  <a:pt x="234129" y="358480"/>
                </a:lnTo>
                <a:lnTo>
                  <a:pt x="235033" y="358605"/>
                </a:lnTo>
                <a:lnTo>
                  <a:pt x="235938" y="358701"/>
                </a:lnTo>
                <a:lnTo>
                  <a:pt x="236842" y="358769"/>
                </a:lnTo>
                <a:lnTo>
                  <a:pt x="237745" y="358807"/>
                </a:lnTo>
                <a:lnTo>
                  <a:pt x="238649" y="358819"/>
                </a:lnTo>
                <a:lnTo>
                  <a:pt x="239553" y="358801"/>
                </a:lnTo>
                <a:lnTo>
                  <a:pt x="240456" y="358756"/>
                </a:lnTo>
                <a:lnTo>
                  <a:pt x="241362" y="358681"/>
                </a:lnTo>
                <a:lnTo>
                  <a:pt x="242265" y="358580"/>
                </a:lnTo>
                <a:lnTo>
                  <a:pt x="243169" y="358448"/>
                </a:lnTo>
                <a:lnTo>
                  <a:pt x="244073" y="358289"/>
                </a:lnTo>
                <a:lnTo>
                  <a:pt x="244977" y="358103"/>
                </a:lnTo>
                <a:lnTo>
                  <a:pt x="245880" y="357887"/>
                </a:lnTo>
                <a:lnTo>
                  <a:pt x="246786" y="357643"/>
                </a:lnTo>
                <a:lnTo>
                  <a:pt x="247689" y="357372"/>
                </a:lnTo>
                <a:lnTo>
                  <a:pt x="248593" y="357071"/>
                </a:lnTo>
                <a:lnTo>
                  <a:pt x="249497" y="356744"/>
                </a:lnTo>
                <a:lnTo>
                  <a:pt x="250400" y="356389"/>
                </a:lnTo>
                <a:lnTo>
                  <a:pt x="251306" y="356005"/>
                </a:lnTo>
                <a:lnTo>
                  <a:pt x="252209" y="355593"/>
                </a:lnTo>
                <a:lnTo>
                  <a:pt x="253113" y="355153"/>
                </a:lnTo>
                <a:lnTo>
                  <a:pt x="254017" y="354686"/>
                </a:lnTo>
                <a:lnTo>
                  <a:pt x="254921" y="354191"/>
                </a:lnTo>
                <a:lnTo>
                  <a:pt x="255824" y="353669"/>
                </a:lnTo>
                <a:lnTo>
                  <a:pt x="256728" y="353118"/>
                </a:lnTo>
                <a:lnTo>
                  <a:pt x="257633" y="352541"/>
                </a:lnTo>
                <a:lnTo>
                  <a:pt x="258537" y="351937"/>
                </a:lnTo>
                <a:lnTo>
                  <a:pt x="259441" y="351304"/>
                </a:lnTo>
                <a:lnTo>
                  <a:pt x="260344" y="350644"/>
                </a:lnTo>
                <a:lnTo>
                  <a:pt x="261248" y="349958"/>
                </a:lnTo>
                <a:lnTo>
                  <a:pt x="262153" y="349245"/>
                </a:lnTo>
                <a:lnTo>
                  <a:pt x="263057" y="348505"/>
                </a:lnTo>
                <a:lnTo>
                  <a:pt x="263961" y="347739"/>
                </a:lnTo>
                <a:lnTo>
                  <a:pt x="264865" y="346945"/>
                </a:lnTo>
                <a:lnTo>
                  <a:pt x="265768" y="346126"/>
                </a:lnTo>
                <a:lnTo>
                  <a:pt x="266672" y="345280"/>
                </a:lnTo>
                <a:lnTo>
                  <a:pt x="267576" y="344406"/>
                </a:lnTo>
                <a:lnTo>
                  <a:pt x="268481" y="343509"/>
                </a:lnTo>
                <a:lnTo>
                  <a:pt x="269385" y="342584"/>
                </a:lnTo>
                <a:lnTo>
                  <a:pt x="270288" y="341634"/>
                </a:lnTo>
                <a:lnTo>
                  <a:pt x="271192" y="340659"/>
                </a:lnTo>
                <a:lnTo>
                  <a:pt x="272096" y="339657"/>
                </a:lnTo>
                <a:lnTo>
                  <a:pt x="273001" y="338632"/>
                </a:lnTo>
                <a:lnTo>
                  <a:pt x="273905" y="337579"/>
                </a:lnTo>
                <a:lnTo>
                  <a:pt x="274809" y="336502"/>
                </a:lnTo>
                <a:lnTo>
                  <a:pt x="275712" y="335403"/>
                </a:lnTo>
                <a:lnTo>
                  <a:pt x="276616" y="334276"/>
                </a:lnTo>
                <a:lnTo>
                  <a:pt x="277520" y="333125"/>
                </a:lnTo>
                <a:lnTo>
                  <a:pt x="278423" y="331951"/>
                </a:lnTo>
                <a:lnTo>
                  <a:pt x="279329" y="330751"/>
                </a:lnTo>
                <a:lnTo>
                  <a:pt x="280232" y="329529"/>
                </a:lnTo>
                <a:lnTo>
                  <a:pt x="281136" y="328283"/>
                </a:lnTo>
                <a:lnTo>
                  <a:pt x="282040" y="327014"/>
                </a:lnTo>
                <a:lnTo>
                  <a:pt x="282943" y="325719"/>
                </a:lnTo>
                <a:lnTo>
                  <a:pt x="283849" y="324404"/>
                </a:lnTo>
                <a:lnTo>
                  <a:pt x="284753" y="323065"/>
                </a:lnTo>
                <a:lnTo>
                  <a:pt x="285656" y="321703"/>
                </a:lnTo>
                <a:lnTo>
                  <a:pt x="286560" y="320319"/>
                </a:lnTo>
                <a:lnTo>
                  <a:pt x="287464" y="318912"/>
                </a:lnTo>
                <a:lnTo>
                  <a:pt x="288367" y="317483"/>
                </a:lnTo>
                <a:lnTo>
                  <a:pt x="289271" y="316033"/>
                </a:lnTo>
                <a:lnTo>
                  <a:pt x="290176" y="314560"/>
                </a:lnTo>
                <a:lnTo>
                  <a:pt x="291080" y="313066"/>
                </a:lnTo>
                <a:lnTo>
                  <a:pt x="291984" y="311553"/>
                </a:lnTo>
                <a:lnTo>
                  <a:pt x="292887" y="310018"/>
                </a:lnTo>
                <a:lnTo>
                  <a:pt x="293791" y="308461"/>
                </a:lnTo>
                <a:lnTo>
                  <a:pt x="294696" y="306885"/>
                </a:lnTo>
                <a:lnTo>
                  <a:pt x="295600" y="305288"/>
                </a:lnTo>
                <a:lnTo>
                  <a:pt x="296504" y="303672"/>
                </a:lnTo>
                <a:lnTo>
                  <a:pt x="297408" y="302036"/>
                </a:lnTo>
                <a:lnTo>
                  <a:pt x="298311" y="300381"/>
                </a:lnTo>
                <a:lnTo>
                  <a:pt x="299215" y="298707"/>
                </a:lnTo>
                <a:lnTo>
                  <a:pt x="300119" y="297012"/>
                </a:lnTo>
                <a:lnTo>
                  <a:pt x="301024" y="295301"/>
                </a:lnTo>
                <a:lnTo>
                  <a:pt x="301928" y="293572"/>
                </a:lnTo>
                <a:lnTo>
                  <a:pt x="302831" y="291823"/>
                </a:lnTo>
                <a:lnTo>
                  <a:pt x="303735" y="290057"/>
                </a:lnTo>
                <a:lnTo>
                  <a:pt x="304639" y="288273"/>
                </a:lnTo>
                <a:lnTo>
                  <a:pt x="305544" y="286474"/>
                </a:lnTo>
                <a:lnTo>
                  <a:pt x="306448" y="284655"/>
                </a:lnTo>
                <a:lnTo>
                  <a:pt x="307352" y="282821"/>
                </a:lnTo>
                <a:lnTo>
                  <a:pt x="308255" y="280970"/>
                </a:lnTo>
                <a:lnTo>
                  <a:pt x="309159" y="279105"/>
                </a:lnTo>
                <a:lnTo>
                  <a:pt x="310063" y="277222"/>
                </a:lnTo>
                <a:lnTo>
                  <a:pt x="310966" y="275325"/>
                </a:lnTo>
                <a:lnTo>
                  <a:pt x="311872" y="273412"/>
                </a:lnTo>
                <a:lnTo>
                  <a:pt x="312775" y="271485"/>
                </a:lnTo>
                <a:lnTo>
                  <a:pt x="313679" y="269543"/>
                </a:lnTo>
                <a:lnTo>
                  <a:pt x="314583" y="267586"/>
                </a:lnTo>
                <a:lnTo>
                  <a:pt x="315487" y="265616"/>
                </a:lnTo>
                <a:lnTo>
                  <a:pt x="316392" y="263631"/>
                </a:lnTo>
                <a:lnTo>
                  <a:pt x="317296" y="261634"/>
                </a:lnTo>
                <a:lnTo>
                  <a:pt x="318199" y="259624"/>
                </a:lnTo>
                <a:lnTo>
                  <a:pt x="319103" y="257600"/>
                </a:lnTo>
                <a:lnTo>
                  <a:pt x="320007" y="255565"/>
                </a:lnTo>
                <a:lnTo>
                  <a:pt x="320910" y="253519"/>
                </a:lnTo>
                <a:lnTo>
                  <a:pt x="321814" y="251459"/>
                </a:lnTo>
                <a:lnTo>
                  <a:pt x="322719" y="249389"/>
                </a:lnTo>
                <a:lnTo>
                  <a:pt x="323623" y="247308"/>
                </a:lnTo>
                <a:lnTo>
                  <a:pt x="324527" y="245214"/>
                </a:lnTo>
                <a:lnTo>
                  <a:pt x="325430" y="243113"/>
                </a:lnTo>
                <a:lnTo>
                  <a:pt x="326334" y="241000"/>
                </a:lnTo>
                <a:lnTo>
                  <a:pt x="327240" y="238877"/>
                </a:lnTo>
                <a:lnTo>
                  <a:pt x="328143" y="236746"/>
                </a:lnTo>
                <a:lnTo>
                  <a:pt x="329047" y="234606"/>
                </a:lnTo>
                <a:lnTo>
                  <a:pt x="329951" y="232456"/>
                </a:lnTo>
                <a:lnTo>
                  <a:pt x="330854" y="230299"/>
                </a:lnTo>
                <a:lnTo>
                  <a:pt x="331758" y="228132"/>
                </a:lnTo>
                <a:lnTo>
                  <a:pt x="332662" y="225958"/>
                </a:lnTo>
                <a:lnTo>
                  <a:pt x="333567" y="223778"/>
                </a:lnTo>
                <a:lnTo>
                  <a:pt x="334471" y="221589"/>
                </a:lnTo>
                <a:lnTo>
                  <a:pt x="335374" y="219394"/>
                </a:lnTo>
                <a:lnTo>
                  <a:pt x="336278" y="217193"/>
                </a:lnTo>
                <a:lnTo>
                  <a:pt x="337182" y="214987"/>
                </a:lnTo>
                <a:lnTo>
                  <a:pt x="338086" y="212775"/>
                </a:lnTo>
                <a:lnTo>
                  <a:pt x="338991" y="210557"/>
                </a:lnTo>
                <a:lnTo>
                  <a:pt x="339895" y="208334"/>
                </a:lnTo>
                <a:lnTo>
                  <a:pt x="340798" y="206106"/>
                </a:lnTo>
                <a:lnTo>
                  <a:pt x="341702" y="203875"/>
                </a:lnTo>
                <a:lnTo>
                  <a:pt x="342606" y="201640"/>
                </a:lnTo>
                <a:lnTo>
                  <a:pt x="343511" y="199402"/>
                </a:lnTo>
                <a:lnTo>
                  <a:pt x="344415" y="197159"/>
                </a:lnTo>
                <a:lnTo>
                  <a:pt x="345318" y="194915"/>
                </a:lnTo>
                <a:lnTo>
                  <a:pt x="346222" y="192667"/>
                </a:lnTo>
                <a:lnTo>
                  <a:pt x="347126" y="190418"/>
                </a:lnTo>
                <a:lnTo>
                  <a:pt x="348030" y="188167"/>
                </a:lnTo>
                <a:lnTo>
                  <a:pt x="348933" y="185915"/>
                </a:lnTo>
                <a:lnTo>
                  <a:pt x="349839" y="183660"/>
                </a:lnTo>
                <a:lnTo>
                  <a:pt x="350742" y="181406"/>
                </a:lnTo>
                <a:lnTo>
                  <a:pt x="351646" y="179152"/>
                </a:lnTo>
                <a:lnTo>
                  <a:pt x="352550" y="176898"/>
                </a:lnTo>
                <a:lnTo>
                  <a:pt x="353453" y="174643"/>
                </a:lnTo>
                <a:lnTo>
                  <a:pt x="354359" y="172391"/>
                </a:lnTo>
                <a:lnTo>
                  <a:pt x="355262" y="170138"/>
                </a:lnTo>
                <a:lnTo>
                  <a:pt x="356166" y="167887"/>
                </a:lnTo>
                <a:lnTo>
                  <a:pt x="357070" y="165638"/>
                </a:lnTo>
                <a:lnTo>
                  <a:pt x="357974" y="163392"/>
                </a:lnTo>
                <a:lnTo>
                  <a:pt x="358877" y="161148"/>
                </a:lnTo>
                <a:lnTo>
                  <a:pt x="359781" y="158907"/>
                </a:lnTo>
                <a:lnTo>
                  <a:pt x="360686" y="156669"/>
                </a:lnTo>
                <a:lnTo>
                  <a:pt x="361590" y="154433"/>
                </a:lnTo>
                <a:lnTo>
                  <a:pt x="362494" y="152204"/>
                </a:lnTo>
                <a:lnTo>
                  <a:pt x="363397" y="149978"/>
                </a:lnTo>
                <a:lnTo>
                  <a:pt x="364301" y="147755"/>
                </a:lnTo>
                <a:lnTo>
                  <a:pt x="365206" y="145539"/>
                </a:lnTo>
                <a:lnTo>
                  <a:pt x="366110" y="143328"/>
                </a:lnTo>
                <a:lnTo>
                  <a:pt x="367014" y="141122"/>
                </a:lnTo>
                <a:lnTo>
                  <a:pt x="367917" y="138923"/>
                </a:lnTo>
                <a:lnTo>
                  <a:pt x="368821" y="136730"/>
                </a:lnTo>
                <a:lnTo>
                  <a:pt x="369725" y="134544"/>
                </a:lnTo>
                <a:lnTo>
                  <a:pt x="370629" y="132364"/>
                </a:lnTo>
                <a:lnTo>
                  <a:pt x="371534" y="130192"/>
                </a:lnTo>
                <a:lnTo>
                  <a:pt x="372438" y="128028"/>
                </a:lnTo>
                <a:lnTo>
                  <a:pt x="373341" y="125872"/>
                </a:lnTo>
                <a:lnTo>
                  <a:pt x="374245" y="123724"/>
                </a:lnTo>
                <a:lnTo>
                  <a:pt x="375149" y="121586"/>
                </a:lnTo>
                <a:lnTo>
                  <a:pt x="376054" y="119456"/>
                </a:lnTo>
                <a:lnTo>
                  <a:pt x="376958" y="117336"/>
                </a:lnTo>
                <a:lnTo>
                  <a:pt x="377862" y="115226"/>
                </a:lnTo>
                <a:lnTo>
                  <a:pt x="378765" y="113125"/>
                </a:lnTo>
                <a:lnTo>
                  <a:pt x="379669" y="111036"/>
                </a:lnTo>
                <a:lnTo>
                  <a:pt x="380573" y="108957"/>
                </a:lnTo>
                <a:lnTo>
                  <a:pt x="381476" y="106889"/>
                </a:lnTo>
                <a:lnTo>
                  <a:pt x="382382" y="104832"/>
                </a:lnTo>
                <a:lnTo>
                  <a:pt x="383285" y="102788"/>
                </a:lnTo>
                <a:lnTo>
                  <a:pt x="384189" y="100756"/>
                </a:lnTo>
                <a:lnTo>
                  <a:pt x="385093" y="98735"/>
                </a:lnTo>
                <a:lnTo>
                  <a:pt x="385996" y="96728"/>
                </a:lnTo>
                <a:lnTo>
                  <a:pt x="386902" y="94734"/>
                </a:lnTo>
                <a:lnTo>
                  <a:pt x="387805" y="92753"/>
                </a:lnTo>
                <a:lnTo>
                  <a:pt x="388709" y="90786"/>
                </a:lnTo>
                <a:lnTo>
                  <a:pt x="389613" y="88833"/>
                </a:lnTo>
                <a:lnTo>
                  <a:pt x="390517" y="86894"/>
                </a:lnTo>
                <a:lnTo>
                  <a:pt x="391420" y="84969"/>
                </a:lnTo>
                <a:lnTo>
                  <a:pt x="392324" y="83060"/>
                </a:lnTo>
                <a:lnTo>
                  <a:pt x="393229" y="81166"/>
                </a:lnTo>
                <a:lnTo>
                  <a:pt x="394133" y="79287"/>
                </a:lnTo>
                <a:lnTo>
                  <a:pt x="395037" y="77424"/>
                </a:lnTo>
                <a:lnTo>
                  <a:pt x="395940" y="75578"/>
                </a:lnTo>
                <a:lnTo>
                  <a:pt x="396844" y="73747"/>
                </a:lnTo>
                <a:lnTo>
                  <a:pt x="397749" y="71934"/>
                </a:lnTo>
                <a:lnTo>
                  <a:pt x="398653" y="70137"/>
                </a:lnTo>
                <a:lnTo>
                  <a:pt x="399557" y="68358"/>
                </a:lnTo>
                <a:lnTo>
                  <a:pt x="400461" y="66595"/>
                </a:lnTo>
                <a:lnTo>
                  <a:pt x="401364" y="64851"/>
                </a:lnTo>
                <a:lnTo>
                  <a:pt x="402268" y="63125"/>
                </a:lnTo>
                <a:lnTo>
                  <a:pt x="403172" y="61418"/>
                </a:lnTo>
                <a:lnTo>
                  <a:pt x="404077" y="59729"/>
                </a:lnTo>
                <a:lnTo>
                  <a:pt x="404981" y="58059"/>
                </a:lnTo>
                <a:lnTo>
                  <a:pt x="405884" y="56408"/>
                </a:lnTo>
                <a:lnTo>
                  <a:pt x="406788" y="54776"/>
                </a:lnTo>
                <a:lnTo>
                  <a:pt x="407692" y="53165"/>
                </a:lnTo>
                <a:lnTo>
                  <a:pt x="408597" y="51573"/>
                </a:lnTo>
                <a:lnTo>
                  <a:pt x="409501" y="50001"/>
                </a:lnTo>
                <a:lnTo>
                  <a:pt x="410405" y="48450"/>
                </a:lnTo>
                <a:lnTo>
                  <a:pt x="411308" y="46919"/>
                </a:lnTo>
                <a:lnTo>
                  <a:pt x="412212" y="45409"/>
                </a:lnTo>
                <a:lnTo>
                  <a:pt x="413116" y="43921"/>
                </a:lnTo>
                <a:lnTo>
                  <a:pt x="414019" y="42454"/>
                </a:lnTo>
                <a:lnTo>
                  <a:pt x="414925" y="41008"/>
                </a:lnTo>
                <a:lnTo>
                  <a:pt x="415828" y="39585"/>
                </a:lnTo>
                <a:lnTo>
                  <a:pt x="416732" y="38183"/>
                </a:lnTo>
                <a:lnTo>
                  <a:pt x="417636" y="36804"/>
                </a:lnTo>
                <a:lnTo>
                  <a:pt x="418539" y="35447"/>
                </a:lnTo>
                <a:lnTo>
                  <a:pt x="419445" y="34113"/>
                </a:lnTo>
                <a:lnTo>
                  <a:pt x="420349" y="32802"/>
                </a:lnTo>
                <a:lnTo>
                  <a:pt x="421252" y="31514"/>
                </a:lnTo>
                <a:lnTo>
                  <a:pt x="422156" y="30250"/>
                </a:lnTo>
                <a:lnTo>
                  <a:pt x="423060" y="29009"/>
                </a:lnTo>
                <a:lnTo>
                  <a:pt x="423963" y="27791"/>
                </a:lnTo>
                <a:lnTo>
                  <a:pt x="424867" y="26598"/>
                </a:lnTo>
                <a:lnTo>
                  <a:pt x="425772" y="25429"/>
                </a:lnTo>
                <a:lnTo>
                  <a:pt x="426676" y="24284"/>
                </a:lnTo>
                <a:lnTo>
                  <a:pt x="427580" y="23164"/>
                </a:lnTo>
                <a:lnTo>
                  <a:pt x="428483" y="22068"/>
                </a:lnTo>
                <a:lnTo>
                  <a:pt x="429387" y="20997"/>
                </a:lnTo>
                <a:lnTo>
                  <a:pt x="430293" y="19951"/>
                </a:lnTo>
                <a:lnTo>
                  <a:pt x="431196" y="18931"/>
                </a:lnTo>
                <a:lnTo>
                  <a:pt x="432100" y="17935"/>
                </a:lnTo>
                <a:lnTo>
                  <a:pt x="433004" y="16965"/>
                </a:lnTo>
                <a:lnTo>
                  <a:pt x="433907" y="16021"/>
                </a:lnTo>
                <a:lnTo>
                  <a:pt x="434811" y="15103"/>
                </a:lnTo>
                <a:lnTo>
                  <a:pt x="435715" y="14211"/>
                </a:lnTo>
                <a:lnTo>
                  <a:pt x="436620" y="13344"/>
                </a:lnTo>
                <a:lnTo>
                  <a:pt x="437524" y="12504"/>
                </a:lnTo>
                <a:lnTo>
                  <a:pt x="438427" y="11690"/>
                </a:lnTo>
                <a:lnTo>
                  <a:pt x="439331" y="10903"/>
                </a:lnTo>
                <a:lnTo>
                  <a:pt x="440235" y="10142"/>
                </a:lnTo>
                <a:lnTo>
                  <a:pt x="441140" y="9409"/>
                </a:lnTo>
                <a:lnTo>
                  <a:pt x="442044" y="8702"/>
                </a:lnTo>
                <a:lnTo>
                  <a:pt x="442948" y="8021"/>
                </a:lnTo>
                <a:lnTo>
                  <a:pt x="443851" y="7368"/>
                </a:lnTo>
                <a:lnTo>
                  <a:pt x="444755" y="6742"/>
                </a:lnTo>
                <a:lnTo>
                  <a:pt x="445659" y="6144"/>
                </a:lnTo>
                <a:lnTo>
                  <a:pt x="446562" y="5572"/>
                </a:lnTo>
                <a:lnTo>
                  <a:pt x="447468" y="5029"/>
                </a:lnTo>
                <a:lnTo>
                  <a:pt x="448371" y="4512"/>
                </a:lnTo>
                <a:lnTo>
                  <a:pt x="449275" y="4024"/>
                </a:lnTo>
                <a:lnTo>
                  <a:pt x="450179" y="3563"/>
                </a:lnTo>
                <a:lnTo>
                  <a:pt x="451083" y="3130"/>
                </a:lnTo>
                <a:lnTo>
                  <a:pt x="451988" y="2724"/>
                </a:lnTo>
                <a:lnTo>
                  <a:pt x="452892" y="2347"/>
                </a:lnTo>
                <a:lnTo>
                  <a:pt x="453795" y="1997"/>
                </a:lnTo>
                <a:lnTo>
                  <a:pt x="454699" y="1676"/>
                </a:lnTo>
                <a:lnTo>
                  <a:pt x="455603" y="1382"/>
                </a:lnTo>
                <a:lnTo>
                  <a:pt x="456506" y="1117"/>
                </a:lnTo>
                <a:lnTo>
                  <a:pt x="457410" y="880"/>
                </a:lnTo>
                <a:lnTo>
                  <a:pt x="458315" y="671"/>
                </a:lnTo>
                <a:lnTo>
                  <a:pt x="459219" y="490"/>
                </a:lnTo>
                <a:lnTo>
                  <a:pt x="460123" y="338"/>
                </a:lnTo>
                <a:lnTo>
                  <a:pt x="461027" y="214"/>
                </a:lnTo>
                <a:lnTo>
                  <a:pt x="461930" y="118"/>
                </a:lnTo>
                <a:lnTo>
                  <a:pt x="462836" y="50"/>
                </a:lnTo>
                <a:lnTo>
                  <a:pt x="463739" y="11"/>
                </a:lnTo>
                <a:lnTo>
                  <a:pt x="464643" y="0"/>
                </a:lnTo>
                <a:lnTo>
                  <a:pt x="465547" y="17"/>
                </a:lnTo>
                <a:lnTo>
                  <a:pt x="466450" y="63"/>
                </a:lnTo>
                <a:lnTo>
                  <a:pt x="467354" y="137"/>
                </a:lnTo>
                <a:lnTo>
                  <a:pt x="468258" y="240"/>
                </a:lnTo>
                <a:lnTo>
                  <a:pt x="469163" y="370"/>
                </a:lnTo>
                <a:lnTo>
                  <a:pt x="470067" y="529"/>
                </a:lnTo>
                <a:lnTo>
                  <a:pt x="470970" y="716"/>
                </a:lnTo>
                <a:lnTo>
                  <a:pt x="471874" y="932"/>
                </a:lnTo>
                <a:lnTo>
                  <a:pt x="472778" y="1175"/>
                </a:lnTo>
                <a:lnTo>
                  <a:pt x="473683" y="1447"/>
                </a:lnTo>
                <a:lnTo>
                  <a:pt x="474587" y="1747"/>
                </a:lnTo>
                <a:lnTo>
                  <a:pt x="475491" y="2075"/>
                </a:lnTo>
                <a:lnTo>
                  <a:pt x="476394" y="2431"/>
                </a:lnTo>
                <a:lnTo>
                  <a:pt x="477298" y="2814"/>
                </a:lnTo>
                <a:lnTo>
                  <a:pt x="478202" y="3226"/>
                </a:lnTo>
                <a:lnTo>
                  <a:pt x="479107" y="3666"/>
                </a:lnTo>
                <a:lnTo>
                  <a:pt x="480011" y="4133"/>
                </a:lnTo>
                <a:lnTo>
                  <a:pt x="480914" y="4628"/>
                </a:lnTo>
                <a:lnTo>
                  <a:pt x="481818" y="5150"/>
                </a:lnTo>
                <a:lnTo>
                  <a:pt x="482722" y="5700"/>
                </a:lnTo>
                <a:lnTo>
                  <a:pt x="483626" y="6278"/>
                </a:lnTo>
                <a:lnTo>
                  <a:pt x="484529" y="6883"/>
                </a:lnTo>
                <a:lnTo>
                  <a:pt x="485435" y="7515"/>
                </a:lnTo>
                <a:lnTo>
                  <a:pt x="486338" y="8174"/>
                </a:lnTo>
                <a:lnTo>
                  <a:pt x="487242" y="8860"/>
                </a:lnTo>
                <a:lnTo>
                  <a:pt x="488146" y="9574"/>
                </a:lnTo>
                <a:lnTo>
                  <a:pt x="489049" y="10314"/>
                </a:lnTo>
                <a:lnTo>
                  <a:pt x="489955" y="11080"/>
                </a:lnTo>
                <a:lnTo>
                  <a:pt x="490858" y="11874"/>
                </a:lnTo>
                <a:lnTo>
                  <a:pt x="491762" y="12693"/>
                </a:lnTo>
                <a:lnTo>
                  <a:pt x="492666" y="13539"/>
                </a:lnTo>
                <a:lnTo>
                  <a:pt x="493570" y="14412"/>
                </a:lnTo>
                <a:lnTo>
                  <a:pt x="494473" y="15310"/>
                </a:lnTo>
                <a:lnTo>
                  <a:pt x="495377" y="16234"/>
                </a:lnTo>
                <a:lnTo>
                  <a:pt x="496282" y="17184"/>
                </a:lnTo>
                <a:lnTo>
                  <a:pt x="497186" y="18160"/>
                </a:lnTo>
                <a:lnTo>
                  <a:pt x="498090" y="19161"/>
                </a:lnTo>
                <a:lnTo>
                  <a:pt x="498993" y="20188"/>
                </a:lnTo>
                <a:lnTo>
                  <a:pt x="499897" y="21239"/>
                </a:lnTo>
                <a:lnTo>
                  <a:pt x="500802" y="22316"/>
                </a:lnTo>
                <a:lnTo>
                  <a:pt x="501706" y="23417"/>
                </a:lnTo>
                <a:lnTo>
                  <a:pt x="502610" y="24543"/>
                </a:lnTo>
                <a:lnTo>
                  <a:pt x="503514" y="25693"/>
                </a:lnTo>
                <a:lnTo>
                  <a:pt x="504417" y="26868"/>
                </a:lnTo>
                <a:lnTo>
                  <a:pt x="505321" y="28067"/>
                </a:lnTo>
                <a:lnTo>
                  <a:pt x="506225" y="29289"/>
                </a:lnTo>
                <a:lnTo>
                  <a:pt x="507130" y="30536"/>
                </a:lnTo>
                <a:lnTo>
                  <a:pt x="508034" y="31806"/>
                </a:lnTo>
                <a:lnTo>
                  <a:pt x="508937" y="33099"/>
                </a:lnTo>
                <a:lnTo>
                  <a:pt x="509841" y="34415"/>
                </a:lnTo>
                <a:lnTo>
                  <a:pt x="510745" y="35754"/>
                </a:lnTo>
                <a:lnTo>
                  <a:pt x="511650" y="37116"/>
                </a:lnTo>
                <a:lnTo>
                  <a:pt x="512554" y="38501"/>
                </a:lnTo>
                <a:lnTo>
                  <a:pt x="513458" y="39907"/>
                </a:lnTo>
                <a:lnTo>
                  <a:pt x="514361" y="41336"/>
                </a:lnTo>
                <a:lnTo>
                  <a:pt x="515265" y="42786"/>
                </a:lnTo>
                <a:lnTo>
                  <a:pt x="516169" y="44258"/>
                </a:lnTo>
                <a:lnTo>
                  <a:pt x="517072" y="45752"/>
                </a:lnTo>
                <a:lnTo>
                  <a:pt x="517978" y="47266"/>
                </a:lnTo>
                <a:lnTo>
                  <a:pt x="518881" y="48802"/>
                </a:lnTo>
                <a:lnTo>
                  <a:pt x="519785" y="50357"/>
                </a:lnTo>
                <a:lnTo>
                  <a:pt x="520689" y="51934"/>
                </a:lnTo>
                <a:lnTo>
                  <a:pt x="521592" y="53530"/>
                </a:lnTo>
                <a:lnTo>
                  <a:pt x="522498" y="55147"/>
                </a:lnTo>
                <a:lnTo>
                  <a:pt x="523402" y="56783"/>
                </a:lnTo>
                <a:lnTo>
                  <a:pt x="524305" y="58438"/>
                </a:lnTo>
                <a:lnTo>
                  <a:pt x="525209" y="60112"/>
                </a:lnTo>
                <a:lnTo>
                  <a:pt x="526113" y="61806"/>
                </a:lnTo>
                <a:lnTo>
                  <a:pt x="527016" y="63517"/>
                </a:lnTo>
                <a:lnTo>
                  <a:pt x="527920" y="65248"/>
                </a:lnTo>
                <a:lnTo>
                  <a:pt x="528825" y="66996"/>
                </a:lnTo>
                <a:lnTo>
                  <a:pt x="529729" y="68762"/>
                </a:lnTo>
                <a:lnTo>
                  <a:pt x="530633" y="70545"/>
                </a:lnTo>
                <a:lnTo>
                  <a:pt x="531536" y="72346"/>
                </a:lnTo>
                <a:lnTo>
                  <a:pt x="532440" y="74163"/>
                </a:lnTo>
                <a:lnTo>
                  <a:pt x="533346" y="75997"/>
                </a:lnTo>
                <a:lnTo>
                  <a:pt x="534249" y="77848"/>
                </a:lnTo>
                <a:lnTo>
                  <a:pt x="535153" y="79714"/>
                </a:lnTo>
                <a:lnTo>
                  <a:pt x="536057" y="81596"/>
                </a:lnTo>
                <a:lnTo>
                  <a:pt x="536960" y="83494"/>
                </a:lnTo>
                <a:lnTo>
                  <a:pt x="537864" y="85407"/>
                </a:lnTo>
                <a:lnTo>
                  <a:pt x="538768" y="87335"/>
                </a:lnTo>
                <a:lnTo>
                  <a:pt x="539673" y="89277"/>
                </a:lnTo>
                <a:lnTo>
                  <a:pt x="540577" y="91233"/>
                </a:lnTo>
                <a:lnTo>
                  <a:pt x="541480" y="93204"/>
                </a:lnTo>
                <a:lnTo>
                  <a:pt x="542384" y="95188"/>
                </a:lnTo>
                <a:lnTo>
                  <a:pt x="543288" y="97185"/>
                </a:lnTo>
                <a:lnTo>
                  <a:pt x="544193" y="99195"/>
                </a:lnTo>
                <a:lnTo>
                  <a:pt x="545097" y="101218"/>
                </a:lnTo>
                <a:lnTo>
                  <a:pt x="546001" y="103253"/>
                </a:lnTo>
                <a:lnTo>
                  <a:pt x="546904" y="105300"/>
                </a:lnTo>
                <a:lnTo>
                  <a:pt x="547808" y="107359"/>
                </a:lnTo>
                <a:lnTo>
                  <a:pt x="548712" y="109430"/>
                </a:lnTo>
                <a:lnTo>
                  <a:pt x="549615" y="111511"/>
                </a:lnTo>
                <a:lnTo>
                  <a:pt x="550521" y="113603"/>
                </a:lnTo>
                <a:lnTo>
                  <a:pt x="551424" y="115706"/>
                </a:lnTo>
                <a:lnTo>
                  <a:pt x="552328" y="117819"/>
                </a:lnTo>
                <a:lnTo>
                  <a:pt x="553232" y="119941"/>
                </a:lnTo>
                <a:lnTo>
                  <a:pt x="554136" y="122073"/>
                </a:lnTo>
                <a:lnTo>
                  <a:pt x="555041" y="124213"/>
                </a:lnTo>
                <a:lnTo>
                  <a:pt x="555945" y="126363"/>
                </a:lnTo>
                <a:lnTo>
                  <a:pt x="556848" y="128521"/>
                </a:lnTo>
                <a:lnTo>
                  <a:pt x="557752" y="130687"/>
                </a:lnTo>
                <a:lnTo>
                  <a:pt x="558656" y="132860"/>
                </a:lnTo>
                <a:lnTo>
                  <a:pt x="559559" y="135040"/>
                </a:lnTo>
                <a:lnTo>
                  <a:pt x="560463" y="137228"/>
                </a:lnTo>
                <a:lnTo>
                  <a:pt x="561368" y="139424"/>
                </a:lnTo>
                <a:lnTo>
                  <a:pt x="562272" y="141625"/>
                </a:lnTo>
                <a:lnTo>
                  <a:pt x="563176" y="143831"/>
                </a:lnTo>
                <a:lnTo>
                  <a:pt x="564080" y="146044"/>
                </a:lnTo>
                <a:lnTo>
                  <a:pt x="564983" y="148262"/>
                </a:lnTo>
                <a:lnTo>
                  <a:pt x="565889" y="150485"/>
                </a:lnTo>
                <a:lnTo>
                  <a:pt x="566792" y="152712"/>
                </a:lnTo>
                <a:lnTo>
                  <a:pt x="567696" y="154943"/>
                </a:lnTo>
                <a:lnTo>
                  <a:pt x="568600" y="157179"/>
                </a:lnTo>
                <a:lnTo>
                  <a:pt x="569503" y="159417"/>
                </a:lnTo>
                <a:lnTo>
                  <a:pt x="570407" y="161659"/>
                </a:lnTo>
                <a:lnTo>
                  <a:pt x="571311" y="163904"/>
                </a:lnTo>
                <a:lnTo>
                  <a:pt x="572216" y="166151"/>
                </a:lnTo>
                <a:lnTo>
                  <a:pt x="573120" y="168401"/>
                </a:lnTo>
                <a:lnTo>
                  <a:pt x="574023" y="170652"/>
                </a:lnTo>
                <a:lnTo>
                  <a:pt x="574927" y="172904"/>
                </a:lnTo>
                <a:lnTo>
                  <a:pt x="575831" y="175158"/>
                </a:lnTo>
                <a:lnTo>
                  <a:pt x="576736" y="177413"/>
                </a:lnTo>
                <a:lnTo>
                  <a:pt x="577640" y="179667"/>
                </a:lnTo>
                <a:lnTo>
                  <a:pt x="578544" y="181921"/>
                </a:lnTo>
                <a:lnTo>
                  <a:pt x="579447" y="184175"/>
                </a:lnTo>
                <a:lnTo>
                  <a:pt x="580351" y="186428"/>
                </a:lnTo>
                <a:lnTo>
                  <a:pt x="581255" y="188681"/>
                </a:lnTo>
                <a:lnTo>
                  <a:pt x="582158" y="190931"/>
                </a:lnTo>
                <a:lnTo>
                  <a:pt x="583064" y="193181"/>
                </a:lnTo>
                <a:lnTo>
                  <a:pt x="583967" y="195427"/>
                </a:lnTo>
                <a:lnTo>
                  <a:pt x="584871" y="197671"/>
                </a:lnTo>
                <a:lnTo>
                  <a:pt x="585775" y="199912"/>
                </a:lnTo>
                <a:lnTo>
                  <a:pt x="586679" y="202150"/>
                </a:lnTo>
                <a:lnTo>
                  <a:pt x="587584" y="204385"/>
                </a:lnTo>
                <a:lnTo>
                  <a:pt x="588488" y="206615"/>
                </a:lnTo>
                <a:lnTo>
                  <a:pt x="589391" y="208841"/>
                </a:lnTo>
                <a:lnTo>
                  <a:pt x="590295" y="211064"/>
                </a:lnTo>
                <a:lnTo>
                  <a:pt x="591199" y="213280"/>
                </a:lnTo>
                <a:lnTo>
                  <a:pt x="592102" y="215491"/>
                </a:lnTo>
                <a:lnTo>
                  <a:pt x="593006" y="217697"/>
                </a:lnTo>
                <a:lnTo>
                  <a:pt x="593911" y="219896"/>
                </a:lnTo>
                <a:lnTo>
                  <a:pt x="594815" y="222089"/>
                </a:lnTo>
                <a:lnTo>
                  <a:pt x="595719" y="224275"/>
                </a:lnTo>
                <a:lnTo>
                  <a:pt x="596623" y="226455"/>
                </a:lnTo>
                <a:lnTo>
                  <a:pt x="597526" y="228627"/>
                </a:lnTo>
                <a:lnTo>
                  <a:pt x="598432" y="230790"/>
                </a:lnTo>
                <a:lnTo>
                  <a:pt x="599335" y="232946"/>
                </a:lnTo>
                <a:lnTo>
                  <a:pt x="600239" y="235094"/>
                </a:lnTo>
                <a:lnTo>
                  <a:pt x="601143" y="237232"/>
                </a:lnTo>
                <a:lnTo>
                  <a:pt x="602046" y="239362"/>
                </a:lnTo>
                <a:lnTo>
                  <a:pt x="602950" y="241483"/>
                </a:lnTo>
                <a:lnTo>
                  <a:pt x="603854" y="243593"/>
                </a:lnTo>
                <a:lnTo>
                  <a:pt x="604759" y="245693"/>
                </a:lnTo>
                <a:lnTo>
                  <a:pt x="605663" y="247783"/>
                </a:lnTo>
                <a:lnTo>
                  <a:pt x="606567" y="249862"/>
                </a:lnTo>
                <a:lnTo>
                  <a:pt x="607470" y="251931"/>
                </a:lnTo>
                <a:lnTo>
                  <a:pt x="608374" y="253986"/>
                </a:lnTo>
                <a:lnTo>
                  <a:pt x="609278" y="256031"/>
                </a:lnTo>
                <a:lnTo>
                  <a:pt x="610183" y="258064"/>
                </a:lnTo>
                <a:lnTo>
                  <a:pt x="611087" y="260084"/>
                </a:lnTo>
                <a:lnTo>
                  <a:pt x="611990" y="262091"/>
                </a:lnTo>
                <a:lnTo>
                  <a:pt x="612894" y="264086"/>
                </a:lnTo>
                <a:lnTo>
                  <a:pt x="613798" y="266066"/>
                </a:lnTo>
                <a:lnTo>
                  <a:pt x="614703" y="268033"/>
                </a:lnTo>
                <a:lnTo>
                  <a:pt x="615607" y="269986"/>
                </a:lnTo>
                <a:lnTo>
                  <a:pt x="616510" y="271925"/>
                </a:lnTo>
                <a:lnTo>
                  <a:pt x="617414" y="273849"/>
                </a:lnTo>
                <a:lnTo>
                  <a:pt x="618318" y="275759"/>
                </a:lnTo>
                <a:lnTo>
                  <a:pt x="619222" y="277653"/>
                </a:lnTo>
                <a:lnTo>
                  <a:pt x="620125" y="279532"/>
                </a:lnTo>
                <a:lnTo>
                  <a:pt x="621031" y="281394"/>
                </a:lnTo>
                <a:lnTo>
                  <a:pt x="621934" y="283241"/>
                </a:lnTo>
                <a:lnTo>
                  <a:pt x="622838" y="285072"/>
                </a:lnTo>
                <a:lnTo>
                  <a:pt x="623742" y="286886"/>
                </a:lnTo>
                <a:lnTo>
                  <a:pt x="624645" y="288681"/>
                </a:lnTo>
                <a:lnTo>
                  <a:pt x="625551" y="290461"/>
                </a:lnTo>
                <a:lnTo>
                  <a:pt x="626455" y="292223"/>
                </a:lnTo>
                <a:lnTo>
                  <a:pt x="627358" y="293967"/>
                </a:lnTo>
                <a:lnTo>
                  <a:pt x="628262" y="295693"/>
                </a:lnTo>
                <a:lnTo>
                  <a:pt x="629166" y="297401"/>
                </a:lnTo>
                <a:lnTo>
                  <a:pt x="630069" y="299090"/>
                </a:lnTo>
                <a:lnTo>
                  <a:pt x="630973" y="300760"/>
                </a:lnTo>
                <a:lnTo>
                  <a:pt x="631878" y="302411"/>
                </a:lnTo>
                <a:lnTo>
                  <a:pt x="632782" y="304043"/>
                </a:lnTo>
                <a:lnTo>
                  <a:pt x="633686" y="305654"/>
                </a:lnTo>
                <a:lnTo>
                  <a:pt x="634589" y="307245"/>
                </a:lnTo>
                <a:lnTo>
                  <a:pt x="635493" y="308818"/>
                </a:lnTo>
                <a:lnTo>
                  <a:pt x="636398" y="310370"/>
                </a:lnTo>
                <a:lnTo>
                  <a:pt x="637302" y="311900"/>
                </a:lnTo>
                <a:lnTo>
                  <a:pt x="638206" y="313410"/>
                </a:lnTo>
                <a:lnTo>
                  <a:pt x="639110" y="314898"/>
                </a:lnTo>
                <a:lnTo>
                  <a:pt x="640013" y="316365"/>
                </a:lnTo>
                <a:lnTo>
                  <a:pt x="640917" y="317811"/>
                </a:lnTo>
                <a:lnTo>
                  <a:pt x="641821" y="319234"/>
                </a:lnTo>
                <a:lnTo>
                  <a:pt x="642726" y="320636"/>
                </a:lnTo>
                <a:lnTo>
                  <a:pt x="643630" y="322015"/>
                </a:lnTo>
                <a:lnTo>
                  <a:pt x="644533" y="323372"/>
                </a:lnTo>
                <a:lnTo>
                  <a:pt x="645437" y="324706"/>
                </a:lnTo>
                <a:lnTo>
                  <a:pt x="646341" y="326017"/>
                </a:lnTo>
                <a:lnTo>
                  <a:pt x="647246" y="327304"/>
                </a:lnTo>
                <a:lnTo>
                  <a:pt x="648150" y="328568"/>
                </a:lnTo>
                <a:lnTo>
                  <a:pt x="649054" y="329811"/>
                </a:lnTo>
                <a:lnTo>
                  <a:pt x="649957" y="331027"/>
                </a:lnTo>
                <a:lnTo>
                  <a:pt x="650861" y="332221"/>
                </a:lnTo>
                <a:lnTo>
                  <a:pt x="651765" y="333389"/>
                </a:lnTo>
                <a:lnTo>
                  <a:pt x="652668" y="334535"/>
                </a:lnTo>
                <a:lnTo>
                  <a:pt x="653574" y="335655"/>
                </a:lnTo>
                <a:lnTo>
                  <a:pt x="654477" y="336752"/>
                </a:lnTo>
                <a:lnTo>
                  <a:pt x="655381" y="337821"/>
                </a:lnTo>
                <a:lnTo>
                  <a:pt x="656285" y="338868"/>
                </a:lnTo>
                <a:lnTo>
                  <a:pt x="657189" y="339888"/>
                </a:lnTo>
                <a:lnTo>
                  <a:pt x="658094" y="340883"/>
                </a:lnTo>
                <a:lnTo>
                  <a:pt x="658998" y="341853"/>
                </a:lnTo>
                <a:lnTo>
                  <a:pt x="659901" y="342797"/>
                </a:lnTo>
                <a:lnTo>
                  <a:pt x="660805" y="343715"/>
                </a:lnTo>
                <a:lnTo>
                  <a:pt x="661709" y="344607"/>
                </a:lnTo>
                <a:lnTo>
                  <a:pt x="662612" y="345474"/>
                </a:lnTo>
                <a:lnTo>
                  <a:pt x="663516" y="346315"/>
                </a:lnTo>
                <a:lnTo>
                  <a:pt x="664421" y="347129"/>
                </a:lnTo>
                <a:lnTo>
                  <a:pt x="665325" y="347915"/>
                </a:lnTo>
                <a:lnTo>
                  <a:pt x="666229" y="348676"/>
                </a:lnTo>
                <a:lnTo>
                  <a:pt x="667132" y="349410"/>
                </a:lnTo>
                <a:lnTo>
                  <a:pt x="668036" y="350118"/>
                </a:lnTo>
                <a:lnTo>
                  <a:pt x="668940" y="350797"/>
                </a:lnTo>
                <a:lnTo>
                  <a:pt x="669845" y="351450"/>
                </a:lnTo>
                <a:lnTo>
                  <a:pt x="670749" y="352076"/>
                </a:lnTo>
                <a:lnTo>
                  <a:pt x="671653" y="352674"/>
                </a:lnTo>
                <a:lnTo>
                  <a:pt x="672556" y="353246"/>
                </a:lnTo>
                <a:lnTo>
                  <a:pt x="673460" y="353790"/>
                </a:lnTo>
                <a:lnTo>
                  <a:pt x="674364" y="354305"/>
                </a:lnTo>
                <a:lnTo>
                  <a:pt x="675269" y="354795"/>
                </a:lnTo>
                <a:lnTo>
                  <a:pt x="676173" y="355256"/>
                </a:lnTo>
                <a:lnTo>
                  <a:pt x="677076" y="355689"/>
                </a:lnTo>
                <a:lnTo>
                  <a:pt x="677980" y="356095"/>
                </a:lnTo>
                <a:lnTo>
                  <a:pt x="678884" y="356472"/>
                </a:lnTo>
                <a:lnTo>
                  <a:pt x="679789" y="356822"/>
                </a:lnTo>
                <a:lnTo>
                  <a:pt x="680693" y="357143"/>
                </a:lnTo>
                <a:lnTo>
                  <a:pt x="681597" y="357437"/>
                </a:lnTo>
                <a:lnTo>
                  <a:pt x="682500" y="357701"/>
                </a:lnTo>
                <a:lnTo>
                  <a:pt x="683404" y="357938"/>
                </a:lnTo>
                <a:lnTo>
                  <a:pt x="684308" y="358148"/>
                </a:lnTo>
                <a:lnTo>
                  <a:pt x="685213" y="358329"/>
                </a:lnTo>
                <a:lnTo>
                  <a:pt x="686117" y="358480"/>
                </a:lnTo>
                <a:lnTo>
                  <a:pt x="687020" y="358605"/>
                </a:lnTo>
                <a:lnTo>
                  <a:pt x="687924" y="358701"/>
                </a:lnTo>
                <a:lnTo>
                  <a:pt x="688828" y="358769"/>
                </a:lnTo>
                <a:lnTo>
                  <a:pt x="689732" y="358807"/>
                </a:lnTo>
                <a:lnTo>
                  <a:pt x="690635" y="358819"/>
                </a:lnTo>
                <a:lnTo>
                  <a:pt x="691541" y="358801"/>
                </a:lnTo>
                <a:lnTo>
                  <a:pt x="692444" y="358756"/>
                </a:lnTo>
                <a:lnTo>
                  <a:pt x="693348" y="358681"/>
                </a:lnTo>
                <a:lnTo>
                  <a:pt x="694252" y="358580"/>
                </a:lnTo>
                <a:lnTo>
                  <a:pt x="695155" y="358448"/>
                </a:lnTo>
                <a:lnTo>
                  <a:pt x="696059" y="358289"/>
                </a:lnTo>
                <a:lnTo>
                  <a:pt x="696964" y="358103"/>
                </a:lnTo>
                <a:lnTo>
                  <a:pt x="697868" y="357887"/>
                </a:lnTo>
                <a:lnTo>
                  <a:pt x="698772" y="357643"/>
                </a:lnTo>
                <a:lnTo>
                  <a:pt x="699676" y="357372"/>
                </a:lnTo>
                <a:lnTo>
                  <a:pt x="700579" y="357071"/>
                </a:lnTo>
                <a:lnTo>
                  <a:pt x="701485" y="356744"/>
                </a:lnTo>
                <a:lnTo>
                  <a:pt x="702388" y="356389"/>
                </a:lnTo>
                <a:lnTo>
                  <a:pt x="703292" y="356005"/>
                </a:lnTo>
                <a:lnTo>
                  <a:pt x="704196" y="355593"/>
                </a:lnTo>
                <a:lnTo>
                  <a:pt x="705099" y="355153"/>
                </a:lnTo>
                <a:lnTo>
                  <a:pt x="706003" y="354686"/>
                </a:lnTo>
                <a:lnTo>
                  <a:pt x="706908" y="354191"/>
                </a:lnTo>
                <a:lnTo>
                  <a:pt x="707812" y="353669"/>
                </a:lnTo>
                <a:lnTo>
                  <a:pt x="708716" y="353118"/>
                </a:lnTo>
                <a:lnTo>
                  <a:pt x="709620" y="352541"/>
                </a:lnTo>
                <a:lnTo>
                  <a:pt x="710523" y="351937"/>
                </a:lnTo>
                <a:lnTo>
                  <a:pt x="711427" y="351304"/>
                </a:lnTo>
                <a:lnTo>
                  <a:pt x="712331" y="350644"/>
                </a:lnTo>
                <a:lnTo>
                  <a:pt x="713236" y="349958"/>
                </a:lnTo>
                <a:lnTo>
                  <a:pt x="714140" y="349245"/>
                </a:lnTo>
                <a:lnTo>
                  <a:pt x="715043" y="348505"/>
                </a:lnTo>
                <a:lnTo>
                  <a:pt x="715947" y="347739"/>
                </a:lnTo>
                <a:lnTo>
                  <a:pt x="716851" y="346945"/>
                </a:lnTo>
                <a:lnTo>
                  <a:pt x="717754" y="346126"/>
                </a:lnTo>
                <a:lnTo>
                  <a:pt x="718660" y="345280"/>
                </a:lnTo>
                <a:lnTo>
                  <a:pt x="719563" y="344406"/>
                </a:lnTo>
                <a:lnTo>
                  <a:pt x="720467" y="343509"/>
                </a:lnTo>
                <a:lnTo>
                  <a:pt x="721371" y="342584"/>
                </a:lnTo>
                <a:lnTo>
                  <a:pt x="722275" y="341634"/>
                </a:lnTo>
                <a:lnTo>
                  <a:pt x="723180" y="340659"/>
                </a:lnTo>
                <a:lnTo>
                  <a:pt x="724084" y="339657"/>
                </a:lnTo>
                <a:lnTo>
                  <a:pt x="724987" y="338632"/>
                </a:lnTo>
                <a:lnTo>
                  <a:pt x="725891" y="337579"/>
                </a:lnTo>
                <a:lnTo>
                  <a:pt x="726795" y="336502"/>
                </a:lnTo>
                <a:lnTo>
                  <a:pt x="727698" y="335403"/>
                </a:lnTo>
                <a:lnTo>
                  <a:pt x="728604" y="334276"/>
                </a:lnTo>
                <a:lnTo>
                  <a:pt x="729508" y="333125"/>
                </a:lnTo>
                <a:lnTo>
                  <a:pt x="730411" y="331951"/>
                </a:lnTo>
                <a:lnTo>
                  <a:pt x="731315" y="330751"/>
                </a:lnTo>
                <a:lnTo>
                  <a:pt x="732219" y="329529"/>
                </a:lnTo>
                <a:lnTo>
                  <a:pt x="733122" y="328283"/>
                </a:lnTo>
                <a:lnTo>
                  <a:pt x="734026" y="327014"/>
                </a:lnTo>
                <a:lnTo>
                  <a:pt x="734931" y="325719"/>
                </a:lnTo>
                <a:lnTo>
                  <a:pt x="735835" y="324404"/>
                </a:lnTo>
                <a:lnTo>
                  <a:pt x="736739" y="323065"/>
                </a:lnTo>
                <a:lnTo>
                  <a:pt x="737642" y="321703"/>
                </a:lnTo>
                <a:lnTo>
                  <a:pt x="738546" y="320319"/>
                </a:lnTo>
                <a:lnTo>
                  <a:pt x="739450" y="318912"/>
                </a:lnTo>
                <a:lnTo>
                  <a:pt x="740355" y="317483"/>
                </a:lnTo>
                <a:lnTo>
                  <a:pt x="741259" y="316033"/>
                </a:lnTo>
                <a:lnTo>
                  <a:pt x="742163" y="314560"/>
                </a:lnTo>
                <a:lnTo>
                  <a:pt x="743066" y="313066"/>
                </a:lnTo>
                <a:lnTo>
                  <a:pt x="743970" y="311553"/>
                </a:lnTo>
                <a:lnTo>
                  <a:pt x="744875" y="310018"/>
                </a:lnTo>
                <a:lnTo>
                  <a:pt x="745779" y="308461"/>
                </a:lnTo>
                <a:lnTo>
                  <a:pt x="746683" y="306885"/>
                </a:lnTo>
                <a:lnTo>
                  <a:pt x="747586" y="305288"/>
                </a:lnTo>
                <a:lnTo>
                  <a:pt x="748490" y="303672"/>
                </a:lnTo>
                <a:lnTo>
                  <a:pt x="749394" y="302036"/>
                </a:lnTo>
                <a:lnTo>
                  <a:pt x="750299" y="300381"/>
                </a:lnTo>
                <a:lnTo>
                  <a:pt x="751203" y="298707"/>
                </a:lnTo>
                <a:lnTo>
                  <a:pt x="752107" y="297012"/>
                </a:lnTo>
                <a:lnTo>
                  <a:pt x="753010" y="295301"/>
                </a:lnTo>
                <a:lnTo>
                  <a:pt x="753914" y="293572"/>
                </a:lnTo>
                <a:lnTo>
                  <a:pt x="754818" y="291823"/>
                </a:lnTo>
                <a:lnTo>
                  <a:pt x="755723" y="290057"/>
                </a:lnTo>
                <a:lnTo>
                  <a:pt x="756627" y="288273"/>
                </a:lnTo>
                <a:lnTo>
                  <a:pt x="757530" y="286474"/>
                </a:lnTo>
                <a:lnTo>
                  <a:pt x="758434" y="284655"/>
                </a:lnTo>
                <a:lnTo>
                  <a:pt x="759338" y="282821"/>
                </a:lnTo>
                <a:lnTo>
                  <a:pt x="760241" y="280970"/>
                </a:lnTo>
                <a:lnTo>
                  <a:pt x="761145" y="279105"/>
                </a:lnTo>
                <a:lnTo>
                  <a:pt x="762050" y="277222"/>
                </a:lnTo>
                <a:lnTo>
                  <a:pt x="762954" y="275325"/>
                </a:lnTo>
                <a:lnTo>
                  <a:pt x="763858" y="273412"/>
                </a:lnTo>
                <a:lnTo>
                  <a:pt x="764762" y="271485"/>
                </a:lnTo>
                <a:lnTo>
                  <a:pt x="765665" y="269543"/>
                </a:lnTo>
                <a:lnTo>
                  <a:pt x="766569" y="267586"/>
                </a:lnTo>
                <a:lnTo>
                  <a:pt x="767474" y="265616"/>
                </a:lnTo>
                <a:lnTo>
                  <a:pt x="768378" y="263631"/>
                </a:lnTo>
                <a:lnTo>
                  <a:pt x="769282" y="261634"/>
                </a:lnTo>
                <a:lnTo>
                  <a:pt x="770185" y="259624"/>
                </a:lnTo>
                <a:lnTo>
                  <a:pt x="771089" y="257600"/>
                </a:lnTo>
                <a:lnTo>
                  <a:pt x="771995" y="255565"/>
                </a:lnTo>
                <a:lnTo>
                  <a:pt x="772898" y="253519"/>
                </a:lnTo>
                <a:lnTo>
                  <a:pt x="773802" y="251459"/>
                </a:lnTo>
                <a:lnTo>
                  <a:pt x="774706" y="249389"/>
                </a:lnTo>
                <a:lnTo>
                  <a:pt x="775609" y="247308"/>
                </a:lnTo>
                <a:lnTo>
                  <a:pt x="776513" y="245214"/>
                </a:lnTo>
                <a:lnTo>
                  <a:pt x="777418" y="243113"/>
                </a:lnTo>
                <a:lnTo>
                  <a:pt x="778322" y="241000"/>
                </a:lnTo>
                <a:lnTo>
                  <a:pt x="779226" y="238877"/>
                </a:lnTo>
                <a:lnTo>
                  <a:pt x="780129" y="236746"/>
                </a:lnTo>
                <a:lnTo>
                  <a:pt x="781033" y="234606"/>
                </a:lnTo>
                <a:lnTo>
                  <a:pt x="781937" y="232456"/>
                </a:lnTo>
                <a:lnTo>
                  <a:pt x="782841" y="230299"/>
                </a:lnTo>
                <a:lnTo>
                  <a:pt x="783746" y="228132"/>
                </a:lnTo>
                <a:lnTo>
                  <a:pt x="784650" y="225958"/>
                </a:lnTo>
                <a:lnTo>
                  <a:pt x="785553" y="223778"/>
                </a:lnTo>
                <a:lnTo>
                  <a:pt x="786457" y="221589"/>
                </a:lnTo>
                <a:lnTo>
                  <a:pt x="787361" y="219394"/>
                </a:lnTo>
                <a:lnTo>
                  <a:pt x="788264" y="217193"/>
                </a:lnTo>
                <a:lnTo>
                  <a:pt x="789170" y="214987"/>
                </a:lnTo>
                <a:lnTo>
                  <a:pt x="790073" y="212775"/>
                </a:lnTo>
                <a:lnTo>
                  <a:pt x="790977" y="210557"/>
                </a:lnTo>
                <a:lnTo>
                  <a:pt x="791881" y="208334"/>
                </a:lnTo>
                <a:lnTo>
                  <a:pt x="792785" y="206106"/>
                </a:lnTo>
                <a:lnTo>
                  <a:pt x="793690" y="203875"/>
                </a:lnTo>
                <a:lnTo>
                  <a:pt x="794594" y="201640"/>
                </a:lnTo>
                <a:lnTo>
                  <a:pt x="795497" y="199402"/>
                </a:lnTo>
                <a:lnTo>
                  <a:pt x="796401" y="197159"/>
                </a:lnTo>
                <a:lnTo>
                  <a:pt x="797305" y="194915"/>
                </a:lnTo>
                <a:lnTo>
                  <a:pt x="798208" y="192667"/>
                </a:lnTo>
                <a:lnTo>
                  <a:pt x="799114" y="190418"/>
                </a:lnTo>
                <a:lnTo>
                  <a:pt x="800017" y="188167"/>
                </a:lnTo>
                <a:lnTo>
                  <a:pt x="800921" y="185915"/>
                </a:lnTo>
                <a:lnTo>
                  <a:pt x="801825" y="183660"/>
                </a:lnTo>
                <a:lnTo>
                  <a:pt x="802728" y="181406"/>
                </a:lnTo>
                <a:lnTo>
                  <a:pt x="803632" y="179152"/>
                </a:lnTo>
                <a:lnTo>
                  <a:pt x="804536" y="176898"/>
                </a:lnTo>
                <a:lnTo>
                  <a:pt x="805441" y="174643"/>
                </a:lnTo>
                <a:lnTo>
                  <a:pt x="806345" y="172391"/>
                </a:lnTo>
                <a:lnTo>
                  <a:pt x="807249" y="170138"/>
                </a:lnTo>
                <a:lnTo>
                  <a:pt x="808152" y="167887"/>
                </a:lnTo>
                <a:lnTo>
                  <a:pt x="809056" y="165638"/>
                </a:lnTo>
                <a:lnTo>
                  <a:pt x="809960" y="163392"/>
                </a:lnTo>
                <a:lnTo>
                  <a:pt x="810865" y="161148"/>
                </a:lnTo>
                <a:lnTo>
                  <a:pt x="811769" y="158907"/>
                </a:lnTo>
                <a:lnTo>
                  <a:pt x="812672" y="156669"/>
                </a:lnTo>
                <a:lnTo>
                  <a:pt x="813576" y="154433"/>
                </a:lnTo>
                <a:lnTo>
                  <a:pt x="814480" y="152204"/>
                </a:lnTo>
                <a:lnTo>
                  <a:pt x="815385" y="149978"/>
                </a:lnTo>
                <a:lnTo>
                  <a:pt x="816289" y="147755"/>
                </a:lnTo>
                <a:lnTo>
                  <a:pt x="817193" y="145539"/>
                </a:lnTo>
                <a:lnTo>
                  <a:pt x="818096" y="143328"/>
                </a:lnTo>
                <a:lnTo>
                  <a:pt x="819000" y="141122"/>
                </a:lnTo>
                <a:lnTo>
                  <a:pt x="819904" y="138923"/>
                </a:lnTo>
                <a:lnTo>
                  <a:pt x="820809" y="136730"/>
                </a:lnTo>
                <a:lnTo>
                  <a:pt x="821713" y="134544"/>
                </a:lnTo>
                <a:lnTo>
                  <a:pt x="822617" y="132364"/>
                </a:lnTo>
                <a:lnTo>
                  <a:pt x="823520" y="130192"/>
                </a:lnTo>
                <a:lnTo>
                  <a:pt x="824424" y="128028"/>
                </a:lnTo>
                <a:lnTo>
                  <a:pt x="825328" y="125872"/>
                </a:lnTo>
                <a:lnTo>
                  <a:pt x="826231" y="123724"/>
                </a:lnTo>
                <a:lnTo>
                  <a:pt x="827137" y="121586"/>
                </a:lnTo>
                <a:lnTo>
                  <a:pt x="828040" y="119456"/>
                </a:lnTo>
                <a:lnTo>
                  <a:pt x="828944" y="117336"/>
                </a:lnTo>
                <a:lnTo>
                  <a:pt x="829848" y="115226"/>
                </a:lnTo>
                <a:lnTo>
                  <a:pt x="830751" y="113125"/>
                </a:lnTo>
                <a:lnTo>
                  <a:pt x="831655" y="111036"/>
                </a:lnTo>
                <a:lnTo>
                  <a:pt x="832560" y="108957"/>
                </a:lnTo>
                <a:lnTo>
                  <a:pt x="833464" y="106889"/>
                </a:lnTo>
                <a:lnTo>
                  <a:pt x="834368" y="104832"/>
                </a:lnTo>
                <a:lnTo>
                  <a:pt x="835272" y="102788"/>
                </a:lnTo>
                <a:lnTo>
                  <a:pt x="836175" y="100756"/>
                </a:lnTo>
                <a:lnTo>
                  <a:pt x="837081" y="98735"/>
                </a:lnTo>
                <a:lnTo>
                  <a:pt x="837984" y="96728"/>
                </a:lnTo>
                <a:lnTo>
                  <a:pt x="838888" y="94734"/>
                </a:lnTo>
                <a:lnTo>
                  <a:pt x="839792" y="92753"/>
                </a:lnTo>
                <a:lnTo>
                  <a:pt x="840695" y="90786"/>
                </a:lnTo>
                <a:lnTo>
                  <a:pt x="841599" y="88833"/>
                </a:lnTo>
                <a:lnTo>
                  <a:pt x="842504" y="86894"/>
                </a:lnTo>
                <a:lnTo>
                  <a:pt x="843408" y="84969"/>
                </a:lnTo>
                <a:lnTo>
                  <a:pt x="844312" y="83060"/>
                </a:lnTo>
                <a:lnTo>
                  <a:pt x="845216" y="81166"/>
                </a:lnTo>
                <a:lnTo>
                  <a:pt x="846119" y="79287"/>
                </a:lnTo>
                <a:lnTo>
                  <a:pt x="847023" y="77424"/>
                </a:lnTo>
                <a:lnTo>
                  <a:pt x="847927" y="75578"/>
                </a:lnTo>
                <a:lnTo>
                  <a:pt x="848832" y="73747"/>
                </a:lnTo>
                <a:lnTo>
                  <a:pt x="849736" y="71934"/>
                </a:lnTo>
                <a:lnTo>
                  <a:pt x="850639" y="70137"/>
                </a:lnTo>
                <a:lnTo>
                  <a:pt x="851543" y="68358"/>
                </a:lnTo>
                <a:lnTo>
                  <a:pt x="852447" y="66595"/>
                </a:lnTo>
                <a:lnTo>
                  <a:pt x="853350" y="64851"/>
                </a:lnTo>
                <a:lnTo>
                  <a:pt x="854256" y="63125"/>
                </a:lnTo>
                <a:lnTo>
                  <a:pt x="855160" y="61418"/>
                </a:lnTo>
                <a:lnTo>
                  <a:pt x="856063" y="59729"/>
                </a:lnTo>
                <a:lnTo>
                  <a:pt x="856967" y="58059"/>
                </a:lnTo>
                <a:lnTo>
                  <a:pt x="857871" y="56408"/>
                </a:lnTo>
                <a:lnTo>
                  <a:pt x="858776" y="54776"/>
                </a:lnTo>
                <a:lnTo>
                  <a:pt x="859680" y="53165"/>
                </a:lnTo>
                <a:lnTo>
                  <a:pt x="860583" y="51573"/>
                </a:lnTo>
                <a:lnTo>
                  <a:pt x="861487" y="50001"/>
                </a:lnTo>
                <a:lnTo>
                  <a:pt x="862391" y="48450"/>
                </a:lnTo>
                <a:lnTo>
                  <a:pt x="863294" y="46919"/>
                </a:lnTo>
                <a:lnTo>
                  <a:pt x="864200" y="45409"/>
                </a:lnTo>
                <a:lnTo>
                  <a:pt x="865104" y="43921"/>
                </a:lnTo>
                <a:lnTo>
                  <a:pt x="866007" y="42454"/>
                </a:lnTo>
                <a:lnTo>
                  <a:pt x="866911" y="41008"/>
                </a:lnTo>
                <a:lnTo>
                  <a:pt x="867815" y="39585"/>
                </a:lnTo>
                <a:lnTo>
                  <a:pt x="868718" y="38183"/>
                </a:lnTo>
                <a:lnTo>
                  <a:pt x="869622" y="36804"/>
                </a:lnTo>
                <a:lnTo>
                  <a:pt x="870527" y="35447"/>
                </a:lnTo>
                <a:lnTo>
                  <a:pt x="871431" y="34113"/>
                </a:lnTo>
                <a:lnTo>
                  <a:pt x="872335" y="32802"/>
                </a:lnTo>
                <a:lnTo>
                  <a:pt x="873238" y="31514"/>
                </a:lnTo>
                <a:lnTo>
                  <a:pt x="874142" y="30250"/>
                </a:lnTo>
                <a:lnTo>
                  <a:pt x="875046" y="29009"/>
                </a:lnTo>
                <a:lnTo>
                  <a:pt x="875951" y="27791"/>
                </a:lnTo>
                <a:lnTo>
                  <a:pt x="876855" y="26598"/>
                </a:lnTo>
                <a:lnTo>
                  <a:pt x="877759" y="25429"/>
                </a:lnTo>
                <a:lnTo>
                  <a:pt x="878662" y="24284"/>
                </a:lnTo>
                <a:lnTo>
                  <a:pt x="879566" y="23164"/>
                </a:lnTo>
                <a:lnTo>
                  <a:pt x="880470" y="22068"/>
                </a:lnTo>
                <a:lnTo>
                  <a:pt x="881375" y="20997"/>
                </a:lnTo>
                <a:lnTo>
                  <a:pt x="882279" y="19951"/>
                </a:lnTo>
                <a:lnTo>
                  <a:pt x="883182" y="18931"/>
                </a:lnTo>
                <a:lnTo>
                  <a:pt x="884086" y="17935"/>
                </a:lnTo>
                <a:lnTo>
                  <a:pt x="884990" y="16965"/>
                </a:lnTo>
                <a:lnTo>
                  <a:pt x="885895" y="16021"/>
                </a:lnTo>
                <a:lnTo>
                  <a:pt x="886799" y="15103"/>
                </a:lnTo>
                <a:lnTo>
                  <a:pt x="887703" y="14211"/>
                </a:lnTo>
                <a:lnTo>
                  <a:pt x="888606" y="13344"/>
                </a:lnTo>
                <a:lnTo>
                  <a:pt x="889510" y="12504"/>
                </a:lnTo>
                <a:lnTo>
                  <a:pt x="890414" y="11690"/>
                </a:lnTo>
                <a:lnTo>
                  <a:pt x="891319" y="10903"/>
                </a:lnTo>
                <a:lnTo>
                  <a:pt x="892223" y="10142"/>
                </a:lnTo>
                <a:lnTo>
                  <a:pt x="893126" y="9409"/>
                </a:lnTo>
                <a:lnTo>
                  <a:pt x="894030" y="8702"/>
                </a:lnTo>
                <a:lnTo>
                  <a:pt x="894934" y="8021"/>
                </a:lnTo>
                <a:lnTo>
                  <a:pt x="895837" y="7368"/>
                </a:lnTo>
                <a:lnTo>
                  <a:pt x="896741" y="6742"/>
                </a:lnTo>
                <a:lnTo>
                  <a:pt x="897647" y="6144"/>
                </a:lnTo>
                <a:lnTo>
                  <a:pt x="898550" y="5572"/>
                </a:lnTo>
                <a:lnTo>
                  <a:pt x="899454" y="5029"/>
                </a:lnTo>
                <a:lnTo>
                  <a:pt x="900358" y="4512"/>
                </a:lnTo>
                <a:lnTo>
                  <a:pt x="901261" y="4024"/>
                </a:lnTo>
                <a:lnTo>
                  <a:pt x="902165" y="3563"/>
                </a:lnTo>
                <a:lnTo>
                  <a:pt x="903070" y="3130"/>
                </a:lnTo>
                <a:lnTo>
                  <a:pt x="903974" y="2724"/>
                </a:lnTo>
                <a:lnTo>
                  <a:pt x="904878" y="2347"/>
                </a:lnTo>
                <a:lnTo>
                  <a:pt x="905782" y="1997"/>
                </a:lnTo>
                <a:lnTo>
                  <a:pt x="906685" y="1676"/>
                </a:lnTo>
                <a:lnTo>
                  <a:pt x="907591" y="1382"/>
                </a:lnTo>
                <a:lnTo>
                  <a:pt x="908494" y="1117"/>
                </a:lnTo>
                <a:lnTo>
                  <a:pt x="909398" y="880"/>
                </a:lnTo>
                <a:lnTo>
                  <a:pt x="910302" y="671"/>
                </a:lnTo>
                <a:lnTo>
                  <a:pt x="911205" y="490"/>
                </a:lnTo>
                <a:lnTo>
                  <a:pt x="912109" y="338"/>
                </a:lnTo>
                <a:lnTo>
                  <a:pt x="913014" y="214"/>
                </a:lnTo>
                <a:lnTo>
                  <a:pt x="913918" y="118"/>
                </a:lnTo>
                <a:lnTo>
                  <a:pt x="914822" y="50"/>
                </a:lnTo>
                <a:lnTo>
                  <a:pt x="915725" y="11"/>
                </a:lnTo>
                <a:lnTo>
                  <a:pt x="916629" y="0"/>
                </a:lnTo>
                <a:lnTo>
                  <a:pt x="917533" y="17"/>
                </a:lnTo>
                <a:lnTo>
                  <a:pt x="918437" y="63"/>
                </a:lnTo>
                <a:lnTo>
                  <a:pt x="919342" y="137"/>
                </a:lnTo>
                <a:lnTo>
                  <a:pt x="920246" y="240"/>
                </a:lnTo>
                <a:lnTo>
                  <a:pt x="921149" y="370"/>
                </a:lnTo>
                <a:lnTo>
                  <a:pt x="922053" y="529"/>
                </a:lnTo>
                <a:lnTo>
                  <a:pt x="922957" y="716"/>
                </a:lnTo>
                <a:lnTo>
                  <a:pt x="923860" y="932"/>
                </a:lnTo>
                <a:lnTo>
                  <a:pt x="924766" y="1175"/>
                </a:lnTo>
                <a:lnTo>
                  <a:pt x="925669" y="1447"/>
                </a:lnTo>
                <a:lnTo>
                  <a:pt x="926573" y="1747"/>
                </a:lnTo>
                <a:lnTo>
                  <a:pt x="927477" y="2075"/>
                </a:lnTo>
                <a:lnTo>
                  <a:pt x="928381" y="2431"/>
                </a:lnTo>
                <a:lnTo>
                  <a:pt x="929286" y="2814"/>
                </a:lnTo>
                <a:lnTo>
                  <a:pt x="930190" y="3226"/>
                </a:lnTo>
                <a:lnTo>
                  <a:pt x="931093" y="3666"/>
                </a:lnTo>
                <a:lnTo>
                  <a:pt x="931997" y="4133"/>
                </a:lnTo>
                <a:lnTo>
                  <a:pt x="932901" y="4628"/>
                </a:lnTo>
                <a:lnTo>
                  <a:pt x="933804" y="5150"/>
                </a:lnTo>
                <a:lnTo>
                  <a:pt x="934710" y="5700"/>
                </a:lnTo>
                <a:lnTo>
                  <a:pt x="935613" y="6278"/>
                </a:lnTo>
                <a:lnTo>
                  <a:pt x="936517" y="6883"/>
                </a:lnTo>
                <a:lnTo>
                  <a:pt x="937421" y="7515"/>
                </a:lnTo>
                <a:lnTo>
                  <a:pt x="938325" y="8174"/>
                </a:lnTo>
                <a:lnTo>
                  <a:pt x="939228" y="8860"/>
                </a:lnTo>
                <a:lnTo>
                  <a:pt x="940132" y="9574"/>
                </a:lnTo>
                <a:lnTo>
                  <a:pt x="941037" y="10314"/>
                </a:lnTo>
                <a:lnTo>
                  <a:pt x="941941" y="11080"/>
                </a:lnTo>
                <a:lnTo>
                  <a:pt x="942845" y="11874"/>
                </a:lnTo>
                <a:lnTo>
                  <a:pt x="943748" y="12693"/>
                </a:lnTo>
                <a:lnTo>
                  <a:pt x="944652" y="13539"/>
                </a:lnTo>
                <a:lnTo>
                  <a:pt x="945556" y="14412"/>
                </a:lnTo>
                <a:lnTo>
                  <a:pt x="946461" y="15310"/>
                </a:lnTo>
                <a:lnTo>
                  <a:pt x="947365" y="16234"/>
                </a:lnTo>
                <a:lnTo>
                  <a:pt x="948269" y="17184"/>
                </a:lnTo>
                <a:lnTo>
                  <a:pt x="949172" y="18160"/>
                </a:lnTo>
                <a:lnTo>
                  <a:pt x="950076" y="19161"/>
                </a:lnTo>
                <a:lnTo>
                  <a:pt x="950981" y="20188"/>
                </a:lnTo>
                <a:lnTo>
                  <a:pt x="951885" y="21239"/>
                </a:lnTo>
                <a:lnTo>
                  <a:pt x="952789" y="22316"/>
                </a:lnTo>
                <a:lnTo>
                  <a:pt x="953692" y="23417"/>
                </a:lnTo>
                <a:lnTo>
                  <a:pt x="954596" y="24543"/>
                </a:lnTo>
                <a:lnTo>
                  <a:pt x="955500" y="25693"/>
                </a:lnTo>
                <a:lnTo>
                  <a:pt x="956405" y="26868"/>
                </a:lnTo>
                <a:lnTo>
                  <a:pt x="957309" y="28067"/>
                </a:lnTo>
                <a:lnTo>
                  <a:pt x="958213" y="29289"/>
                </a:lnTo>
                <a:lnTo>
                  <a:pt x="959116" y="30536"/>
                </a:lnTo>
                <a:lnTo>
                  <a:pt x="960020" y="31806"/>
                </a:lnTo>
                <a:lnTo>
                  <a:pt x="960924" y="33099"/>
                </a:lnTo>
                <a:lnTo>
                  <a:pt x="961827" y="34415"/>
                </a:lnTo>
                <a:lnTo>
                  <a:pt x="962733" y="35754"/>
                </a:lnTo>
                <a:lnTo>
                  <a:pt x="963636" y="37116"/>
                </a:lnTo>
                <a:lnTo>
                  <a:pt x="964540" y="38501"/>
                </a:lnTo>
                <a:lnTo>
                  <a:pt x="965444" y="39907"/>
                </a:lnTo>
                <a:lnTo>
                  <a:pt x="966347" y="41336"/>
                </a:lnTo>
                <a:lnTo>
                  <a:pt x="967251" y="42786"/>
                </a:lnTo>
                <a:lnTo>
                  <a:pt x="968156" y="44258"/>
                </a:lnTo>
                <a:lnTo>
                  <a:pt x="969060" y="45752"/>
                </a:lnTo>
                <a:lnTo>
                  <a:pt x="969964" y="47266"/>
                </a:lnTo>
                <a:lnTo>
                  <a:pt x="970868" y="48802"/>
                </a:lnTo>
                <a:lnTo>
                  <a:pt x="971771" y="50357"/>
                </a:lnTo>
                <a:lnTo>
                  <a:pt x="972677" y="51934"/>
                </a:lnTo>
                <a:lnTo>
                  <a:pt x="973580" y="53530"/>
                </a:lnTo>
                <a:lnTo>
                  <a:pt x="974484" y="55147"/>
                </a:lnTo>
                <a:lnTo>
                  <a:pt x="975388" y="56783"/>
                </a:lnTo>
                <a:lnTo>
                  <a:pt x="976291" y="58438"/>
                </a:lnTo>
                <a:lnTo>
                  <a:pt x="977195" y="60112"/>
                </a:lnTo>
                <a:lnTo>
                  <a:pt x="978100" y="61806"/>
                </a:lnTo>
                <a:lnTo>
                  <a:pt x="979004" y="63517"/>
                </a:lnTo>
                <a:lnTo>
                  <a:pt x="979908" y="65248"/>
                </a:lnTo>
                <a:lnTo>
                  <a:pt x="980812" y="66996"/>
                </a:lnTo>
                <a:lnTo>
                  <a:pt x="981715" y="68762"/>
                </a:lnTo>
                <a:lnTo>
                  <a:pt x="982619" y="70545"/>
                </a:lnTo>
                <a:lnTo>
                  <a:pt x="983523" y="72346"/>
                </a:lnTo>
                <a:lnTo>
                  <a:pt x="984428" y="74163"/>
                </a:lnTo>
                <a:lnTo>
                  <a:pt x="985332" y="75997"/>
                </a:lnTo>
                <a:lnTo>
                  <a:pt x="986235" y="77848"/>
                </a:lnTo>
                <a:lnTo>
                  <a:pt x="987139" y="79714"/>
                </a:lnTo>
                <a:lnTo>
                  <a:pt x="988043" y="81596"/>
                </a:lnTo>
                <a:lnTo>
                  <a:pt x="988947" y="83494"/>
                </a:lnTo>
                <a:lnTo>
                  <a:pt x="989852" y="85407"/>
                </a:lnTo>
                <a:lnTo>
                  <a:pt x="990756" y="87335"/>
                </a:lnTo>
                <a:lnTo>
                  <a:pt x="991659" y="89277"/>
                </a:lnTo>
                <a:lnTo>
                  <a:pt x="992563" y="91233"/>
                </a:lnTo>
                <a:lnTo>
                  <a:pt x="993467" y="93204"/>
                </a:lnTo>
                <a:lnTo>
                  <a:pt x="994372" y="95188"/>
                </a:lnTo>
              </a:path>
            </a:pathLst>
          </a:custGeom>
          <a:noFill/>
          <a:ln w="28575" cap="flat">
            <a:solidFill>
              <a:srgbClr val="C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5BBA69A1-5564-47FF-83A2-58E60B9E6A48}"/>
              </a:ext>
            </a:extLst>
          </p:cNvPr>
          <p:cNvSpPr/>
          <p:nvPr/>
        </p:nvSpPr>
        <p:spPr>
          <a:xfrm>
            <a:off x="3044982" y="3798980"/>
            <a:ext cx="577491" cy="358818"/>
          </a:xfrm>
          <a:custGeom>
            <a:avLst/>
            <a:gdLst>
              <a:gd name="connsiteX0" fmla="*/ 0 w 994371"/>
              <a:gd name="connsiteY0" fmla="*/ 2724 h 358818"/>
              <a:gd name="connsiteX1" fmla="*/ 904 w 994371"/>
              <a:gd name="connsiteY1" fmla="*/ 2347 h 358818"/>
              <a:gd name="connsiteX2" fmla="*/ 1807 w 994371"/>
              <a:gd name="connsiteY2" fmla="*/ 1997 h 358818"/>
              <a:gd name="connsiteX3" fmla="*/ 2713 w 994371"/>
              <a:gd name="connsiteY3" fmla="*/ 1676 h 358818"/>
              <a:gd name="connsiteX4" fmla="*/ 3616 w 994371"/>
              <a:gd name="connsiteY4" fmla="*/ 1382 h 358818"/>
              <a:gd name="connsiteX5" fmla="*/ 4520 w 994371"/>
              <a:gd name="connsiteY5" fmla="*/ 1117 h 358818"/>
              <a:gd name="connsiteX6" fmla="*/ 5424 w 994371"/>
              <a:gd name="connsiteY6" fmla="*/ 880 h 358818"/>
              <a:gd name="connsiteX7" fmla="*/ 6328 w 994371"/>
              <a:gd name="connsiteY7" fmla="*/ 671 h 358818"/>
              <a:gd name="connsiteX8" fmla="*/ 7231 w 994371"/>
              <a:gd name="connsiteY8" fmla="*/ 490 h 358818"/>
              <a:gd name="connsiteX9" fmla="*/ 8137 w 994371"/>
              <a:gd name="connsiteY9" fmla="*/ 338 h 358818"/>
              <a:gd name="connsiteX10" fmla="*/ 9040 w 994371"/>
              <a:gd name="connsiteY10" fmla="*/ 214 h 358818"/>
              <a:gd name="connsiteX11" fmla="*/ 9944 w 994371"/>
              <a:gd name="connsiteY11" fmla="*/ 118 h 358818"/>
              <a:gd name="connsiteX12" fmla="*/ 10848 w 994371"/>
              <a:gd name="connsiteY12" fmla="*/ 50 h 358818"/>
              <a:gd name="connsiteX13" fmla="*/ 11751 w 994371"/>
              <a:gd name="connsiteY13" fmla="*/ 11 h 358818"/>
              <a:gd name="connsiteX14" fmla="*/ 12655 w 994371"/>
              <a:gd name="connsiteY14" fmla="*/ 0 h 358818"/>
              <a:gd name="connsiteX15" fmla="*/ 13560 w 994371"/>
              <a:gd name="connsiteY15" fmla="*/ 17 h 358818"/>
              <a:gd name="connsiteX16" fmla="*/ 14464 w 994371"/>
              <a:gd name="connsiteY16" fmla="*/ 63 h 358818"/>
              <a:gd name="connsiteX17" fmla="*/ 15368 w 994371"/>
              <a:gd name="connsiteY17" fmla="*/ 137 h 358818"/>
              <a:gd name="connsiteX18" fmla="*/ 16272 w 994371"/>
              <a:gd name="connsiteY18" fmla="*/ 240 h 358818"/>
              <a:gd name="connsiteX19" fmla="*/ 17175 w 994371"/>
              <a:gd name="connsiteY19" fmla="*/ 370 h 358818"/>
              <a:gd name="connsiteX20" fmla="*/ 18079 w 994371"/>
              <a:gd name="connsiteY20" fmla="*/ 529 h 358818"/>
              <a:gd name="connsiteX21" fmla="*/ 18984 w 994371"/>
              <a:gd name="connsiteY21" fmla="*/ 716 h 358818"/>
              <a:gd name="connsiteX22" fmla="*/ 19888 w 994371"/>
              <a:gd name="connsiteY22" fmla="*/ 932 h 358818"/>
              <a:gd name="connsiteX23" fmla="*/ 20792 w 994371"/>
              <a:gd name="connsiteY23" fmla="*/ 1175 h 358818"/>
              <a:gd name="connsiteX24" fmla="*/ 21695 w 994371"/>
              <a:gd name="connsiteY24" fmla="*/ 1447 h 358818"/>
              <a:gd name="connsiteX25" fmla="*/ 22599 w 994371"/>
              <a:gd name="connsiteY25" fmla="*/ 1747 h 358818"/>
              <a:gd name="connsiteX26" fmla="*/ 23503 w 994371"/>
              <a:gd name="connsiteY26" fmla="*/ 2075 h 358818"/>
              <a:gd name="connsiteX27" fmla="*/ 24408 w 994371"/>
              <a:gd name="connsiteY27" fmla="*/ 2431 h 358818"/>
              <a:gd name="connsiteX28" fmla="*/ 25312 w 994371"/>
              <a:gd name="connsiteY28" fmla="*/ 2814 h 358818"/>
              <a:gd name="connsiteX29" fmla="*/ 26216 w 994371"/>
              <a:gd name="connsiteY29" fmla="*/ 3226 h 358818"/>
              <a:gd name="connsiteX30" fmla="*/ 27119 w 994371"/>
              <a:gd name="connsiteY30" fmla="*/ 3666 h 358818"/>
              <a:gd name="connsiteX31" fmla="*/ 28023 w 994371"/>
              <a:gd name="connsiteY31" fmla="*/ 4133 h 358818"/>
              <a:gd name="connsiteX32" fmla="*/ 28927 w 994371"/>
              <a:gd name="connsiteY32" fmla="*/ 4628 h 358818"/>
              <a:gd name="connsiteX33" fmla="*/ 29832 w 994371"/>
              <a:gd name="connsiteY33" fmla="*/ 5150 h 358818"/>
              <a:gd name="connsiteX34" fmla="*/ 30736 w 994371"/>
              <a:gd name="connsiteY34" fmla="*/ 5700 h 358818"/>
              <a:gd name="connsiteX35" fmla="*/ 31639 w 994371"/>
              <a:gd name="connsiteY35" fmla="*/ 6278 h 358818"/>
              <a:gd name="connsiteX36" fmla="*/ 32543 w 994371"/>
              <a:gd name="connsiteY36" fmla="*/ 6883 h 358818"/>
              <a:gd name="connsiteX37" fmla="*/ 33447 w 994371"/>
              <a:gd name="connsiteY37" fmla="*/ 7515 h 358818"/>
              <a:gd name="connsiteX38" fmla="*/ 34352 w 994371"/>
              <a:gd name="connsiteY38" fmla="*/ 8174 h 358818"/>
              <a:gd name="connsiteX39" fmla="*/ 35256 w 994371"/>
              <a:gd name="connsiteY39" fmla="*/ 8860 h 358818"/>
              <a:gd name="connsiteX40" fmla="*/ 36160 w 994371"/>
              <a:gd name="connsiteY40" fmla="*/ 9574 h 358818"/>
              <a:gd name="connsiteX41" fmla="*/ 37063 w 994371"/>
              <a:gd name="connsiteY41" fmla="*/ 10314 h 358818"/>
              <a:gd name="connsiteX42" fmla="*/ 37967 w 994371"/>
              <a:gd name="connsiteY42" fmla="*/ 11080 h 358818"/>
              <a:gd name="connsiteX43" fmla="*/ 38871 w 994371"/>
              <a:gd name="connsiteY43" fmla="*/ 11874 h 358818"/>
              <a:gd name="connsiteX44" fmla="*/ 39776 w 994371"/>
              <a:gd name="connsiteY44" fmla="*/ 12693 h 358818"/>
              <a:gd name="connsiteX45" fmla="*/ 40680 w 994371"/>
              <a:gd name="connsiteY45" fmla="*/ 13539 h 358818"/>
              <a:gd name="connsiteX46" fmla="*/ 41583 w 994371"/>
              <a:gd name="connsiteY46" fmla="*/ 14412 h 358818"/>
              <a:gd name="connsiteX47" fmla="*/ 42487 w 994371"/>
              <a:gd name="connsiteY47" fmla="*/ 15310 h 358818"/>
              <a:gd name="connsiteX48" fmla="*/ 43391 w 994371"/>
              <a:gd name="connsiteY48" fmla="*/ 16234 h 358818"/>
              <a:gd name="connsiteX49" fmla="*/ 44294 w 994371"/>
              <a:gd name="connsiteY49" fmla="*/ 17184 h 358818"/>
              <a:gd name="connsiteX50" fmla="*/ 45200 w 994371"/>
              <a:gd name="connsiteY50" fmla="*/ 18160 h 358818"/>
              <a:gd name="connsiteX51" fmla="*/ 46103 w 994371"/>
              <a:gd name="connsiteY51" fmla="*/ 19161 h 358818"/>
              <a:gd name="connsiteX52" fmla="*/ 47007 w 994371"/>
              <a:gd name="connsiteY52" fmla="*/ 20188 h 358818"/>
              <a:gd name="connsiteX53" fmla="*/ 47911 w 994371"/>
              <a:gd name="connsiteY53" fmla="*/ 21239 h 358818"/>
              <a:gd name="connsiteX54" fmla="*/ 48815 w 994371"/>
              <a:gd name="connsiteY54" fmla="*/ 22316 h 358818"/>
              <a:gd name="connsiteX55" fmla="*/ 49718 w 994371"/>
              <a:gd name="connsiteY55" fmla="*/ 23417 h 358818"/>
              <a:gd name="connsiteX56" fmla="*/ 50624 w 994371"/>
              <a:gd name="connsiteY56" fmla="*/ 24543 h 358818"/>
              <a:gd name="connsiteX57" fmla="*/ 51527 w 994371"/>
              <a:gd name="connsiteY57" fmla="*/ 25693 h 358818"/>
              <a:gd name="connsiteX58" fmla="*/ 52431 w 994371"/>
              <a:gd name="connsiteY58" fmla="*/ 26868 h 358818"/>
              <a:gd name="connsiteX59" fmla="*/ 53335 w 994371"/>
              <a:gd name="connsiteY59" fmla="*/ 28067 h 358818"/>
              <a:gd name="connsiteX60" fmla="*/ 54238 w 994371"/>
              <a:gd name="connsiteY60" fmla="*/ 29289 h 358818"/>
              <a:gd name="connsiteX61" fmla="*/ 55142 w 994371"/>
              <a:gd name="connsiteY61" fmla="*/ 30536 h 358818"/>
              <a:gd name="connsiteX62" fmla="*/ 56047 w 994371"/>
              <a:gd name="connsiteY62" fmla="*/ 31806 h 358818"/>
              <a:gd name="connsiteX63" fmla="*/ 56951 w 994371"/>
              <a:gd name="connsiteY63" fmla="*/ 33099 h 358818"/>
              <a:gd name="connsiteX64" fmla="*/ 57855 w 994371"/>
              <a:gd name="connsiteY64" fmla="*/ 34415 h 358818"/>
              <a:gd name="connsiteX65" fmla="*/ 58759 w 994371"/>
              <a:gd name="connsiteY65" fmla="*/ 35754 h 358818"/>
              <a:gd name="connsiteX66" fmla="*/ 59662 w 994371"/>
              <a:gd name="connsiteY66" fmla="*/ 37116 h 358818"/>
              <a:gd name="connsiteX67" fmla="*/ 60566 w 994371"/>
              <a:gd name="connsiteY67" fmla="*/ 38501 h 358818"/>
              <a:gd name="connsiteX68" fmla="*/ 61471 w 994371"/>
              <a:gd name="connsiteY68" fmla="*/ 39907 h 358818"/>
              <a:gd name="connsiteX69" fmla="*/ 62375 w 994371"/>
              <a:gd name="connsiteY69" fmla="*/ 41336 h 358818"/>
              <a:gd name="connsiteX70" fmla="*/ 63279 w 994371"/>
              <a:gd name="connsiteY70" fmla="*/ 42786 h 358818"/>
              <a:gd name="connsiteX71" fmla="*/ 64182 w 994371"/>
              <a:gd name="connsiteY71" fmla="*/ 44258 h 358818"/>
              <a:gd name="connsiteX72" fmla="*/ 65086 w 994371"/>
              <a:gd name="connsiteY72" fmla="*/ 45752 h 358818"/>
              <a:gd name="connsiteX73" fmla="*/ 65990 w 994371"/>
              <a:gd name="connsiteY73" fmla="*/ 47266 h 358818"/>
              <a:gd name="connsiteX74" fmla="*/ 66893 w 994371"/>
              <a:gd name="connsiteY74" fmla="*/ 48802 h 358818"/>
              <a:gd name="connsiteX75" fmla="*/ 67799 w 994371"/>
              <a:gd name="connsiteY75" fmla="*/ 50357 h 358818"/>
              <a:gd name="connsiteX76" fmla="*/ 68703 w 994371"/>
              <a:gd name="connsiteY76" fmla="*/ 51934 h 358818"/>
              <a:gd name="connsiteX77" fmla="*/ 69606 w 994371"/>
              <a:gd name="connsiteY77" fmla="*/ 53530 h 358818"/>
              <a:gd name="connsiteX78" fmla="*/ 70510 w 994371"/>
              <a:gd name="connsiteY78" fmla="*/ 55147 h 358818"/>
              <a:gd name="connsiteX79" fmla="*/ 71414 w 994371"/>
              <a:gd name="connsiteY79" fmla="*/ 56783 h 358818"/>
              <a:gd name="connsiteX80" fmla="*/ 72317 w 994371"/>
              <a:gd name="connsiteY80" fmla="*/ 58438 h 358818"/>
              <a:gd name="connsiteX81" fmla="*/ 73223 w 994371"/>
              <a:gd name="connsiteY81" fmla="*/ 60112 h 358818"/>
              <a:gd name="connsiteX82" fmla="*/ 74126 w 994371"/>
              <a:gd name="connsiteY82" fmla="*/ 61806 h 358818"/>
              <a:gd name="connsiteX83" fmla="*/ 75030 w 994371"/>
              <a:gd name="connsiteY83" fmla="*/ 63517 h 358818"/>
              <a:gd name="connsiteX84" fmla="*/ 75934 w 994371"/>
              <a:gd name="connsiteY84" fmla="*/ 65248 h 358818"/>
              <a:gd name="connsiteX85" fmla="*/ 76837 w 994371"/>
              <a:gd name="connsiteY85" fmla="*/ 66996 h 358818"/>
              <a:gd name="connsiteX86" fmla="*/ 77741 w 994371"/>
              <a:gd name="connsiteY86" fmla="*/ 68762 h 358818"/>
              <a:gd name="connsiteX87" fmla="*/ 78647 w 994371"/>
              <a:gd name="connsiteY87" fmla="*/ 70545 h 358818"/>
              <a:gd name="connsiteX88" fmla="*/ 79550 w 994371"/>
              <a:gd name="connsiteY88" fmla="*/ 72346 h 358818"/>
              <a:gd name="connsiteX89" fmla="*/ 80454 w 994371"/>
              <a:gd name="connsiteY89" fmla="*/ 74163 h 358818"/>
              <a:gd name="connsiteX90" fmla="*/ 81358 w 994371"/>
              <a:gd name="connsiteY90" fmla="*/ 75997 h 358818"/>
              <a:gd name="connsiteX91" fmla="*/ 82261 w 994371"/>
              <a:gd name="connsiteY91" fmla="*/ 77848 h 358818"/>
              <a:gd name="connsiteX92" fmla="*/ 83165 w 994371"/>
              <a:gd name="connsiteY92" fmla="*/ 79714 h 358818"/>
              <a:gd name="connsiteX93" fmla="*/ 84070 w 994371"/>
              <a:gd name="connsiteY93" fmla="*/ 81596 h 358818"/>
              <a:gd name="connsiteX94" fmla="*/ 84974 w 994371"/>
              <a:gd name="connsiteY94" fmla="*/ 83494 h 358818"/>
              <a:gd name="connsiteX95" fmla="*/ 85878 w 994371"/>
              <a:gd name="connsiteY95" fmla="*/ 85407 h 358818"/>
              <a:gd name="connsiteX96" fmla="*/ 86781 w 994371"/>
              <a:gd name="connsiteY96" fmla="*/ 87335 h 358818"/>
              <a:gd name="connsiteX97" fmla="*/ 87685 w 994371"/>
              <a:gd name="connsiteY97" fmla="*/ 89277 h 358818"/>
              <a:gd name="connsiteX98" fmla="*/ 88589 w 994371"/>
              <a:gd name="connsiteY98" fmla="*/ 91233 h 358818"/>
              <a:gd name="connsiteX99" fmla="*/ 89494 w 994371"/>
              <a:gd name="connsiteY99" fmla="*/ 93204 h 358818"/>
              <a:gd name="connsiteX100" fmla="*/ 90398 w 994371"/>
              <a:gd name="connsiteY100" fmla="*/ 95188 h 358818"/>
              <a:gd name="connsiteX101" fmla="*/ 91302 w 994371"/>
              <a:gd name="connsiteY101" fmla="*/ 97185 h 358818"/>
              <a:gd name="connsiteX102" fmla="*/ 92205 w 994371"/>
              <a:gd name="connsiteY102" fmla="*/ 99195 h 358818"/>
              <a:gd name="connsiteX103" fmla="*/ 93109 w 994371"/>
              <a:gd name="connsiteY103" fmla="*/ 101218 h 358818"/>
              <a:gd name="connsiteX104" fmla="*/ 94013 w 994371"/>
              <a:gd name="connsiteY104" fmla="*/ 103253 h 358818"/>
              <a:gd name="connsiteX105" fmla="*/ 94918 w 994371"/>
              <a:gd name="connsiteY105" fmla="*/ 105300 h 358818"/>
              <a:gd name="connsiteX106" fmla="*/ 95822 w 994371"/>
              <a:gd name="connsiteY106" fmla="*/ 107359 h 358818"/>
              <a:gd name="connsiteX107" fmla="*/ 96725 w 994371"/>
              <a:gd name="connsiteY107" fmla="*/ 109430 h 358818"/>
              <a:gd name="connsiteX108" fmla="*/ 97629 w 994371"/>
              <a:gd name="connsiteY108" fmla="*/ 111511 h 358818"/>
              <a:gd name="connsiteX109" fmla="*/ 98533 w 994371"/>
              <a:gd name="connsiteY109" fmla="*/ 113603 h 358818"/>
              <a:gd name="connsiteX110" fmla="*/ 99437 w 994371"/>
              <a:gd name="connsiteY110" fmla="*/ 115706 h 358818"/>
              <a:gd name="connsiteX111" fmla="*/ 100342 w 994371"/>
              <a:gd name="connsiteY111" fmla="*/ 117819 h 358818"/>
              <a:gd name="connsiteX112" fmla="*/ 101246 w 994371"/>
              <a:gd name="connsiteY112" fmla="*/ 119941 h 358818"/>
              <a:gd name="connsiteX113" fmla="*/ 102149 w 994371"/>
              <a:gd name="connsiteY113" fmla="*/ 122073 h 358818"/>
              <a:gd name="connsiteX114" fmla="*/ 103053 w 994371"/>
              <a:gd name="connsiteY114" fmla="*/ 124213 h 358818"/>
              <a:gd name="connsiteX115" fmla="*/ 103957 w 994371"/>
              <a:gd name="connsiteY115" fmla="*/ 126363 h 358818"/>
              <a:gd name="connsiteX116" fmla="*/ 104860 w 994371"/>
              <a:gd name="connsiteY116" fmla="*/ 128521 h 358818"/>
              <a:gd name="connsiteX117" fmla="*/ 105766 w 994371"/>
              <a:gd name="connsiteY117" fmla="*/ 130687 h 358818"/>
              <a:gd name="connsiteX118" fmla="*/ 106669 w 994371"/>
              <a:gd name="connsiteY118" fmla="*/ 132860 h 358818"/>
              <a:gd name="connsiteX119" fmla="*/ 107573 w 994371"/>
              <a:gd name="connsiteY119" fmla="*/ 135040 h 358818"/>
              <a:gd name="connsiteX120" fmla="*/ 108477 w 994371"/>
              <a:gd name="connsiteY120" fmla="*/ 137228 h 358818"/>
              <a:gd name="connsiteX121" fmla="*/ 109381 w 994371"/>
              <a:gd name="connsiteY121" fmla="*/ 139424 h 358818"/>
              <a:gd name="connsiteX122" fmla="*/ 110284 w 994371"/>
              <a:gd name="connsiteY122" fmla="*/ 141625 h 358818"/>
              <a:gd name="connsiteX123" fmla="*/ 111190 w 994371"/>
              <a:gd name="connsiteY123" fmla="*/ 143831 h 358818"/>
              <a:gd name="connsiteX124" fmla="*/ 112093 w 994371"/>
              <a:gd name="connsiteY124" fmla="*/ 146044 h 358818"/>
              <a:gd name="connsiteX125" fmla="*/ 112997 w 994371"/>
              <a:gd name="connsiteY125" fmla="*/ 148262 h 358818"/>
              <a:gd name="connsiteX126" fmla="*/ 113901 w 994371"/>
              <a:gd name="connsiteY126" fmla="*/ 150485 h 358818"/>
              <a:gd name="connsiteX127" fmla="*/ 114804 w 994371"/>
              <a:gd name="connsiteY127" fmla="*/ 152712 h 358818"/>
              <a:gd name="connsiteX128" fmla="*/ 115708 w 994371"/>
              <a:gd name="connsiteY128" fmla="*/ 154943 h 358818"/>
              <a:gd name="connsiteX129" fmla="*/ 116613 w 994371"/>
              <a:gd name="connsiteY129" fmla="*/ 157179 h 358818"/>
              <a:gd name="connsiteX130" fmla="*/ 117517 w 994371"/>
              <a:gd name="connsiteY130" fmla="*/ 159417 h 358818"/>
              <a:gd name="connsiteX131" fmla="*/ 118421 w 994371"/>
              <a:gd name="connsiteY131" fmla="*/ 161659 h 358818"/>
              <a:gd name="connsiteX132" fmla="*/ 119324 w 994371"/>
              <a:gd name="connsiteY132" fmla="*/ 163904 h 358818"/>
              <a:gd name="connsiteX133" fmla="*/ 120228 w 994371"/>
              <a:gd name="connsiteY133" fmla="*/ 166151 h 358818"/>
              <a:gd name="connsiteX134" fmla="*/ 121132 w 994371"/>
              <a:gd name="connsiteY134" fmla="*/ 168401 h 358818"/>
              <a:gd name="connsiteX135" fmla="*/ 122037 w 994371"/>
              <a:gd name="connsiteY135" fmla="*/ 170652 h 358818"/>
              <a:gd name="connsiteX136" fmla="*/ 122941 w 994371"/>
              <a:gd name="connsiteY136" fmla="*/ 172904 h 358818"/>
              <a:gd name="connsiteX137" fmla="*/ 123845 w 994371"/>
              <a:gd name="connsiteY137" fmla="*/ 175158 h 358818"/>
              <a:gd name="connsiteX138" fmla="*/ 124748 w 994371"/>
              <a:gd name="connsiteY138" fmla="*/ 177413 h 358818"/>
              <a:gd name="connsiteX139" fmla="*/ 125652 w 994371"/>
              <a:gd name="connsiteY139" fmla="*/ 179667 h 358818"/>
              <a:gd name="connsiteX140" fmla="*/ 126556 w 994371"/>
              <a:gd name="connsiteY140" fmla="*/ 181921 h 358818"/>
              <a:gd name="connsiteX141" fmla="*/ 127461 w 994371"/>
              <a:gd name="connsiteY141" fmla="*/ 184175 h 358818"/>
              <a:gd name="connsiteX142" fmla="*/ 128365 w 994371"/>
              <a:gd name="connsiteY142" fmla="*/ 186428 h 358818"/>
              <a:gd name="connsiteX143" fmla="*/ 129268 w 994371"/>
              <a:gd name="connsiteY143" fmla="*/ 188681 h 358818"/>
              <a:gd name="connsiteX144" fmla="*/ 130172 w 994371"/>
              <a:gd name="connsiteY144" fmla="*/ 190931 h 358818"/>
              <a:gd name="connsiteX145" fmla="*/ 131076 w 994371"/>
              <a:gd name="connsiteY145" fmla="*/ 193181 h 358818"/>
              <a:gd name="connsiteX146" fmla="*/ 131980 w 994371"/>
              <a:gd name="connsiteY146" fmla="*/ 195427 h 358818"/>
              <a:gd name="connsiteX147" fmla="*/ 132885 w 994371"/>
              <a:gd name="connsiteY147" fmla="*/ 197671 h 358818"/>
              <a:gd name="connsiteX148" fmla="*/ 133789 w 994371"/>
              <a:gd name="connsiteY148" fmla="*/ 199912 h 358818"/>
              <a:gd name="connsiteX149" fmla="*/ 134692 w 994371"/>
              <a:gd name="connsiteY149" fmla="*/ 202150 h 358818"/>
              <a:gd name="connsiteX150" fmla="*/ 135596 w 994371"/>
              <a:gd name="connsiteY150" fmla="*/ 204385 h 358818"/>
              <a:gd name="connsiteX151" fmla="*/ 136500 w 994371"/>
              <a:gd name="connsiteY151" fmla="*/ 206615 h 358818"/>
              <a:gd name="connsiteX152" fmla="*/ 137405 w 994371"/>
              <a:gd name="connsiteY152" fmla="*/ 208841 h 358818"/>
              <a:gd name="connsiteX153" fmla="*/ 138309 w 994371"/>
              <a:gd name="connsiteY153" fmla="*/ 211064 h 358818"/>
              <a:gd name="connsiteX154" fmla="*/ 139212 w 994371"/>
              <a:gd name="connsiteY154" fmla="*/ 213280 h 358818"/>
              <a:gd name="connsiteX155" fmla="*/ 140116 w 994371"/>
              <a:gd name="connsiteY155" fmla="*/ 215491 h 358818"/>
              <a:gd name="connsiteX156" fmla="*/ 141020 w 994371"/>
              <a:gd name="connsiteY156" fmla="*/ 217697 h 358818"/>
              <a:gd name="connsiteX157" fmla="*/ 141924 w 994371"/>
              <a:gd name="connsiteY157" fmla="*/ 219896 h 358818"/>
              <a:gd name="connsiteX158" fmla="*/ 142829 w 994371"/>
              <a:gd name="connsiteY158" fmla="*/ 222089 h 358818"/>
              <a:gd name="connsiteX159" fmla="*/ 143733 w 994371"/>
              <a:gd name="connsiteY159" fmla="*/ 224275 h 358818"/>
              <a:gd name="connsiteX160" fmla="*/ 144636 w 994371"/>
              <a:gd name="connsiteY160" fmla="*/ 226455 h 358818"/>
              <a:gd name="connsiteX161" fmla="*/ 145540 w 994371"/>
              <a:gd name="connsiteY161" fmla="*/ 228627 h 358818"/>
              <a:gd name="connsiteX162" fmla="*/ 146444 w 994371"/>
              <a:gd name="connsiteY162" fmla="*/ 230790 h 358818"/>
              <a:gd name="connsiteX163" fmla="*/ 147347 w 994371"/>
              <a:gd name="connsiteY163" fmla="*/ 232946 h 358818"/>
              <a:gd name="connsiteX164" fmla="*/ 148253 w 994371"/>
              <a:gd name="connsiteY164" fmla="*/ 235094 h 358818"/>
              <a:gd name="connsiteX165" fmla="*/ 149156 w 994371"/>
              <a:gd name="connsiteY165" fmla="*/ 237232 h 358818"/>
              <a:gd name="connsiteX166" fmla="*/ 150060 w 994371"/>
              <a:gd name="connsiteY166" fmla="*/ 239362 h 358818"/>
              <a:gd name="connsiteX167" fmla="*/ 150964 w 994371"/>
              <a:gd name="connsiteY167" fmla="*/ 241483 h 358818"/>
              <a:gd name="connsiteX168" fmla="*/ 151868 w 994371"/>
              <a:gd name="connsiteY168" fmla="*/ 243593 h 358818"/>
              <a:gd name="connsiteX169" fmla="*/ 152771 w 994371"/>
              <a:gd name="connsiteY169" fmla="*/ 245693 h 358818"/>
              <a:gd name="connsiteX170" fmla="*/ 153677 w 994371"/>
              <a:gd name="connsiteY170" fmla="*/ 247783 h 358818"/>
              <a:gd name="connsiteX171" fmla="*/ 154580 w 994371"/>
              <a:gd name="connsiteY171" fmla="*/ 249862 h 358818"/>
              <a:gd name="connsiteX172" fmla="*/ 155484 w 994371"/>
              <a:gd name="connsiteY172" fmla="*/ 251931 h 358818"/>
              <a:gd name="connsiteX173" fmla="*/ 156388 w 994371"/>
              <a:gd name="connsiteY173" fmla="*/ 253986 h 358818"/>
              <a:gd name="connsiteX174" fmla="*/ 157291 w 994371"/>
              <a:gd name="connsiteY174" fmla="*/ 256031 h 358818"/>
              <a:gd name="connsiteX175" fmla="*/ 158195 w 994371"/>
              <a:gd name="connsiteY175" fmla="*/ 258064 h 358818"/>
              <a:gd name="connsiteX176" fmla="*/ 159100 w 994371"/>
              <a:gd name="connsiteY176" fmla="*/ 260084 h 358818"/>
              <a:gd name="connsiteX177" fmla="*/ 160004 w 994371"/>
              <a:gd name="connsiteY177" fmla="*/ 262091 h 358818"/>
              <a:gd name="connsiteX178" fmla="*/ 160908 w 994371"/>
              <a:gd name="connsiteY178" fmla="*/ 264086 h 358818"/>
              <a:gd name="connsiteX179" fmla="*/ 161812 w 994371"/>
              <a:gd name="connsiteY179" fmla="*/ 266066 h 358818"/>
              <a:gd name="connsiteX180" fmla="*/ 162715 w 994371"/>
              <a:gd name="connsiteY180" fmla="*/ 268033 h 358818"/>
              <a:gd name="connsiteX181" fmla="*/ 163619 w 994371"/>
              <a:gd name="connsiteY181" fmla="*/ 269986 h 358818"/>
              <a:gd name="connsiteX182" fmla="*/ 164524 w 994371"/>
              <a:gd name="connsiteY182" fmla="*/ 271925 h 358818"/>
              <a:gd name="connsiteX183" fmla="*/ 165428 w 994371"/>
              <a:gd name="connsiteY183" fmla="*/ 273849 h 358818"/>
              <a:gd name="connsiteX184" fmla="*/ 166332 w 994371"/>
              <a:gd name="connsiteY184" fmla="*/ 275759 h 358818"/>
              <a:gd name="connsiteX185" fmla="*/ 167235 w 994371"/>
              <a:gd name="connsiteY185" fmla="*/ 277653 h 358818"/>
              <a:gd name="connsiteX186" fmla="*/ 168139 w 994371"/>
              <a:gd name="connsiteY186" fmla="*/ 279532 h 358818"/>
              <a:gd name="connsiteX187" fmla="*/ 169043 w 994371"/>
              <a:gd name="connsiteY187" fmla="*/ 281394 h 358818"/>
              <a:gd name="connsiteX188" fmla="*/ 169948 w 994371"/>
              <a:gd name="connsiteY188" fmla="*/ 283241 h 358818"/>
              <a:gd name="connsiteX189" fmla="*/ 170852 w 994371"/>
              <a:gd name="connsiteY189" fmla="*/ 285072 h 358818"/>
              <a:gd name="connsiteX190" fmla="*/ 171756 w 994371"/>
              <a:gd name="connsiteY190" fmla="*/ 286886 h 358818"/>
              <a:gd name="connsiteX191" fmla="*/ 172659 w 994371"/>
              <a:gd name="connsiteY191" fmla="*/ 288681 h 358818"/>
              <a:gd name="connsiteX192" fmla="*/ 173563 w 994371"/>
              <a:gd name="connsiteY192" fmla="*/ 290461 h 358818"/>
              <a:gd name="connsiteX193" fmla="*/ 174467 w 994371"/>
              <a:gd name="connsiteY193" fmla="*/ 292223 h 358818"/>
              <a:gd name="connsiteX194" fmla="*/ 175372 w 994371"/>
              <a:gd name="connsiteY194" fmla="*/ 293967 h 358818"/>
              <a:gd name="connsiteX195" fmla="*/ 176276 w 994371"/>
              <a:gd name="connsiteY195" fmla="*/ 295693 h 358818"/>
              <a:gd name="connsiteX196" fmla="*/ 177179 w 994371"/>
              <a:gd name="connsiteY196" fmla="*/ 297401 h 358818"/>
              <a:gd name="connsiteX197" fmla="*/ 178083 w 994371"/>
              <a:gd name="connsiteY197" fmla="*/ 299090 h 358818"/>
              <a:gd name="connsiteX198" fmla="*/ 178987 w 994371"/>
              <a:gd name="connsiteY198" fmla="*/ 300760 h 358818"/>
              <a:gd name="connsiteX199" fmla="*/ 179890 w 994371"/>
              <a:gd name="connsiteY199" fmla="*/ 302411 h 358818"/>
              <a:gd name="connsiteX200" fmla="*/ 180796 w 994371"/>
              <a:gd name="connsiteY200" fmla="*/ 304043 h 358818"/>
              <a:gd name="connsiteX201" fmla="*/ 181700 w 994371"/>
              <a:gd name="connsiteY201" fmla="*/ 305654 h 358818"/>
              <a:gd name="connsiteX202" fmla="*/ 182603 w 994371"/>
              <a:gd name="connsiteY202" fmla="*/ 307245 h 358818"/>
              <a:gd name="connsiteX203" fmla="*/ 183507 w 994371"/>
              <a:gd name="connsiteY203" fmla="*/ 308818 h 358818"/>
              <a:gd name="connsiteX204" fmla="*/ 184411 w 994371"/>
              <a:gd name="connsiteY204" fmla="*/ 310370 h 358818"/>
              <a:gd name="connsiteX205" fmla="*/ 185314 w 994371"/>
              <a:gd name="connsiteY205" fmla="*/ 311900 h 358818"/>
              <a:gd name="connsiteX206" fmla="*/ 186220 w 994371"/>
              <a:gd name="connsiteY206" fmla="*/ 313410 h 358818"/>
              <a:gd name="connsiteX207" fmla="*/ 187123 w 994371"/>
              <a:gd name="connsiteY207" fmla="*/ 314898 h 358818"/>
              <a:gd name="connsiteX208" fmla="*/ 188027 w 994371"/>
              <a:gd name="connsiteY208" fmla="*/ 316365 h 358818"/>
              <a:gd name="connsiteX209" fmla="*/ 188931 w 994371"/>
              <a:gd name="connsiteY209" fmla="*/ 317811 h 358818"/>
              <a:gd name="connsiteX210" fmla="*/ 189834 w 994371"/>
              <a:gd name="connsiteY210" fmla="*/ 319234 h 358818"/>
              <a:gd name="connsiteX211" fmla="*/ 190738 w 994371"/>
              <a:gd name="connsiteY211" fmla="*/ 320636 h 358818"/>
              <a:gd name="connsiteX212" fmla="*/ 191644 w 994371"/>
              <a:gd name="connsiteY212" fmla="*/ 322015 h 358818"/>
              <a:gd name="connsiteX213" fmla="*/ 192547 w 994371"/>
              <a:gd name="connsiteY213" fmla="*/ 323372 h 358818"/>
              <a:gd name="connsiteX214" fmla="*/ 193451 w 994371"/>
              <a:gd name="connsiteY214" fmla="*/ 324706 h 358818"/>
              <a:gd name="connsiteX215" fmla="*/ 194355 w 994371"/>
              <a:gd name="connsiteY215" fmla="*/ 326017 h 358818"/>
              <a:gd name="connsiteX216" fmla="*/ 195258 w 994371"/>
              <a:gd name="connsiteY216" fmla="*/ 327304 h 358818"/>
              <a:gd name="connsiteX217" fmla="*/ 196162 w 994371"/>
              <a:gd name="connsiteY217" fmla="*/ 328568 h 358818"/>
              <a:gd name="connsiteX218" fmla="*/ 197067 w 994371"/>
              <a:gd name="connsiteY218" fmla="*/ 329811 h 358818"/>
              <a:gd name="connsiteX219" fmla="*/ 197971 w 994371"/>
              <a:gd name="connsiteY219" fmla="*/ 331027 h 358818"/>
              <a:gd name="connsiteX220" fmla="*/ 198875 w 994371"/>
              <a:gd name="connsiteY220" fmla="*/ 332221 h 358818"/>
              <a:gd name="connsiteX221" fmla="*/ 199778 w 994371"/>
              <a:gd name="connsiteY221" fmla="*/ 333389 h 358818"/>
              <a:gd name="connsiteX222" fmla="*/ 200682 w 994371"/>
              <a:gd name="connsiteY222" fmla="*/ 334535 h 358818"/>
              <a:gd name="connsiteX223" fmla="*/ 201586 w 994371"/>
              <a:gd name="connsiteY223" fmla="*/ 335655 h 358818"/>
              <a:gd name="connsiteX224" fmla="*/ 202491 w 994371"/>
              <a:gd name="connsiteY224" fmla="*/ 336752 h 358818"/>
              <a:gd name="connsiteX225" fmla="*/ 203395 w 994371"/>
              <a:gd name="connsiteY225" fmla="*/ 337821 h 358818"/>
              <a:gd name="connsiteX226" fmla="*/ 204299 w 994371"/>
              <a:gd name="connsiteY226" fmla="*/ 338868 h 358818"/>
              <a:gd name="connsiteX227" fmla="*/ 205202 w 994371"/>
              <a:gd name="connsiteY227" fmla="*/ 339888 h 358818"/>
              <a:gd name="connsiteX228" fmla="*/ 206106 w 994371"/>
              <a:gd name="connsiteY228" fmla="*/ 340883 h 358818"/>
              <a:gd name="connsiteX229" fmla="*/ 207010 w 994371"/>
              <a:gd name="connsiteY229" fmla="*/ 341853 h 358818"/>
              <a:gd name="connsiteX230" fmla="*/ 207913 w 994371"/>
              <a:gd name="connsiteY230" fmla="*/ 342797 h 358818"/>
              <a:gd name="connsiteX231" fmla="*/ 208819 w 994371"/>
              <a:gd name="connsiteY231" fmla="*/ 343715 h 358818"/>
              <a:gd name="connsiteX232" fmla="*/ 209722 w 994371"/>
              <a:gd name="connsiteY232" fmla="*/ 344607 h 358818"/>
              <a:gd name="connsiteX233" fmla="*/ 210626 w 994371"/>
              <a:gd name="connsiteY233" fmla="*/ 345474 h 358818"/>
              <a:gd name="connsiteX234" fmla="*/ 211530 w 994371"/>
              <a:gd name="connsiteY234" fmla="*/ 346315 h 358818"/>
              <a:gd name="connsiteX235" fmla="*/ 212434 w 994371"/>
              <a:gd name="connsiteY235" fmla="*/ 347129 h 358818"/>
              <a:gd name="connsiteX236" fmla="*/ 213337 w 994371"/>
              <a:gd name="connsiteY236" fmla="*/ 347915 h 358818"/>
              <a:gd name="connsiteX237" fmla="*/ 214243 w 994371"/>
              <a:gd name="connsiteY237" fmla="*/ 348676 h 358818"/>
              <a:gd name="connsiteX238" fmla="*/ 215146 w 994371"/>
              <a:gd name="connsiteY238" fmla="*/ 349410 h 358818"/>
              <a:gd name="connsiteX239" fmla="*/ 216050 w 994371"/>
              <a:gd name="connsiteY239" fmla="*/ 350118 h 358818"/>
              <a:gd name="connsiteX240" fmla="*/ 216954 w 994371"/>
              <a:gd name="connsiteY240" fmla="*/ 350797 h 358818"/>
              <a:gd name="connsiteX241" fmla="*/ 217857 w 994371"/>
              <a:gd name="connsiteY241" fmla="*/ 351450 h 358818"/>
              <a:gd name="connsiteX242" fmla="*/ 218761 w 994371"/>
              <a:gd name="connsiteY242" fmla="*/ 352076 h 358818"/>
              <a:gd name="connsiteX243" fmla="*/ 219666 w 994371"/>
              <a:gd name="connsiteY243" fmla="*/ 352674 h 358818"/>
              <a:gd name="connsiteX244" fmla="*/ 220570 w 994371"/>
              <a:gd name="connsiteY244" fmla="*/ 353246 h 358818"/>
              <a:gd name="connsiteX245" fmla="*/ 221474 w 994371"/>
              <a:gd name="connsiteY245" fmla="*/ 353790 h 358818"/>
              <a:gd name="connsiteX246" fmla="*/ 222377 w 994371"/>
              <a:gd name="connsiteY246" fmla="*/ 354305 h 358818"/>
              <a:gd name="connsiteX247" fmla="*/ 223281 w 994371"/>
              <a:gd name="connsiteY247" fmla="*/ 354795 h 358818"/>
              <a:gd name="connsiteX248" fmla="*/ 224185 w 994371"/>
              <a:gd name="connsiteY248" fmla="*/ 355256 h 358818"/>
              <a:gd name="connsiteX249" fmla="*/ 225090 w 994371"/>
              <a:gd name="connsiteY249" fmla="*/ 355689 h 358818"/>
              <a:gd name="connsiteX250" fmla="*/ 225994 w 994371"/>
              <a:gd name="connsiteY250" fmla="*/ 356095 h 358818"/>
              <a:gd name="connsiteX251" fmla="*/ 226898 w 994371"/>
              <a:gd name="connsiteY251" fmla="*/ 356472 h 358818"/>
              <a:gd name="connsiteX252" fmla="*/ 227801 w 994371"/>
              <a:gd name="connsiteY252" fmla="*/ 356822 h 358818"/>
              <a:gd name="connsiteX253" fmla="*/ 228705 w 994371"/>
              <a:gd name="connsiteY253" fmla="*/ 357143 h 358818"/>
              <a:gd name="connsiteX254" fmla="*/ 229609 w 994371"/>
              <a:gd name="connsiteY254" fmla="*/ 357437 h 358818"/>
              <a:gd name="connsiteX255" fmla="*/ 230514 w 994371"/>
              <a:gd name="connsiteY255" fmla="*/ 357701 h 358818"/>
              <a:gd name="connsiteX256" fmla="*/ 231418 w 994371"/>
              <a:gd name="connsiteY256" fmla="*/ 357938 h 358818"/>
              <a:gd name="connsiteX257" fmla="*/ 232321 w 994371"/>
              <a:gd name="connsiteY257" fmla="*/ 358148 h 358818"/>
              <a:gd name="connsiteX258" fmla="*/ 233225 w 994371"/>
              <a:gd name="connsiteY258" fmla="*/ 358329 h 358818"/>
              <a:gd name="connsiteX259" fmla="*/ 234129 w 994371"/>
              <a:gd name="connsiteY259" fmla="*/ 358480 h 358818"/>
              <a:gd name="connsiteX260" fmla="*/ 235033 w 994371"/>
              <a:gd name="connsiteY260" fmla="*/ 358605 h 358818"/>
              <a:gd name="connsiteX261" fmla="*/ 235938 w 994371"/>
              <a:gd name="connsiteY261" fmla="*/ 358701 h 358818"/>
              <a:gd name="connsiteX262" fmla="*/ 236842 w 994371"/>
              <a:gd name="connsiteY262" fmla="*/ 358769 h 358818"/>
              <a:gd name="connsiteX263" fmla="*/ 237745 w 994371"/>
              <a:gd name="connsiteY263" fmla="*/ 358807 h 358818"/>
              <a:gd name="connsiteX264" fmla="*/ 238649 w 994371"/>
              <a:gd name="connsiteY264" fmla="*/ 358819 h 358818"/>
              <a:gd name="connsiteX265" fmla="*/ 239553 w 994371"/>
              <a:gd name="connsiteY265" fmla="*/ 358801 h 358818"/>
              <a:gd name="connsiteX266" fmla="*/ 240456 w 994371"/>
              <a:gd name="connsiteY266" fmla="*/ 358756 h 358818"/>
              <a:gd name="connsiteX267" fmla="*/ 241362 w 994371"/>
              <a:gd name="connsiteY267" fmla="*/ 358681 h 358818"/>
              <a:gd name="connsiteX268" fmla="*/ 242265 w 994371"/>
              <a:gd name="connsiteY268" fmla="*/ 358580 h 358818"/>
              <a:gd name="connsiteX269" fmla="*/ 243169 w 994371"/>
              <a:gd name="connsiteY269" fmla="*/ 358448 h 358818"/>
              <a:gd name="connsiteX270" fmla="*/ 244073 w 994371"/>
              <a:gd name="connsiteY270" fmla="*/ 358289 h 358818"/>
              <a:gd name="connsiteX271" fmla="*/ 244977 w 994371"/>
              <a:gd name="connsiteY271" fmla="*/ 358103 h 358818"/>
              <a:gd name="connsiteX272" fmla="*/ 245880 w 994371"/>
              <a:gd name="connsiteY272" fmla="*/ 357887 h 358818"/>
              <a:gd name="connsiteX273" fmla="*/ 246786 w 994371"/>
              <a:gd name="connsiteY273" fmla="*/ 357643 h 358818"/>
              <a:gd name="connsiteX274" fmla="*/ 247689 w 994371"/>
              <a:gd name="connsiteY274" fmla="*/ 357372 h 358818"/>
              <a:gd name="connsiteX275" fmla="*/ 248593 w 994371"/>
              <a:gd name="connsiteY275" fmla="*/ 357071 h 358818"/>
              <a:gd name="connsiteX276" fmla="*/ 249497 w 994371"/>
              <a:gd name="connsiteY276" fmla="*/ 356744 h 358818"/>
              <a:gd name="connsiteX277" fmla="*/ 250400 w 994371"/>
              <a:gd name="connsiteY277" fmla="*/ 356389 h 358818"/>
              <a:gd name="connsiteX278" fmla="*/ 251306 w 994371"/>
              <a:gd name="connsiteY278" fmla="*/ 356005 h 358818"/>
              <a:gd name="connsiteX279" fmla="*/ 252209 w 994371"/>
              <a:gd name="connsiteY279" fmla="*/ 355593 h 358818"/>
              <a:gd name="connsiteX280" fmla="*/ 253113 w 994371"/>
              <a:gd name="connsiteY280" fmla="*/ 355153 h 358818"/>
              <a:gd name="connsiteX281" fmla="*/ 254017 w 994371"/>
              <a:gd name="connsiteY281" fmla="*/ 354686 h 358818"/>
              <a:gd name="connsiteX282" fmla="*/ 254921 w 994371"/>
              <a:gd name="connsiteY282" fmla="*/ 354191 h 358818"/>
              <a:gd name="connsiteX283" fmla="*/ 255824 w 994371"/>
              <a:gd name="connsiteY283" fmla="*/ 353669 h 358818"/>
              <a:gd name="connsiteX284" fmla="*/ 256728 w 994371"/>
              <a:gd name="connsiteY284" fmla="*/ 353118 h 358818"/>
              <a:gd name="connsiteX285" fmla="*/ 257633 w 994371"/>
              <a:gd name="connsiteY285" fmla="*/ 352541 h 358818"/>
              <a:gd name="connsiteX286" fmla="*/ 258537 w 994371"/>
              <a:gd name="connsiteY286" fmla="*/ 351937 h 358818"/>
              <a:gd name="connsiteX287" fmla="*/ 259441 w 994371"/>
              <a:gd name="connsiteY287" fmla="*/ 351304 h 358818"/>
              <a:gd name="connsiteX288" fmla="*/ 260344 w 994371"/>
              <a:gd name="connsiteY288" fmla="*/ 350644 h 358818"/>
              <a:gd name="connsiteX289" fmla="*/ 261248 w 994371"/>
              <a:gd name="connsiteY289" fmla="*/ 349958 h 358818"/>
              <a:gd name="connsiteX290" fmla="*/ 262153 w 994371"/>
              <a:gd name="connsiteY290" fmla="*/ 349245 h 358818"/>
              <a:gd name="connsiteX291" fmla="*/ 263057 w 994371"/>
              <a:gd name="connsiteY291" fmla="*/ 348505 h 358818"/>
              <a:gd name="connsiteX292" fmla="*/ 263961 w 994371"/>
              <a:gd name="connsiteY292" fmla="*/ 347739 h 358818"/>
              <a:gd name="connsiteX293" fmla="*/ 264865 w 994371"/>
              <a:gd name="connsiteY293" fmla="*/ 346945 h 358818"/>
              <a:gd name="connsiteX294" fmla="*/ 265768 w 994371"/>
              <a:gd name="connsiteY294" fmla="*/ 346126 h 358818"/>
              <a:gd name="connsiteX295" fmla="*/ 266672 w 994371"/>
              <a:gd name="connsiteY295" fmla="*/ 345280 h 358818"/>
              <a:gd name="connsiteX296" fmla="*/ 267576 w 994371"/>
              <a:gd name="connsiteY296" fmla="*/ 344406 h 358818"/>
              <a:gd name="connsiteX297" fmla="*/ 268481 w 994371"/>
              <a:gd name="connsiteY297" fmla="*/ 343509 h 358818"/>
              <a:gd name="connsiteX298" fmla="*/ 269385 w 994371"/>
              <a:gd name="connsiteY298" fmla="*/ 342584 h 358818"/>
              <a:gd name="connsiteX299" fmla="*/ 270288 w 994371"/>
              <a:gd name="connsiteY299" fmla="*/ 341634 h 358818"/>
              <a:gd name="connsiteX300" fmla="*/ 271192 w 994371"/>
              <a:gd name="connsiteY300" fmla="*/ 340659 h 358818"/>
              <a:gd name="connsiteX301" fmla="*/ 272096 w 994371"/>
              <a:gd name="connsiteY301" fmla="*/ 339657 h 358818"/>
              <a:gd name="connsiteX302" fmla="*/ 273001 w 994371"/>
              <a:gd name="connsiteY302" fmla="*/ 338632 h 358818"/>
              <a:gd name="connsiteX303" fmla="*/ 273905 w 994371"/>
              <a:gd name="connsiteY303" fmla="*/ 337579 h 358818"/>
              <a:gd name="connsiteX304" fmla="*/ 274809 w 994371"/>
              <a:gd name="connsiteY304" fmla="*/ 336502 h 358818"/>
              <a:gd name="connsiteX305" fmla="*/ 275712 w 994371"/>
              <a:gd name="connsiteY305" fmla="*/ 335403 h 358818"/>
              <a:gd name="connsiteX306" fmla="*/ 276616 w 994371"/>
              <a:gd name="connsiteY306" fmla="*/ 334276 h 358818"/>
              <a:gd name="connsiteX307" fmla="*/ 277520 w 994371"/>
              <a:gd name="connsiteY307" fmla="*/ 333125 h 358818"/>
              <a:gd name="connsiteX308" fmla="*/ 278423 w 994371"/>
              <a:gd name="connsiteY308" fmla="*/ 331951 h 358818"/>
              <a:gd name="connsiteX309" fmla="*/ 279329 w 994371"/>
              <a:gd name="connsiteY309" fmla="*/ 330751 h 358818"/>
              <a:gd name="connsiteX310" fmla="*/ 280232 w 994371"/>
              <a:gd name="connsiteY310" fmla="*/ 329529 h 358818"/>
              <a:gd name="connsiteX311" fmla="*/ 281136 w 994371"/>
              <a:gd name="connsiteY311" fmla="*/ 328283 h 358818"/>
              <a:gd name="connsiteX312" fmla="*/ 282040 w 994371"/>
              <a:gd name="connsiteY312" fmla="*/ 327014 h 358818"/>
              <a:gd name="connsiteX313" fmla="*/ 282943 w 994371"/>
              <a:gd name="connsiteY313" fmla="*/ 325719 h 358818"/>
              <a:gd name="connsiteX314" fmla="*/ 283849 w 994371"/>
              <a:gd name="connsiteY314" fmla="*/ 324404 h 358818"/>
              <a:gd name="connsiteX315" fmla="*/ 284753 w 994371"/>
              <a:gd name="connsiteY315" fmla="*/ 323065 h 358818"/>
              <a:gd name="connsiteX316" fmla="*/ 285656 w 994371"/>
              <a:gd name="connsiteY316" fmla="*/ 321703 h 358818"/>
              <a:gd name="connsiteX317" fmla="*/ 286560 w 994371"/>
              <a:gd name="connsiteY317" fmla="*/ 320319 h 358818"/>
              <a:gd name="connsiteX318" fmla="*/ 287464 w 994371"/>
              <a:gd name="connsiteY318" fmla="*/ 318912 h 358818"/>
              <a:gd name="connsiteX319" fmla="*/ 288367 w 994371"/>
              <a:gd name="connsiteY319" fmla="*/ 317483 h 358818"/>
              <a:gd name="connsiteX320" fmla="*/ 289271 w 994371"/>
              <a:gd name="connsiteY320" fmla="*/ 316033 h 358818"/>
              <a:gd name="connsiteX321" fmla="*/ 290176 w 994371"/>
              <a:gd name="connsiteY321" fmla="*/ 314560 h 358818"/>
              <a:gd name="connsiteX322" fmla="*/ 291080 w 994371"/>
              <a:gd name="connsiteY322" fmla="*/ 313066 h 358818"/>
              <a:gd name="connsiteX323" fmla="*/ 291984 w 994371"/>
              <a:gd name="connsiteY323" fmla="*/ 311553 h 358818"/>
              <a:gd name="connsiteX324" fmla="*/ 292887 w 994371"/>
              <a:gd name="connsiteY324" fmla="*/ 310018 h 358818"/>
              <a:gd name="connsiteX325" fmla="*/ 293791 w 994371"/>
              <a:gd name="connsiteY325" fmla="*/ 308461 h 358818"/>
              <a:gd name="connsiteX326" fmla="*/ 294696 w 994371"/>
              <a:gd name="connsiteY326" fmla="*/ 306885 h 358818"/>
              <a:gd name="connsiteX327" fmla="*/ 295600 w 994371"/>
              <a:gd name="connsiteY327" fmla="*/ 305288 h 358818"/>
              <a:gd name="connsiteX328" fmla="*/ 296504 w 994371"/>
              <a:gd name="connsiteY328" fmla="*/ 303672 h 358818"/>
              <a:gd name="connsiteX329" fmla="*/ 297408 w 994371"/>
              <a:gd name="connsiteY329" fmla="*/ 302036 h 358818"/>
              <a:gd name="connsiteX330" fmla="*/ 298311 w 994371"/>
              <a:gd name="connsiteY330" fmla="*/ 300381 h 358818"/>
              <a:gd name="connsiteX331" fmla="*/ 299215 w 994371"/>
              <a:gd name="connsiteY331" fmla="*/ 298707 h 358818"/>
              <a:gd name="connsiteX332" fmla="*/ 300119 w 994371"/>
              <a:gd name="connsiteY332" fmla="*/ 297012 h 358818"/>
              <a:gd name="connsiteX333" fmla="*/ 301024 w 994371"/>
              <a:gd name="connsiteY333" fmla="*/ 295301 h 358818"/>
              <a:gd name="connsiteX334" fmla="*/ 301928 w 994371"/>
              <a:gd name="connsiteY334" fmla="*/ 293572 h 358818"/>
              <a:gd name="connsiteX335" fmla="*/ 302831 w 994371"/>
              <a:gd name="connsiteY335" fmla="*/ 291823 h 358818"/>
              <a:gd name="connsiteX336" fmla="*/ 303735 w 994371"/>
              <a:gd name="connsiteY336" fmla="*/ 290057 h 358818"/>
              <a:gd name="connsiteX337" fmla="*/ 304639 w 994371"/>
              <a:gd name="connsiteY337" fmla="*/ 288273 h 358818"/>
              <a:gd name="connsiteX338" fmla="*/ 305544 w 994371"/>
              <a:gd name="connsiteY338" fmla="*/ 286474 h 358818"/>
              <a:gd name="connsiteX339" fmla="*/ 306448 w 994371"/>
              <a:gd name="connsiteY339" fmla="*/ 284655 h 358818"/>
              <a:gd name="connsiteX340" fmla="*/ 307352 w 994371"/>
              <a:gd name="connsiteY340" fmla="*/ 282821 h 358818"/>
              <a:gd name="connsiteX341" fmla="*/ 308255 w 994371"/>
              <a:gd name="connsiteY341" fmla="*/ 280970 h 358818"/>
              <a:gd name="connsiteX342" fmla="*/ 309159 w 994371"/>
              <a:gd name="connsiteY342" fmla="*/ 279105 h 358818"/>
              <a:gd name="connsiteX343" fmla="*/ 310063 w 994371"/>
              <a:gd name="connsiteY343" fmla="*/ 277222 h 358818"/>
              <a:gd name="connsiteX344" fmla="*/ 310966 w 994371"/>
              <a:gd name="connsiteY344" fmla="*/ 275325 h 358818"/>
              <a:gd name="connsiteX345" fmla="*/ 311872 w 994371"/>
              <a:gd name="connsiteY345" fmla="*/ 273412 h 358818"/>
              <a:gd name="connsiteX346" fmla="*/ 312775 w 994371"/>
              <a:gd name="connsiteY346" fmla="*/ 271485 h 358818"/>
              <a:gd name="connsiteX347" fmla="*/ 313679 w 994371"/>
              <a:gd name="connsiteY347" fmla="*/ 269543 h 358818"/>
              <a:gd name="connsiteX348" fmla="*/ 314583 w 994371"/>
              <a:gd name="connsiteY348" fmla="*/ 267586 h 358818"/>
              <a:gd name="connsiteX349" fmla="*/ 315487 w 994371"/>
              <a:gd name="connsiteY349" fmla="*/ 265616 h 358818"/>
              <a:gd name="connsiteX350" fmla="*/ 316392 w 994371"/>
              <a:gd name="connsiteY350" fmla="*/ 263631 h 358818"/>
              <a:gd name="connsiteX351" fmla="*/ 317296 w 994371"/>
              <a:gd name="connsiteY351" fmla="*/ 261634 h 358818"/>
              <a:gd name="connsiteX352" fmla="*/ 318199 w 994371"/>
              <a:gd name="connsiteY352" fmla="*/ 259624 h 358818"/>
              <a:gd name="connsiteX353" fmla="*/ 319103 w 994371"/>
              <a:gd name="connsiteY353" fmla="*/ 257600 h 358818"/>
              <a:gd name="connsiteX354" fmla="*/ 320007 w 994371"/>
              <a:gd name="connsiteY354" fmla="*/ 255565 h 358818"/>
              <a:gd name="connsiteX355" fmla="*/ 320910 w 994371"/>
              <a:gd name="connsiteY355" fmla="*/ 253519 h 358818"/>
              <a:gd name="connsiteX356" fmla="*/ 321814 w 994371"/>
              <a:gd name="connsiteY356" fmla="*/ 251459 h 358818"/>
              <a:gd name="connsiteX357" fmla="*/ 322719 w 994371"/>
              <a:gd name="connsiteY357" fmla="*/ 249389 h 358818"/>
              <a:gd name="connsiteX358" fmla="*/ 323623 w 994371"/>
              <a:gd name="connsiteY358" fmla="*/ 247308 h 358818"/>
              <a:gd name="connsiteX359" fmla="*/ 324527 w 994371"/>
              <a:gd name="connsiteY359" fmla="*/ 245214 h 358818"/>
              <a:gd name="connsiteX360" fmla="*/ 325430 w 994371"/>
              <a:gd name="connsiteY360" fmla="*/ 243113 h 358818"/>
              <a:gd name="connsiteX361" fmla="*/ 326334 w 994371"/>
              <a:gd name="connsiteY361" fmla="*/ 241000 h 358818"/>
              <a:gd name="connsiteX362" fmla="*/ 327240 w 994371"/>
              <a:gd name="connsiteY362" fmla="*/ 238877 h 358818"/>
              <a:gd name="connsiteX363" fmla="*/ 328143 w 994371"/>
              <a:gd name="connsiteY363" fmla="*/ 236746 h 358818"/>
              <a:gd name="connsiteX364" fmla="*/ 329047 w 994371"/>
              <a:gd name="connsiteY364" fmla="*/ 234606 h 358818"/>
              <a:gd name="connsiteX365" fmla="*/ 329951 w 994371"/>
              <a:gd name="connsiteY365" fmla="*/ 232456 h 358818"/>
              <a:gd name="connsiteX366" fmla="*/ 330854 w 994371"/>
              <a:gd name="connsiteY366" fmla="*/ 230299 h 358818"/>
              <a:gd name="connsiteX367" fmla="*/ 331758 w 994371"/>
              <a:gd name="connsiteY367" fmla="*/ 228132 h 358818"/>
              <a:gd name="connsiteX368" fmla="*/ 332662 w 994371"/>
              <a:gd name="connsiteY368" fmla="*/ 225958 h 358818"/>
              <a:gd name="connsiteX369" fmla="*/ 333567 w 994371"/>
              <a:gd name="connsiteY369" fmla="*/ 223778 h 358818"/>
              <a:gd name="connsiteX370" fmla="*/ 334471 w 994371"/>
              <a:gd name="connsiteY370" fmla="*/ 221589 h 358818"/>
              <a:gd name="connsiteX371" fmla="*/ 335374 w 994371"/>
              <a:gd name="connsiteY371" fmla="*/ 219394 h 358818"/>
              <a:gd name="connsiteX372" fmla="*/ 336278 w 994371"/>
              <a:gd name="connsiteY372" fmla="*/ 217193 h 358818"/>
              <a:gd name="connsiteX373" fmla="*/ 337182 w 994371"/>
              <a:gd name="connsiteY373" fmla="*/ 214987 h 358818"/>
              <a:gd name="connsiteX374" fmla="*/ 338086 w 994371"/>
              <a:gd name="connsiteY374" fmla="*/ 212775 h 358818"/>
              <a:gd name="connsiteX375" fmla="*/ 338991 w 994371"/>
              <a:gd name="connsiteY375" fmla="*/ 210557 h 358818"/>
              <a:gd name="connsiteX376" fmla="*/ 339895 w 994371"/>
              <a:gd name="connsiteY376" fmla="*/ 208334 h 358818"/>
              <a:gd name="connsiteX377" fmla="*/ 340798 w 994371"/>
              <a:gd name="connsiteY377" fmla="*/ 206106 h 358818"/>
              <a:gd name="connsiteX378" fmla="*/ 341702 w 994371"/>
              <a:gd name="connsiteY378" fmla="*/ 203875 h 358818"/>
              <a:gd name="connsiteX379" fmla="*/ 342606 w 994371"/>
              <a:gd name="connsiteY379" fmla="*/ 201640 h 358818"/>
              <a:gd name="connsiteX380" fmla="*/ 343511 w 994371"/>
              <a:gd name="connsiteY380" fmla="*/ 199402 h 358818"/>
              <a:gd name="connsiteX381" fmla="*/ 344415 w 994371"/>
              <a:gd name="connsiteY381" fmla="*/ 197159 h 358818"/>
              <a:gd name="connsiteX382" fmla="*/ 345318 w 994371"/>
              <a:gd name="connsiteY382" fmla="*/ 194915 h 358818"/>
              <a:gd name="connsiteX383" fmla="*/ 346222 w 994371"/>
              <a:gd name="connsiteY383" fmla="*/ 192667 h 358818"/>
              <a:gd name="connsiteX384" fmla="*/ 347126 w 994371"/>
              <a:gd name="connsiteY384" fmla="*/ 190418 h 358818"/>
              <a:gd name="connsiteX385" fmla="*/ 348030 w 994371"/>
              <a:gd name="connsiteY385" fmla="*/ 188167 h 358818"/>
              <a:gd name="connsiteX386" fmla="*/ 348933 w 994371"/>
              <a:gd name="connsiteY386" fmla="*/ 185915 h 358818"/>
              <a:gd name="connsiteX387" fmla="*/ 349839 w 994371"/>
              <a:gd name="connsiteY387" fmla="*/ 183660 h 358818"/>
              <a:gd name="connsiteX388" fmla="*/ 350742 w 994371"/>
              <a:gd name="connsiteY388" fmla="*/ 181406 h 358818"/>
              <a:gd name="connsiteX389" fmla="*/ 351646 w 994371"/>
              <a:gd name="connsiteY389" fmla="*/ 179152 h 358818"/>
              <a:gd name="connsiteX390" fmla="*/ 352550 w 994371"/>
              <a:gd name="connsiteY390" fmla="*/ 176898 h 358818"/>
              <a:gd name="connsiteX391" fmla="*/ 353453 w 994371"/>
              <a:gd name="connsiteY391" fmla="*/ 174643 h 358818"/>
              <a:gd name="connsiteX392" fmla="*/ 354359 w 994371"/>
              <a:gd name="connsiteY392" fmla="*/ 172391 h 358818"/>
              <a:gd name="connsiteX393" fmla="*/ 355262 w 994371"/>
              <a:gd name="connsiteY393" fmla="*/ 170138 h 358818"/>
              <a:gd name="connsiteX394" fmla="*/ 356166 w 994371"/>
              <a:gd name="connsiteY394" fmla="*/ 167887 h 358818"/>
              <a:gd name="connsiteX395" fmla="*/ 357070 w 994371"/>
              <a:gd name="connsiteY395" fmla="*/ 165638 h 358818"/>
              <a:gd name="connsiteX396" fmla="*/ 357974 w 994371"/>
              <a:gd name="connsiteY396" fmla="*/ 163392 h 358818"/>
              <a:gd name="connsiteX397" fmla="*/ 358877 w 994371"/>
              <a:gd name="connsiteY397" fmla="*/ 161148 h 358818"/>
              <a:gd name="connsiteX398" fmla="*/ 359781 w 994371"/>
              <a:gd name="connsiteY398" fmla="*/ 158907 h 358818"/>
              <a:gd name="connsiteX399" fmla="*/ 360686 w 994371"/>
              <a:gd name="connsiteY399" fmla="*/ 156669 h 358818"/>
              <a:gd name="connsiteX400" fmla="*/ 361590 w 994371"/>
              <a:gd name="connsiteY400" fmla="*/ 154433 h 358818"/>
              <a:gd name="connsiteX401" fmla="*/ 362494 w 994371"/>
              <a:gd name="connsiteY401" fmla="*/ 152204 h 358818"/>
              <a:gd name="connsiteX402" fmla="*/ 363397 w 994371"/>
              <a:gd name="connsiteY402" fmla="*/ 149978 h 358818"/>
              <a:gd name="connsiteX403" fmla="*/ 364301 w 994371"/>
              <a:gd name="connsiteY403" fmla="*/ 147755 h 358818"/>
              <a:gd name="connsiteX404" fmla="*/ 365206 w 994371"/>
              <a:gd name="connsiteY404" fmla="*/ 145539 h 358818"/>
              <a:gd name="connsiteX405" fmla="*/ 366110 w 994371"/>
              <a:gd name="connsiteY405" fmla="*/ 143328 h 358818"/>
              <a:gd name="connsiteX406" fmla="*/ 367014 w 994371"/>
              <a:gd name="connsiteY406" fmla="*/ 141122 h 358818"/>
              <a:gd name="connsiteX407" fmla="*/ 367917 w 994371"/>
              <a:gd name="connsiteY407" fmla="*/ 138923 h 358818"/>
              <a:gd name="connsiteX408" fmla="*/ 368821 w 994371"/>
              <a:gd name="connsiteY408" fmla="*/ 136730 h 358818"/>
              <a:gd name="connsiteX409" fmla="*/ 369725 w 994371"/>
              <a:gd name="connsiteY409" fmla="*/ 134544 h 358818"/>
              <a:gd name="connsiteX410" fmla="*/ 370629 w 994371"/>
              <a:gd name="connsiteY410" fmla="*/ 132364 h 358818"/>
              <a:gd name="connsiteX411" fmla="*/ 371534 w 994371"/>
              <a:gd name="connsiteY411" fmla="*/ 130192 h 358818"/>
              <a:gd name="connsiteX412" fmla="*/ 372438 w 994371"/>
              <a:gd name="connsiteY412" fmla="*/ 128028 h 358818"/>
              <a:gd name="connsiteX413" fmla="*/ 373341 w 994371"/>
              <a:gd name="connsiteY413" fmla="*/ 125872 h 358818"/>
              <a:gd name="connsiteX414" fmla="*/ 374245 w 994371"/>
              <a:gd name="connsiteY414" fmla="*/ 123724 h 358818"/>
              <a:gd name="connsiteX415" fmla="*/ 375149 w 994371"/>
              <a:gd name="connsiteY415" fmla="*/ 121586 h 358818"/>
              <a:gd name="connsiteX416" fmla="*/ 376054 w 994371"/>
              <a:gd name="connsiteY416" fmla="*/ 119456 h 358818"/>
              <a:gd name="connsiteX417" fmla="*/ 376958 w 994371"/>
              <a:gd name="connsiteY417" fmla="*/ 117336 h 358818"/>
              <a:gd name="connsiteX418" fmla="*/ 377862 w 994371"/>
              <a:gd name="connsiteY418" fmla="*/ 115226 h 358818"/>
              <a:gd name="connsiteX419" fmla="*/ 378765 w 994371"/>
              <a:gd name="connsiteY419" fmla="*/ 113125 h 358818"/>
              <a:gd name="connsiteX420" fmla="*/ 379669 w 994371"/>
              <a:gd name="connsiteY420" fmla="*/ 111036 h 358818"/>
              <a:gd name="connsiteX421" fmla="*/ 380573 w 994371"/>
              <a:gd name="connsiteY421" fmla="*/ 108957 h 358818"/>
              <a:gd name="connsiteX422" fmla="*/ 381476 w 994371"/>
              <a:gd name="connsiteY422" fmla="*/ 106889 h 358818"/>
              <a:gd name="connsiteX423" fmla="*/ 382382 w 994371"/>
              <a:gd name="connsiteY423" fmla="*/ 104832 h 358818"/>
              <a:gd name="connsiteX424" fmla="*/ 383285 w 994371"/>
              <a:gd name="connsiteY424" fmla="*/ 102788 h 358818"/>
              <a:gd name="connsiteX425" fmla="*/ 384189 w 994371"/>
              <a:gd name="connsiteY425" fmla="*/ 100756 h 358818"/>
              <a:gd name="connsiteX426" fmla="*/ 385093 w 994371"/>
              <a:gd name="connsiteY426" fmla="*/ 98735 h 358818"/>
              <a:gd name="connsiteX427" fmla="*/ 385996 w 994371"/>
              <a:gd name="connsiteY427" fmla="*/ 96728 h 358818"/>
              <a:gd name="connsiteX428" fmla="*/ 386902 w 994371"/>
              <a:gd name="connsiteY428" fmla="*/ 94734 h 358818"/>
              <a:gd name="connsiteX429" fmla="*/ 387805 w 994371"/>
              <a:gd name="connsiteY429" fmla="*/ 92753 h 358818"/>
              <a:gd name="connsiteX430" fmla="*/ 388709 w 994371"/>
              <a:gd name="connsiteY430" fmla="*/ 90786 h 358818"/>
              <a:gd name="connsiteX431" fmla="*/ 389613 w 994371"/>
              <a:gd name="connsiteY431" fmla="*/ 88833 h 358818"/>
              <a:gd name="connsiteX432" fmla="*/ 390517 w 994371"/>
              <a:gd name="connsiteY432" fmla="*/ 86894 h 358818"/>
              <a:gd name="connsiteX433" fmla="*/ 391420 w 994371"/>
              <a:gd name="connsiteY433" fmla="*/ 84969 h 358818"/>
              <a:gd name="connsiteX434" fmla="*/ 392324 w 994371"/>
              <a:gd name="connsiteY434" fmla="*/ 83060 h 358818"/>
              <a:gd name="connsiteX435" fmla="*/ 393229 w 994371"/>
              <a:gd name="connsiteY435" fmla="*/ 81166 h 358818"/>
              <a:gd name="connsiteX436" fmla="*/ 394133 w 994371"/>
              <a:gd name="connsiteY436" fmla="*/ 79287 h 358818"/>
              <a:gd name="connsiteX437" fmla="*/ 395037 w 994371"/>
              <a:gd name="connsiteY437" fmla="*/ 77424 h 358818"/>
              <a:gd name="connsiteX438" fmla="*/ 395940 w 994371"/>
              <a:gd name="connsiteY438" fmla="*/ 75578 h 358818"/>
              <a:gd name="connsiteX439" fmla="*/ 396844 w 994371"/>
              <a:gd name="connsiteY439" fmla="*/ 73747 h 358818"/>
              <a:gd name="connsiteX440" fmla="*/ 397749 w 994371"/>
              <a:gd name="connsiteY440" fmla="*/ 71934 h 358818"/>
              <a:gd name="connsiteX441" fmla="*/ 398653 w 994371"/>
              <a:gd name="connsiteY441" fmla="*/ 70137 h 358818"/>
              <a:gd name="connsiteX442" fmla="*/ 399557 w 994371"/>
              <a:gd name="connsiteY442" fmla="*/ 68358 h 358818"/>
              <a:gd name="connsiteX443" fmla="*/ 400461 w 994371"/>
              <a:gd name="connsiteY443" fmla="*/ 66595 h 358818"/>
              <a:gd name="connsiteX444" fmla="*/ 401364 w 994371"/>
              <a:gd name="connsiteY444" fmla="*/ 64851 h 358818"/>
              <a:gd name="connsiteX445" fmla="*/ 402268 w 994371"/>
              <a:gd name="connsiteY445" fmla="*/ 63125 h 358818"/>
              <a:gd name="connsiteX446" fmla="*/ 403172 w 994371"/>
              <a:gd name="connsiteY446" fmla="*/ 61418 h 358818"/>
              <a:gd name="connsiteX447" fmla="*/ 404077 w 994371"/>
              <a:gd name="connsiteY447" fmla="*/ 59729 h 358818"/>
              <a:gd name="connsiteX448" fmla="*/ 404981 w 994371"/>
              <a:gd name="connsiteY448" fmla="*/ 58059 h 358818"/>
              <a:gd name="connsiteX449" fmla="*/ 405884 w 994371"/>
              <a:gd name="connsiteY449" fmla="*/ 56408 h 358818"/>
              <a:gd name="connsiteX450" fmla="*/ 406788 w 994371"/>
              <a:gd name="connsiteY450" fmla="*/ 54776 h 358818"/>
              <a:gd name="connsiteX451" fmla="*/ 407692 w 994371"/>
              <a:gd name="connsiteY451" fmla="*/ 53165 h 358818"/>
              <a:gd name="connsiteX452" fmla="*/ 408597 w 994371"/>
              <a:gd name="connsiteY452" fmla="*/ 51573 h 358818"/>
              <a:gd name="connsiteX453" fmla="*/ 409501 w 994371"/>
              <a:gd name="connsiteY453" fmla="*/ 50001 h 358818"/>
              <a:gd name="connsiteX454" fmla="*/ 410405 w 994371"/>
              <a:gd name="connsiteY454" fmla="*/ 48450 h 358818"/>
              <a:gd name="connsiteX455" fmla="*/ 411308 w 994371"/>
              <a:gd name="connsiteY455" fmla="*/ 46919 h 358818"/>
              <a:gd name="connsiteX456" fmla="*/ 412212 w 994371"/>
              <a:gd name="connsiteY456" fmla="*/ 45409 h 358818"/>
              <a:gd name="connsiteX457" fmla="*/ 413116 w 994371"/>
              <a:gd name="connsiteY457" fmla="*/ 43921 h 358818"/>
              <a:gd name="connsiteX458" fmla="*/ 414019 w 994371"/>
              <a:gd name="connsiteY458" fmla="*/ 42454 h 358818"/>
              <a:gd name="connsiteX459" fmla="*/ 414925 w 994371"/>
              <a:gd name="connsiteY459" fmla="*/ 41008 h 358818"/>
              <a:gd name="connsiteX460" fmla="*/ 415828 w 994371"/>
              <a:gd name="connsiteY460" fmla="*/ 39585 h 358818"/>
              <a:gd name="connsiteX461" fmla="*/ 416732 w 994371"/>
              <a:gd name="connsiteY461" fmla="*/ 38183 h 358818"/>
              <a:gd name="connsiteX462" fmla="*/ 417636 w 994371"/>
              <a:gd name="connsiteY462" fmla="*/ 36804 h 358818"/>
              <a:gd name="connsiteX463" fmla="*/ 418539 w 994371"/>
              <a:gd name="connsiteY463" fmla="*/ 35447 h 358818"/>
              <a:gd name="connsiteX464" fmla="*/ 419445 w 994371"/>
              <a:gd name="connsiteY464" fmla="*/ 34113 h 358818"/>
              <a:gd name="connsiteX465" fmla="*/ 420349 w 994371"/>
              <a:gd name="connsiteY465" fmla="*/ 32802 h 358818"/>
              <a:gd name="connsiteX466" fmla="*/ 421252 w 994371"/>
              <a:gd name="connsiteY466" fmla="*/ 31514 h 358818"/>
              <a:gd name="connsiteX467" fmla="*/ 422156 w 994371"/>
              <a:gd name="connsiteY467" fmla="*/ 30250 h 358818"/>
              <a:gd name="connsiteX468" fmla="*/ 423060 w 994371"/>
              <a:gd name="connsiteY468" fmla="*/ 29009 h 358818"/>
              <a:gd name="connsiteX469" fmla="*/ 423963 w 994371"/>
              <a:gd name="connsiteY469" fmla="*/ 27791 h 358818"/>
              <a:gd name="connsiteX470" fmla="*/ 424867 w 994371"/>
              <a:gd name="connsiteY470" fmla="*/ 26598 h 358818"/>
              <a:gd name="connsiteX471" fmla="*/ 425772 w 994371"/>
              <a:gd name="connsiteY471" fmla="*/ 25429 h 358818"/>
              <a:gd name="connsiteX472" fmla="*/ 426676 w 994371"/>
              <a:gd name="connsiteY472" fmla="*/ 24284 h 358818"/>
              <a:gd name="connsiteX473" fmla="*/ 427580 w 994371"/>
              <a:gd name="connsiteY473" fmla="*/ 23164 h 358818"/>
              <a:gd name="connsiteX474" fmla="*/ 428483 w 994371"/>
              <a:gd name="connsiteY474" fmla="*/ 22068 h 358818"/>
              <a:gd name="connsiteX475" fmla="*/ 429387 w 994371"/>
              <a:gd name="connsiteY475" fmla="*/ 20997 h 358818"/>
              <a:gd name="connsiteX476" fmla="*/ 430293 w 994371"/>
              <a:gd name="connsiteY476" fmla="*/ 19951 h 358818"/>
              <a:gd name="connsiteX477" fmla="*/ 431196 w 994371"/>
              <a:gd name="connsiteY477" fmla="*/ 18931 h 358818"/>
              <a:gd name="connsiteX478" fmla="*/ 432100 w 994371"/>
              <a:gd name="connsiteY478" fmla="*/ 17935 h 358818"/>
              <a:gd name="connsiteX479" fmla="*/ 433004 w 994371"/>
              <a:gd name="connsiteY479" fmla="*/ 16965 h 358818"/>
              <a:gd name="connsiteX480" fmla="*/ 433907 w 994371"/>
              <a:gd name="connsiteY480" fmla="*/ 16021 h 358818"/>
              <a:gd name="connsiteX481" fmla="*/ 434811 w 994371"/>
              <a:gd name="connsiteY481" fmla="*/ 15103 h 358818"/>
              <a:gd name="connsiteX482" fmla="*/ 435715 w 994371"/>
              <a:gd name="connsiteY482" fmla="*/ 14211 h 358818"/>
              <a:gd name="connsiteX483" fmla="*/ 436620 w 994371"/>
              <a:gd name="connsiteY483" fmla="*/ 13344 h 358818"/>
              <a:gd name="connsiteX484" fmla="*/ 437524 w 994371"/>
              <a:gd name="connsiteY484" fmla="*/ 12504 h 358818"/>
              <a:gd name="connsiteX485" fmla="*/ 438427 w 994371"/>
              <a:gd name="connsiteY485" fmla="*/ 11690 h 358818"/>
              <a:gd name="connsiteX486" fmla="*/ 439331 w 994371"/>
              <a:gd name="connsiteY486" fmla="*/ 10903 h 358818"/>
              <a:gd name="connsiteX487" fmla="*/ 440235 w 994371"/>
              <a:gd name="connsiteY487" fmla="*/ 10142 h 358818"/>
              <a:gd name="connsiteX488" fmla="*/ 441140 w 994371"/>
              <a:gd name="connsiteY488" fmla="*/ 9409 h 358818"/>
              <a:gd name="connsiteX489" fmla="*/ 442044 w 994371"/>
              <a:gd name="connsiteY489" fmla="*/ 8702 h 358818"/>
              <a:gd name="connsiteX490" fmla="*/ 442948 w 994371"/>
              <a:gd name="connsiteY490" fmla="*/ 8021 h 358818"/>
              <a:gd name="connsiteX491" fmla="*/ 443851 w 994371"/>
              <a:gd name="connsiteY491" fmla="*/ 7368 h 358818"/>
              <a:gd name="connsiteX492" fmla="*/ 444755 w 994371"/>
              <a:gd name="connsiteY492" fmla="*/ 6742 h 358818"/>
              <a:gd name="connsiteX493" fmla="*/ 445659 w 994371"/>
              <a:gd name="connsiteY493" fmla="*/ 6144 h 358818"/>
              <a:gd name="connsiteX494" fmla="*/ 446562 w 994371"/>
              <a:gd name="connsiteY494" fmla="*/ 5572 h 358818"/>
              <a:gd name="connsiteX495" fmla="*/ 447468 w 994371"/>
              <a:gd name="connsiteY495" fmla="*/ 5029 h 358818"/>
              <a:gd name="connsiteX496" fmla="*/ 448371 w 994371"/>
              <a:gd name="connsiteY496" fmla="*/ 4512 h 358818"/>
              <a:gd name="connsiteX497" fmla="*/ 449275 w 994371"/>
              <a:gd name="connsiteY497" fmla="*/ 4024 h 358818"/>
              <a:gd name="connsiteX498" fmla="*/ 450179 w 994371"/>
              <a:gd name="connsiteY498" fmla="*/ 3563 h 358818"/>
              <a:gd name="connsiteX499" fmla="*/ 451083 w 994371"/>
              <a:gd name="connsiteY499" fmla="*/ 3130 h 358818"/>
              <a:gd name="connsiteX500" fmla="*/ 451988 w 994371"/>
              <a:gd name="connsiteY500" fmla="*/ 2724 h 358818"/>
              <a:gd name="connsiteX501" fmla="*/ 452892 w 994371"/>
              <a:gd name="connsiteY501" fmla="*/ 2347 h 358818"/>
              <a:gd name="connsiteX502" fmla="*/ 453795 w 994371"/>
              <a:gd name="connsiteY502" fmla="*/ 1997 h 358818"/>
              <a:gd name="connsiteX503" fmla="*/ 454699 w 994371"/>
              <a:gd name="connsiteY503" fmla="*/ 1676 h 358818"/>
              <a:gd name="connsiteX504" fmla="*/ 455603 w 994371"/>
              <a:gd name="connsiteY504" fmla="*/ 1382 h 358818"/>
              <a:gd name="connsiteX505" fmla="*/ 456506 w 994371"/>
              <a:gd name="connsiteY505" fmla="*/ 1117 h 358818"/>
              <a:gd name="connsiteX506" fmla="*/ 457410 w 994371"/>
              <a:gd name="connsiteY506" fmla="*/ 880 h 358818"/>
              <a:gd name="connsiteX507" fmla="*/ 458315 w 994371"/>
              <a:gd name="connsiteY507" fmla="*/ 671 h 358818"/>
              <a:gd name="connsiteX508" fmla="*/ 459219 w 994371"/>
              <a:gd name="connsiteY508" fmla="*/ 490 h 358818"/>
              <a:gd name="connsiteX509" fmla="*/ 460123 w 994371"/>
              <a:gd name="connsiteY509" fmla="*/ 338 h 358818"/>
              <a:gd name="connsiteX510" fmla="*/ 461027 w 994371"/>
              <a:gd name="connsiteY510" fmla="*/ 214 h 358818"/>
              <a:gd name="connsiteX511" fmla="*/ 461930 w 994371"/>
              <a:gd name="connsiteY511" fmla="*/ 118 h 358818"/>
              <a:gd name="connsiteX512" fmla="*/ 462836 w 994371"/>
              <a:gd name="connsiteY512" fmla="*/ 50 h 358818"/>
              <a:gd name="connsiteX513" fmla="*/ 463739 w 994371"/>
              <a:gd name="connsiteY513" fmla="*/ 11 h 358818"/>
              <a:gd name="connsiteX514" fmla="*/ 464643 w 994371"/>
              <a:gd name="connsiteY514" fmla="*/ 0 h 358818"/>
              <a:gd name="connsiteX515" fmla="*/ 465547 w 994371"/>
              <a:gd name="connsiteY515" fmla="*/ 17 h 358818"/>
              <a:gd name="connsiteX516" fmla="*/ 466450 w 994371"/>
              <a:gd name="connsiteY516" fmla="*/ 63 h 358818"/>
              <a:gd name="connsiteX517" fmla="*/ 467354 w 994371"/>
              <a:gd name="connsiteY517" fmla="*/ 137 h 358818"/>
              <a:gd name="connsiteX518" fmla="*/ 468258 w 994371"/>
              <a:gd name="connsiteY518" fmla="*/ 240 h 358818"/>
              <a:gd name="connsiteX519" fmla="*/ 469163 w 994371"/>
              <a:gd name="connsiteY519" fmla="*/ 370 h 358818"/>
              <a:gd name="connsiteX520" fmla="*/ 470067 w 994371"/>
              <a:gd name="connsiteY520" fmla="*/ 529 h 358818"/>
              <a:gd name="connsiteX521" fmla="*/ 470970 w 994371"/>
              <a:gd name="connsiteY521" fmla="*/ 716 h 358818"/>
              <a:gd name="connsiteX522" fmla="*/ 471874 w 994371"/>
              <a:gd name="connsiteY522" fmla="*/ 932 h 358818"/>
              <a:gd name="connsiteX523" fmla="*/ 472778 w 994371"/>
              <a:gd name="connsiteY523" fmla="*/ 1175 h 358818"/>
              <a:gd name="connsiteX524" fmla="*/ 473683 w 994371"/>
              <a:gd name="connsiteY524" fmla="*/ 1447 h 358818"/>
              <a:gd name="connsiteX525" fmla="*/ 474587 w 994371"/>
              <a:gd name="connsiteY525" fmla="*/ 1747 h 358818"/>
              <a:gd name="connsiteX526" fmla="*/ 475491 w 994371"/>
              <a:gd name="connsiteY526" fmla="*/ 2075 h 358818"/>
              <a:gd name="connsiteX527" fmla="*/ 476394 w 994371"/>
              <a:gd name="connsiteY527" fmla="*/ 2431 h 358818"/>
              <a:gd name="connsiteX528" fmla="*/ 477298 w 994371"/>
              <a:gd name="connsiteY528" fmla="*/ 2814 h 358818"/>
              <a:gd name="connsiteX529" fmla="*/ 478202 w 994371"/>
              <a:gd name="connsiteY529" fmla="*/ 3226 h 358818"/>
              <a:gd name="connsiteX530" fmla="*/ 479107 w 994371"/>
              <a:gd name="connsiteY530" fmla="*/ 3666 h 358818"/>
              <a:gd name="connsiteX531" fmla="*/ 480011 w 994371"/>
              <a:gd name="connsiteY531" fmla="*/ 4133 h 358818"/>
              <a:gd name="connsiteX532" fmla="*/ 480914 w 994371"/>
              <a:gd name="connsiteY532" fmla="*/ 4628 h 358818"/>
              <a:gd name="connsiteX533" fmla="*/ 481818 w 994371"/>
              <a:gd name="connsiteY533" fmla="*/ 5150 h 358818"/>
              <a:gd name="connsiteX534" fmla="*/ 482722 w 994371"/>
              <a:gd name="connsiteY534" fmla="*/ 5700 h 358818"/>
              <a:gd name="connsiteX535" fmla="*/ 483626 w 994371"/>
              <a:gd name="connsiteY535" fmla="*/ 6278 h 358818"/>
              <a:gd name="connsiteX536" fmla="*/ 484529 w 994371"/>
              <a:gd name="connsiteY536" fmla="*/ 6883 h 358818"/>
              <a:gd name="connsiteX537" fmla="*/ 485435 w 994371"/>
              <a:gd name="connsiteY537" fmla="*/ 7515 h 358818"/>
              <a:gd name="connsiteX538" fmla="*/ 486338 w 994371"/>
              <a:gd name="connsiteY538" fmla="*/ 8174 h 358818"/>
              <a:gd name="connsiteX539" fmla="*/ 487242 w 994371"/>
              <a:gd name="connsiteY539" fmla="*/ 8860 h 358818"/>
              <a:gd name="connsiteX540" fmla="*/ 488146 w 994371"/>
              <a:gd name="connsiteY540" fmla="*/ 9574 h 358818"/>
              <a:gd name="connsiteX541" fmla="*/ 489049 w 994371"/>
              <a:gd name="connsiteY541" fmla="*/ 10314 h 358818"/>
              <a:gd name="connsiteX542" fmla="*/ 489955 w 994371"/>
              <a:gd name="connsiteY542" fmla="*/ 11080 h 358818"/>
              <a:gd name="connsiteX543" fmla="*/ 490858 w 994371"/>
              <a:gd name="connsiteY543" fmla="*/ 11874 h 358818"/>
              <a:gd name="connsiteX544" fmla="*/ 491762 w 994371"/>
              <a:gd name="connsiteY544" fmla="*/ 12693 h 358818"/>
              <a:gd name="connsiteX545" fmla="*/ 492666 w 994371"/>
              <a:gd name="connsiteY545" fmla="*/ 13539 h 358818"/>
              <a:gd name="connsiteX546" fmla="*/ 493570 w 994371"/>
              <a:gd name="connsiteY546" fmla="*/ 14412 h 358818"/>
              <a:gd name="connsiteX547" fmla="*/ 494473 w 994371"/>
              <a:gd name="connsiteY547" fmla="*/ 15310 h 358818"/>
              <a:gd name="connsiteX548" fmla="*/ 495377 w 994371"/>
              <a:gd name="connsiteY548" fmla="*/ 16234 h 358818"/>
              <a:gd name="connsiteX549" fmla="*/ 496282 w 994371"/>
              <a:gd name="connsiteY549" fmla="*/ 17184 h 358818"/>
              <a:gd name="connsiteX550" fmla="*/ 497186 w 994371"/>
              <a:gd name="connsiteY550" fmla="*/ 18160 h 358818"/>
              <a:gd name="connsiteX551" fmla="*/ 498090 w 994371"/>
              <a:gd name="connsiteY551" fmla="*/ 19161 h 358818"/>
              <a:gd name="connsiteX552" fmla="*/ 498993 w 994371"/>
              <a:gd name="connsiteY552" fmla="*/ 20188 h 358818"/>
              <a:gd name="connsiteX553" fmla="*/ 499897 w 994371"/>
              <a:gd name="connsiteY553" fmla="*/ 21239 h 358818"/>
              <a:gd name="connsiteX554" fmla="*/ 500802 w 994371"/>
              <a:gd name="connsiteY554" fmla="*/ 22316 h 358818"/>
              <a:gd name="connsiteX555" fmla="*/ 501706 w 994371"/>
              <a:gd name="connsiteY555" fmla="*/ 23417 h 358818"/>
              <a:gd name="connsiteX556" fmla="*/ 502610 w 994371"/>
              <a:gd name="connsiteY556" fmla="*/ 24543 h 358818"/>
              <a:gd name="connsiteX557" fmla="*/ 503514 w 994371"/>
              <a:gd name="connsiteY557" fmla="*/ 25693 h 358818"/>
              <a:gd name="connsiteX558" fmla="*/ 504417 w 994371"/>
              <a:gd name="connsiteY558" fmla="*/ 26868 h 358818"/>
              <a:gd name="connsiteX559" fmla="*/ 505321 w 994371"/>
              <a:gd name="connsiteY559" fmla="*/ 28067 h 358818"/>
              <a:gd name="connsiteX560" fmla="*/ 506225 w 994371"/>
              <a:gd name="connsiteY560" fmla="*/ 29289 h 358818"/>
              <a:gd name="connsiteX561" fmla="*/ 507130 w 994371"/>
              <a:gd name="connsiteY561" fmla="*/ 30536 h 358818"/>
              <a:gd name="connsiteX562" fmla="*/ 508034 w 994371"/>
              <a:gd name="connsiteY562" fmla="*/ 31806 h 358818"/>
              <a:gd name="connsiteX563" fmla="*/ 508937 w 994371"/>
              <a:gd name="connsiteY563" fmla="*/ 33099 h 358818"/>
              <a:gd name="connsiteX564" fmla="*/ 509841 w 994371"/>
              <a:gd name="connsiteY564" fmla="*/ 34415 h 358818"/>
              <a:gd name="connsiteX565" fmla="*/ 510745 w 994371"/>
              <a:gd name="connsiteY565" fmla="*/ 35754 h 358818"/>
              <a:gd name="connsiteX566" fmla="*/ 511650 w 994371"/>
              <a:gd name="connsiteY566" fmla="*/ 37116 h 358818"/>
              <a:gd name="connsiteX567" fmla="*/ 512554 w 994371"/>
              <a:gd name="connsiteY567" fmla="*/ 38501 h 358818"/>
              <a:gd name="connsiteX568" fmla="*/ 513458 w 994371"/>
              <a:gd name="connsiteY568" fmla="*/ 39907 h 358818"/>
              <a:gd name="connsiteX569" fmla="*/ 514361 w 994371"/>
              <a:gd name="connsiteY569" fmla="*/ 41336 h 358818"/>
              <a:gd name="connsiteX570" fmla="*/ 515265 w 994371"/>
              <a:gd name="connsiteY570" fmla="*/ 42786 h 358818"/>
              <a:gd name="connsiteX571" fmla="*/ 516169 w 994371"/>
              <a:gd name="connsiteY571" fmla="*/ 44258 h 358818"/>
              <a:gd name="connsiteX572" fmla="*/ 517072 w 994371"/>
              <a:gd name="connsiteY572" fmla="*/ 45752 h 358818"/>
              <a:gd name="connsiteX573" fmla="*/ 517978 w 994371"/>
              <a:gd name="connsiteY573" fmla="*/ 47266 h 358818"/>
              <a:gd name="connsiteX574" fmla="*/ 518881 w 994371"/>
              <a:gd name="connsiteY574" fmla="*/ 48802 h 358818"/>
              <a:gd name="connsiteX575" fmla="*/ 519785 w 994371"/>
              <a:gd name="connsiteY575" fmla="*/ 50357 h 358818"/>
              <a:gd name="connsiteX576" fmla="*/ 520689 w 994371"/>
              <a:gd name="connsiteY576" fmla="*/ 51934 h 358818"/>
              <a:gd name="connsiteX577" fmla="*/ 521592 w 994371"/>
              <a:gd name="connsiteY577" fmla="*/ 53530 h 358818"/>
              <a:gd name="connsiteX578" fmla="*/ 522498 w 994371"/>
              <a:gd name="connsiteY578" fmla="*/ 55147 h 358818"/>
              <a:gd name="connsiteX579" fmla="*/ 523402 w 994371"/>
              <a:gd name="connsiteY579" fmla="*/ 56783 h 358818"/>
              <a:gd name="connsiteX580" fmla="*/ 524305 w 994371"/>
              <a:gd name="connsiteY580" fmla="*/ 58438 h 358818"/>
              <a:gd name="connsiteX581" fmla="*/ 525209 w 994371"/>
              <a:gd name="connsiteY581" fmla="*/ 60112 h 358818"/>
              <a:gd name="connsiteX582" fmla="*/ 526113 w 994371"/>
              <a:gd name="connsiteY582" fmla="*/ 61806 h 358818"/>
              <a:gd name="connsiteX583" fmla="*/ 527016 w 994371"/>
              <a:gd name="connsiteY583" fmla="*/ 63517 h 358818"/>
              <a:gd name="connsiteX584" fmla="*/ 527920 w 994371"/>
              <a:gd name="connsiteY584" fmla="*/ 65248 h 358818"/>
              <a:gd name="connsiteX585" fmla="*/ 528825 w 994371"/>
              <a:gd name="connsiteY585" fmla="*/ 66996 h 358818"/>
              <a:gd name="connsiteX586" fmla="*/ 529729 w 994371"/>
              <a:gd name="connsiteY586" fmla="*/ 68762 h 358818"/>
              <a:gd name="connsiteX587" fmla="*/ 530633 w 994371"/>
              <a:gd name="connsiteY587" fmla="*/ 70545 h 358818"/>
              <a:gd name="connsiteX588" fmla="*/ 531536 w 994371"/>
              <a:gd name="connsiteY588" fmla="*/ 72346 h 358818"/>
              <a:gd name="connsiteX589" fmla="*/ 532440 w 994371"/>
              <a:gd name="connsiteY589" fmla="*/ 74163 h 358818"/>
              <a:gd name="connsiteX590" fmla="*/ 533346 w 994371"/>
              <a:gd name="connsiteY590" fmla="*/ 75997 h 358818"/>
              <a:gd name="connsiteX591" fmla="*/ 534249 w 994371"/>
              <a:gd name="connsiteY591" fmla="*/ 77848 h 358818"/>
              <a:gd name="connsiteX592" fmla="*/ 535153 w 994371"/>
              <a:gd name="connsiteY592" fmla="*/ 79714 h 358818"/>
              <a:gd name="connsiteX593" fmla="*/ 536057 w 994371"/>
              <a:gd name="connsiteY593" fmla="*/ 81596 h 358818"/>
              <a:gd name="connsiteX594" fmla="*/ 536960 w 994371"/>
              <a:gd name="connsiteY594" fmla="*/ 83494 h 358818"/>
              <a:gd name="connsiteX595" fmla="*/ 537864 w 994371"/>
              <a:gd name="connsiteY595" fmla="*/ 85407 h 358818"/>
              <a:gd name="connsiteX596" fmla="*/ 538768 w 994371"/>
              <a:gd name="connsiteY596" fmla="*/ 87335 h 358818"/>
              <a:gd name="connsiteX597" fmla="*/ 539673 w 994371"/>
              <a:gd name="connsiteY597" fmla="*/ 89277 h 358818"/>
              <a:gd name="connsiteX598" fmla="*/ 540577 w 994371"/>
              <a:gd name="connsiteY598" fmla="*/ 91233 h 358818"/>
              <a:gd name="connsiteX599" fmla="*/ 541480 w 994371"/>
              <a:gd name="connsiteY599" fmla="*/ 93204 h 358818"/>
              <a:gd name="connsiteX600" fmla="*/ 542384 w 994371"/>
              <a:gd name="connsiteY600" fmla="*/ 95188 h 358818"/>
              <a:gd name="connsiteX601" fmla="*/ 543288 w 994371"/>
              <a:gd name="connsiteY601" fmla="*/ 97185 h 358818"/>
              <a:gd name="connsiteX602" fmla="*/ 544193 w 994371"/>
              <a:gd name="connsiteY602" fmla="*/ 99195 h 358818"/>
              <a:gd name="connsiteX603" fmla="*/ 545097 w 994371"/>
              <a:gd name="connsiteY603" fmla="*/ 101218 h 358818"/>
              <a:gd name="connsiteX604" fmla="*/ 546001 w 994371"/>
              <a:gd name="connsiteY604" fmla="*/ 103253 h 358818"/>
              <a:gd name="connsiteX605" fmla="*/ 546904 w 994371"/>
              <a:gd name="connsiteY605" fmla="*/ 105300 h 358818"/>
              <a:gd name="connsiteX606" fmla="*/ 547808 w 994371"/>
              <a:gd name="connsiteY606" fmla="*/ 107359 h 358818"/>
              <a:gd name="connsiteX607" fmla="*/ 548712 w 994371"/>
              <a:gd name="connsiteY607" fmla="*/ 109430 h 358818"/>
              <a:gd name="connsiteX608" fmla="*/ 549615 w 994371"/>
              <a:gd name="connsiteY608" fmla="*/ 111511 h 358818"/>
              <a:gd name="connsiteX609" fmla="*/ 550521 w 994371"/>
              <a:gd name="connsiteY609" fmla="*/ 113603 h 358818"/>
              <a:gd name="connsiteX610" fmla="*/ 551424 w 994371"/>
              <a:gd name="connsiteY610" fmla="*/ 115706 h 358818"/>
              <a:gd name="connsiteX611" fmla="*/ 552328 w 994371"/>
              <a:gd name="connsiteY611" fmla="*/ 117819 h 358818"/>
              <a:gd name="connsiteX612" fmla="*/ 553232 w 994371"/>
              <a:gd name="connsiteY612" fmla="*/ 119941 h 358818"/>
              <a:gd name="connsiteX613" fmla="*/ 554136 w 994371"/>
              <a:gd name="connsiteY613" fmla="*/ 122073 h 358818"/>
              <a:gd name="connsiteX614" fmla="*/ 555041 w 994371"/>
              <a:gd name="connsiteY614" fmla="*/ 124213 h 358818"/>
              <a:gd name="connsiteX615" fmla="*/ 555945 w 994371"/>
              <a:gd name="connsiteY615" fmla="*/ 126363 h 358818"/>
              <a:gd name="connsiteX616" fmla="*/ 556848 w 994371"/>
              <a:gd name="connsiteY616" fmla="*/ 128521 h 358818"/>
              <a:gd name="connsiteX617" fmla="*/ 557752 w 994371"/>
              <a:gd name="connsiteY617" fmla="*/ 130687 h 358818"/>
              <a:gd name="connsiteX618" fmla="*/ 558656 w 994371"/>
              <a:gd name="connsiteY618" fmla="*/ 132860 h 358818"/>
              <a:gd name="connsiteX619" fmla="*/ 559559 w 994371"/>
              <a:gd name="connsiteY619" fmla="*/ 135040 h 358818"/>
              <a:gd name="connsiteX620" fmla="*/ 560463 w 994371"/>
              <a:gd name="connsiteY620" fmla="*/ 137228 h 358818"/>
              <a:gd name="connsiteX621" fmla="*/ 561368 w 994371"/>
              <a:gd name="connsiteY621" fmla="*/ 139424 h 358818"/>
              <a:gd name="connsiteX622" fmla="*/ 562272 w 994371"/>
              <a:gd name="connsiteY622" fmla="*/ 141625 h 358818"/>
              <a:gd name="connsiteX623" fmla="*/ 563176 w 994371"/>
              <a:gd name="connsiteY623" fmla="*/ 143831 h 358818"/>
              <a:gd name="connsiteX624" fmla="*/ 564080 w 994371"/>
              <a:gd name="connsiteY624" fmla="*/ 146044 h 358818"/>
              <a:gd name="connsiteX625" fmla="*/ 564983 w 994371"/>
              <a:gd name="connsiteY625" fmla="*/ 148262 h 358818"/>
              <a:gd name="connsiteX626" fmla="*/ 565889 w 994371"/>
              <a:gd name="connsiteY626" fmla="*/ 150485 h 358818"/>
              <a:gd name="connsiteX627" fmla="*/ 566792 w 994371"/>
              <a:gd name="connsiteY627" fmla="*/ 152712 h 358818"/>
              <a:gd name="connsiteX628" fmla="*/ 567696 w 994371"/>
              <a:gd name="connsiteY628" fmla="*/ 154943 h 358818"/>
              <a:gd name="connsiteX629" fmla="*/ 568600 w 994371"/>
              <a:gd name="connsiteY629" fmla="*/ 157179 h 358818"/>
              <a:gd name="connsiteX630" fmla="*/ 569503 w 994371"/>
              <a:gd name="connsiteY630" fmla="*/ 159417 h 358818"/>
              <a:gd name="connsiteX631" fmla="*/ 570407 w 994371"/>
              <a:gd name="connsiteY631" fmla="*/ 161659 h 358818"/>
              <a:gd name="connsiteX632" fmla="*/ 571311 w 994371"/>
              <a:gd name="connsiteY632" fmla="*/ 163904 h 358818"/>
              <a:gd name="connsiteX633" fmla="*/ 572216 w 994371"/>
              <a:gd name="connsiteY633" fmla="*/ 166151 h 358818"/>
              <a:gd name="connsiteX634" fmla="*/ 573120 w 994371"/>
              <a:gd name="connsiteY634" fmla="*/ 168401 h 358818"/>
              <a:gd name="connsiteX635" fmla="*/ 574023 w 994371"/>
              <a:gd name="connsiteY635" fmla="*/ 170652 h 358818"/>
              <a:gd name="connsiteX636" fmla="*/ 574927 w 994371"/>
              <a:gd name="connsiteY636" fmla="*/ 172904 h 358818"/>
              <a:gd name="connsiteX637" fmla="*/ 575831 w 994371"/>
              <a:gd name="connsiteY637" fmla="*/ 175158 h 358818"/>
              <a:gd name="connsiteX638" fmla="*/ 576736 w 994371"/>
              <a:gd name="connsiteY638" fmla="*/ 177413 h 358818"/>
              <a:gd name="connsiteX639" fmla="*/ 577640 w 994371"/>
              <a:gd name="connsiteY639" fmla="*/ 179667 h 358818"/>
              <a:gd name="connsiteX640" fmla="*/ 578544 w 994371"/>
              <a:gd name="connsiteY640" fmla="*/ 181921 h 358818"/>
              <a:gd name="connsiteX641" fmla="*/ 579447 w 994371"/>
              <a:gd name="connsiteY641" fmla="*/ 184175 h 358818"/>
              <a:gd name="connsiteX642" fmla="*/ 580351 w 994371"/>
              <a:gd name="connsiteY642" fmla="*/ 186428 h 358818"/>
              <a:gd name="connsiteX643" fmla="*/ 581255 w 994371"/>
              <a:gd name="connsiteY643" fmla="*/ 188681 h 358818"/>
              <a:gd name="connsiteX644" fmla="*/ 582158 w 994371"/>
              <a:gd name="connsiteY644" fmla="*/ 190931 h 358818"/>
              <a:gd name="connsiteX645" fmla="*/ 583064 w 994371"/>
              <a:gd name="connsiteY645" fmla="*/ 193181 h 358818"/>
              <a:gd name="connsiteX646" fmla="*/ 583967 w 994371"/>
              <a:gd name="connsiteY646" fmla="*/ 195427 h 358818"/>
              <a:gd name="connsiteX647" fmla="*/ 584871 w 994371"/>
              <a:gd name="connsiteY647" fmla="*/ 197671 h 358818"/>
              <a:gd name="connsiteX648" fmla="*/ 585775 w 994371"/>
              <a:gd name="connsiteY648" fmla="*/ 199912 h 358818"/>
              <a:gd name="connsiteX649" fmla="*/ 586679 w 994371"/>
              <a:gd name="connsiteY649" fmla="*/ 202150 h 358818"/>
              <a:gd name="connsiteX650" fmla="*/ 587584 w 994371"/>
              <a:gd name="connsiteY650" fmla="*/ 204385 h 358818"/>
              <a:gd name="connsiteX651" fmla="*/ 588488 w 994371"/>
              <a:gd name="connsiteY651" fmla="*/ 206615 h 358818"/>
              <a:gd name="connsiteX652" fmla="*/ 589391 w 994371"/>
              <a:gd name="connsiteY652" fmla="*/ 208841 h 358818"/>
              <a:gd name="connsiteX653" fmla="*/ 590295 w 994371"/>
              <a:gd name="connsiteY653" fmla="*/ 211064 h 358818"/>
              <a:gd name="connsiteX654" fmla="*/ 591199 w 994371"/>
              <a:gd name="connsiteY654" fmla="*/ 213280 h 358818"/>
              <a:gd name="connsiteX655" fmla="*/ 592102 w 994371"/>
              <a:gd name="connsiteY655" fmla="*/ 215491 h 358818"/>
              <a:gd name="connsiteX656" fmla="*/ 593006 w 994371"/>
              <a:gd name="connsiteY656" fmla="*/ 217697 h 358818"/>
              <a:gd name="connsiteX657" fmla="*/ 593911 w 994371"/>
              <a:gd name="connsiteY657" fmla="*/ 219896 h 358818"/>
              <a:gd name="connsiteX658" fmla="*/ 594815 w 994371"/>
              <a:gd name="connsiteY658" fmla="*/ 222089 h 358818"/>
              <a:gd name="connsiteX659" fmla="*/ 595719 w 994371"/>
              <a:gd name="connsiteY659" fmla="*/ 224275 h 358818"/>
              <a:gd name="connsiteX660" fmla="*/ 596623 w 994371"/>
              <a:gd name="connsiteY660" fmla="*/ 226455 h 358818"/>
              <a:gd name="connsiteX661" fmla="*/ 597526 w 994371"/>
              <a:gd name="connsiteY661" fmla="*/ 228627 h 358818"/>
              <a:gd name="connsiteX662" fmla="*/ 598432 w 994371"/>
              <a:gd name="connsiteY662" fmla="*/ 230790 h 358818"/>
              <a:gd name="connsiteX663" fmla="*/ 599335 w 994371"/>
              <a:gd name="connsiteY663" fmla="*/ 232946 h 358818"/>
              <a:gd name="connsiteX664" fmla="*/ 600239 w 994371"/>
              <a:gd name="connsiteY664" fmla="*/ 235094 h 358818"/>
              <a:gd name="connsiteX665" fmla="*/ 601143 w 994371"/>
              <a:gd name="connsiteY665" fmla="*/ 237232 h 358818"/>
              <a:gd name="connsiteX666" fmla="*/ 602046 w 994371"/>
              <a:gd name="connsiteY666" fmla="*/ 239362 h 358818"/>
              <a:gd name="connsiteX667" fmla="*/ 602950 w 994371"/>
              <a:gd name="connsiteY667" fmla="*/ 241483 h 358818"/>
              <a:gd name="connsiteX668" fmla="*/ 603854 w 994371"/>
              <a:gd name="connsiteY668" fmla="*/ 243593 h 358818"/>
              <a:gd name="connsiteX669" fmla="*/ 604759 w 994371"/>
              <a:gd name="connsiteY669" fmla="*/ 245693 h 358818"/>
              <a:gd name="connsiteX670" fmla="*/ 605663 w 994371"/>
              <a:gd name="connsiteY670" fmla="*/ 247783 h 358818"/>
              <a:gd name="connsiteX671" fmla="*/ 606567 w 994371"/>
              <a:gd name="connsiteY671" fmla="*/ 249862 h 358818"/>
              <a:gd name="connsiteX672" fmla="*/ 607470 w 994371"/>
              <a:gd name="connsiteY672" fmla="*/ 251931 h 358818"/>
              <a:gd name="connsiteX673" fmla="*/ 608374 w 994371"/>
              <a:gd name="connsiteY673" fmla="*/ 253986 h 358818"/>
              <a:gd name="connsiteX674" fmla="*/ 609278 w 994371"/>
              <a:gd name="connsiteY674" fmla="*/ 256031 h 358818"/>
              <a:gd name="connsiteX675" fmla="*/ 610183 w 994371"/>
              <a:gd name="connsiteY675" fmla="*/ 258064 h 358818"/>
              <a:gd name="connsiteX676" fmla="*/ 611087 w 994371"/>
              <a:gd name="connsiteY676" fmla="*/ 260084 h 358818"/>
              <a:gd name="connsiteX677" fmla="*/ 611990 w 994371"/>
              <a:gd name="connsiteY677" fmla="*/ 262091 h 358818"/>
              <a:gd name="connsiteX678" fmla="*/ 612894 w 994371"/>
              <a:gd name="connsiteY678" fmla="*/ 264086 h 358818"/>
              <a:gd name="connsiteX679" fmla="*/ 613798 w 994371"/>
              <a:gd name="connsiteY679" fmla="*/ 266066 h 358818"/>
              <a:gd name="connsiteX680" fmla="*/ 614703 w 994371"/>
              <a:gd name="connsiteY680" fmla="*/ 268033 h 358818"/>
              <a:gd name="connsiteX681" fmla="*/ 615607 w 994371"/>
              <a:gd name="connsiteY681" fmla="*/ 269986 h 358818"/>
              <a:gd name="connsiteX682" fmla="*/ 616510 w 994371"/>
              <a:gd name="connsiteY682" fmla="*/ 271925 h 358818"/>
              <a:gd name="connsiteX683" fmla="*/ 617414 w 994371"/>
              <a:gd name="connsiteY683" fmla="*/ 273849 h 358818"/>
              <a:gd name="connsiteX684" fmla="*/ 618318 w 994371"/>
              <a:gd name="connsiteY684" fmla="*/ 275759 h 358818"/>
              <a:gd name="connsiteX685" fmla="*/ 619222 w 994371"/>
              <a:gd name="connsiteY685" fmla="*/ 277653 h 358818"/>
              <a:gd name="connsiteX686" fmla="*/ 620125 w 994371"/>
              <a:gd name="connsiteY686" fmla="*/ 279532 h 358818"/>
              <a:gd name="connsiteX687" fmla="*/ 621031 w 994371"/>
              <a:gd name="connsiteY687" fmla="*/ 281394 h 358818"/>
              <a:gd name="connsiteX688" fmla="*/ 621934 w 994371"/>
              <a:gd name="connsiteY688" fmla="*/ 283241 h 358818"/>
              <a:gd name="connsiteX689" fmla="*/ 622838 w 994371"/>
              <a:gd name="connsiteY689" fmla="*/ 285072 h 358818"/>
              <a:gd name="connsiteX690" fmla="*/ 623742 w 994371"/>
              <a:gd name="connsiteY690" fmla="*/ 286886 h 358818"/>
              <a:gd name="connsiteX691" fmla="*/ 624645 w 994371"/>
              <a:gd name="connsiteY691" fmla="*/ 288681 h 358818"/>
              <a:gd name="connsiteX692" fmla="*/ 625551 w 994371"/>
              <a:gd name="connsiteY692" fmla="*/ 290461 h 358818"/>
              <a:gd name="connsiteX693" fmla="*/ 626455 w 994371"/>
              <a:gd name="connsiteY693" fmla="*/ 292223 h 358818"/>
              <a:gd name="connsiteX694" fmla="*/ 627358 w 994371"/>
              <a:gd name="connsiteY694" fmla="*/ 293967 h 358818"/>
              <a:gd name="connsiteX695" fmla="*/ 628262 w 994371"/>
              <a:gd name="connsiteY695" fmla="*/ 295693 h 358818"/>
              <a:gd name="connsiteX696" fmla="*/ 629166 w 994371"/>
              <a:gd name="connsiteY696" fmla="*/ 297401 h 358818"/>
              <a:gd name="connsiteX697" fmla="*/ 630069 w 994371"/>
              <a:gd name="connsiteY697" fmla="*/ 299090 h 358818"/>
              <a:gd name="connsiteX698" fmla="*/ 630973 w 994371"/>
              <a:gd name="connsiteY698" fmla="*/ 300760 h 358818"/>
              <a:gd name="connsiteX699" fmla="*/ 631878 w 994371"/>
              <a:gd name="connsiteY699" fmla="*/ 302411 h 358818"/>
              <a:gd name="connsiteX700" fmla="*/ 632782 w 994371"/>
              <a:gd name="connsiteY700" fmla="*/ 304043 h 358818"/>
              <a:gd name="connsiteX701" fmla="*/ 633686 w 994371"/>
              <a:gd name="connsiteY701" fmla="*/ 305654 h 358818"/>
              <a:gd name="connsiteX702" fmla="*/ 634589 w 994371"/>
              <a:gd name="connsiteY702" fmla="*/ 307245 h 358818"/>
              <a:gd name="connsiteX703" fmla="*/ 635493 w 994371"/>
              <a:gd name="connsiteY703" fmla="*/ 308818 h 358818"/>
              <a:gd name="connsiteX704" fmla="*/ 636398 w 994371"/>
              <a:gd name="connsiteY704" fmla="*/ 310370 h 358818"/>
              <a:gd name="connsiteX705" fmla="*/ 637302 w 994371"/>
              <a:gd name="connsiteY705" fmla="*/ 311900 h 358818"/>
              <a:gd name="connsiteX706" fmla="*/ 638206 w 994371"/>
              <a:gd name="connsiteY706" fmla="*/ 313410 h 358818"/>
              <a:gd name="connsiteX707" fmla="*/ 639110 w 994371"/>
              <a:gd name="connsiteY707" fmla="*/ 314898 h 358818"/>
              <a:gd name="connsiteX708" fmla="*/ 640013 w 994371"/>
              <a:gd name="connsiteY708" fmla="*/ 316365 h 358818"/>
              <a:gd name="connsiteX709" fmla="*/ 640917 w 994371"/>
              <a:gd name="connsiteY709" fmla="*/ 317811 h 358818"/>
              <a:gd name="connsiteX710" fmla="*/ 641821 w 994371"/>
              <a:gd name="connsiteY710" fmla="*/ 319234 h 358818"/>
              <a:gd name="connsiteX711" fmla="*/ 642726 w 994371"/>
              <a:gd name="connsiteY711" fmla="*/ 320636 h 358818"/>
              <a:gd name="connsiteX712" fmla="*/ 643630 w 994371"/>
              <a:gd name="connsiteY712" fmla="*/ 322015 h 358818"/>
              <a:gd name="connsiteX713" fmla="*/ 644533 w 994371"/>
              <a:gd name="connsiteY713" fmla="*/ 323372 h 358818"/>
              <a:gd name="connsiteX714" fmla="*/ 645437 w 994371"/>
              <a:gd name="connsiteY714" fmla="*/ 324706 h 358818"/>
              <a:gd name="connsiteX715" fmla="*/ 646341 w 994371"/>
              <a:gd name="connsiteY715" fmla="*/ 326017 h 358818"/>
              <a:gd name="connsiteX716" fmla="*/ 647246 w 994371"/>
              <a:gd name="connsiteY716" fmla="*/ 327304 h 358818"/>
              <a:gd name="connsiteX717" fmla="*/ 648150 w 994371"/>
              <a:gd name="connsiteY717" fmla="*/ 328568 h 358818"/>
              <a:gd name="connsiteX718" fmla="*/ 649054 w 994371"/>
              <a:gd name="connsiteY718" fmla="*/ 329811 h 358818"/>
              <a:gd name="connsiteX719" fmla="*/ 649957 w 994371"/>
              <a:gd name="connsiteY719" fmla="*/ 331027 h 358818"/>
              <a:gd name="connsiteX720" fmla="*/ 650861 w 994371"/>
              <a:gd name="connsiteY720" fmla="*/ 332221 h 358818"/>
              <a:gd name="connsiteX721" fmla="*/ 651765 w 994371"/>
              <a:gd name="connsiteY721" fmla="*/ 333389 h 358818"/>
              <a:gd name="connsiteX722" fmla="*/ 652668 w 994371"/>
              <a:gd name="connsiteY722" fmla="*/ 334535 h 358818"/>
              <a:gd name="connsiteX723" fmla="*/ 653574 w 994371"/>
              <a:gd name="connsiteY723" fmla="*/ 335655 h 358818"/>
              <a:gd name="connsiteX724" fmla="*/ 654477 w 994371"/>
              <a:gd name="connsiteY724" fmla="*/ 336752 h 358818"/>
              <a:gd name="connsiteX725" fmla="*/ 655381 w 994371"/>
              <a:gd name="connsiteY725" fmla="*/ 337821 h 358818"/>
              <a:gd name="connsiteX726" fmla="*/ 656285 w 994371"/>
              <a:gd name="connsiteY726" fmla="*/ 338868 h 358818"/>
              <a:gd name="connsiteX727" fmla="*/ 657189 w 994371"/>
              <a:gd name="connsiteY727" fmla="*/ 339888 h 358818"/>
              <a:gd name="connsiteX728" fmla="*/ 658094 w 994371"/>
              <a:gd name="connsiteY728" fmla="*/ 340883 h 358818"/>
              <a:gd name="connsiteX729" fmla="*/ 658998 w 994371"/>
              <a:gd name="connsiteY729" fmla="*/ 341853 h 358818"/>
              <a:gd name="connsiteX730" fmla="*/ 659901 w 994371"/>
              <a:gd name="connsiteY730" fmla="*/ 342797 h 358818"/>
              <a:gd name="connsiteX731" fmla="*/ 660805 w 994371"/>
              <a:gd name="connsiteY731" fmla="*/ 343715 h 358818"/>
              <a:gd name="connsiteX732" fmla="*/ 661709 w 994371"/>
              <a:gd name="connsiteY732" fmla="*/ 344607 h 358818"/>
              <a:gd name="connsiteX733" fmla="*/ 662612 w 994371"/>
              <a:gd name="connsiteY733" fmla="*/ 345474 h 358818"/>
              <a:gd name="connsiteX734" fmla="*/ 663516 w 994371"/>
              <a:gd name="connsiteY734" fmla="*/ 346315 h 358818"/>
              <a:gd name="connsiteX735" fmla="*/ 664421 w 994371"/>
              <a:gd name="connsiteY735" fmla="*/ 347129 h 358818"/>
              <a:gd name="connsiteX736" fmla="*/ 665325 w 994371"/>
              <a:gd name="connsiteY736" fmla="*/ 347915 h 358818"/>
              <a:gd name="connsiteX737" fmla="*/ 666229 w 994371"/>
              <a:gd name="connsiteY737" fmla="*/ 348676 h 358818"/>
              <a:gd name="connsiteX738" fmla="*/ 667132 w 994371"/>
              <a:gd name="connsiteY738" fmla="*/ 349410 h 358818"/>
              <a:gd name="connsiteX739" fmla="*/ 668036 w 994371"/>
              <a:gd name="connsiteY739" fmla="*/ 350118 h 358818"/>
              <a:gd name="connsiteX740" fmla="*/ 668940 w 994371"/>
              <a:gd name="connsiteY740" fmla="*/ 350797 h 358818"/>
              <a:gd name="connsiteX741" fmla="*/ 669845 w 994371"/>
              <a:gd name="connsiteY741" fmla="*/ 351450 h 358818"/>
              <a:gd name="connsiteX742" fmla="*/ 670749 w 994371"/>
              <a:gd name="connsiteY742" fmla="*/ 352076 h 358818"/>
              <a:gd name="connsiteX743" fmla="*/ 671653 w 994371"/>
              <a:gd name="connsiteY743" fmla="*/ 352674 h 358818"/>
              <a:gd name="connsiteX744" fmla="*/ 672556 w 994371"/>
              <a:gd name="connsiteY744" fmla="*/ 353246 h 358818"/>
              <a:gd name="connsiteX745" fmla="*/ 673460 w 994371"/>
              <a:gd name="connsiteY745" fmla="*/ 353790 h 358818"/>
              <a:gd name="connsiteX746" fmla="*/ 674364 w 994371"/>
              <a:gd name="connsiteY746" fmla="*/ 354305 h 358818"/>
              <a:gd name="connsiteX747" fmla="*/ 675269 w 994371"/>
              <a:gd name="connsiteY747" fmla="*/ 354795 h 358818"/>
              <a:gd name="connsiteX748" fmla="*/ 676173 w 994371"/>
              <a:gd name="connsiteY748" fmla="*/ 355256 h 358818"/>
              <a:gd name="connsiteX749" fmla="*/ 677076 w 994371"/>
              <a:gd name="connsiteY749" fmla="*/ 355689 h 358818"/>
              <a:gd name="connsiteX750" fmla="*/ 677980 w 994371"/>
              <a:gd name="connsiteY750" fmla="*/ 356095 h 358818"/>
              <a:gd name="connsiteX751" fmla="*/ 678884 w 994371"/>
              <a:gd name="connsiteY751" fmla="*/ 356472 h 358818"/>
              <a:gd name="connsiteX752" fmla="*/ 679789 w 994371"/>
              <a:gd name="connsiteY752" fmla="*/ 356822 h 358818"/>
              <a:gd name="connsiteX753" fmla="*/ 680693 w 994371"/>
              <a:gd name="connsiteY753" fmla="*/ 357143 h 358818"/>
              <a:gd name="connsiteX754" fmla="*/ 681597 w 994371"/>
              <a:gd name="connsiteY754" fmla="*/ 357437 h 358818"/>
              <a:gd name="connsiteX755" fmla="*/ 682500 w 994371"/>
              <a:gd name="connsiteY755" fmla="*/ 357701 h 358818"/>
              <a:gd name="connsiteX756" fmla="*/ 683404 w 994371"/>
              <a:gd name="connsiteY756" fmla="*/ 357938 h 358818"/>
              <a:gd name="connsiteX757" fmla="*/ 684308 w 994371"/>
              <a:gd name="connsiteY757" fmla="*/ 358148 h 358818"/>
              <a:gd name="connsiteX758" fmla="*/ 685213 w 994371"/>
              <a:gd name="connsiteY758" fmla="*/ 358329 h 358818"/>
              <a:gd name="connsiteX759" fmla="*/ 686117 w 994371"/>
              <a:gd name="connsiteY759" fmla="*/ 358480 h 358818"/>
              <a:gd name="connsiteX760" fmla="*/ 687020 w 994371"/>
              <a:gd name="connsiteY760" fmla="*/ 358605 h 358818"/>
              <a:gd name="connsiteX761" fmla="*/ 687924 w 994371"/>
              <a:gd name="connsiteY761" fmla="*/ 358701 h 358818"/>
              <a:gd name="connsiteX762" fmla="*/ 688828 w 994371"/>
              <a:gd name="connsiteY762" fmla="*/ 358769 h 358818"/>
              <a:gd name="connsiteX763" fmla="*/ 689732 w 994371"/>
              <a:gd name="connsiteY763" fmla="*/ 358807 h 358818"/>
              <a:gd name="connsiteX764" fmla="*/ 690635 w 994371"/>
              <a:gd name="connsiteY764" fmla="*/ 358819 h 358818"/>
              <a:gd name="connsiteX765" fmla="*/ 691541 w 994371"/>
              <a:gd name="connsiteY765" fmla="*/ 358801 h 358818"/>
              <a:gd name="connsiteX766" fmla="*/ 692444 w 994371"/>
              <a:gd name="connsiteY766" fmla="*/ 358756 h 358818"/>
              <a:gd name="connsiteX767" fmla="*/ 693348 w 994371"/>
              <a:gd name="connsiteY767" fmla="*/ 358681 h 358818"/>
              <a:gd name="connsiteX768" fmla="*/ 694252 w 994371"/>
              <a:gd name="connsiteY768" fmla="*/ 358580 h 358818"/>
              <a:gd name="connsiteX769" fmla="*/ 695155 w 994371"/>
              <a:gd name="connsiteY769" fmla="*/ 358448 h 358818"/>
              <a:gd name="connsiteX770" fmla="*/ 696059 w 994371"/>
              <a:gd name="connsiteY770" fmla="*/ 358289 h 358818"/>
              <a:gd name="connsiteX771" fmla="*/ 696964 w 994371"/>
              <a:gd name="connsiteY771" fmla="*/ 358103 h 358818"/>
              <a:gd name="connsiteX772" fmla="*/ 697868 w 994371"/>
              <a:gd name="connsiteY772" fmla="*/ 357887 h 358818"/>
              <a:gd name="connsiteX773" fmla="*/ 698772 w 994371"/>
              <a:gd name="connsiteY773" fmla="*/ 357643 h 358818"/>
              <a:gd name="connsiteX774" fmla="*/ 699676 w 994371"/>
              <a:gd name="connsiteY774" fmla="*/ 357372 h 358818"/>
              <a:gd name="connsiteX775" fmla="*/ 700579 w 994371"/>
              <a:gd name="connsiteY775" fmla="*/ 357071 h 358818"/>
              <a:gd name="connsiteX776" fmla="*/ 701485 w 994371"/>
              <a:gd name="connsiteY776" fmla="*/ 356744 h 358818"/>
              <a:gd name="connsiteX777" fmla="*/ 702388 w 994371"/>
              <a:gd name="connsiteY777" fmla="*/ 356389 h 358818"/>
              <a:gd name="connsiteX778" fmla="*/ 703292 w 994371"/>
              <a:gd name="connsiteY778" fmla="*/ 356005 h 358818"/>
              <a:gd name="connsiteX779" fmla="*/ 704196 w 994371"/>
              <a:gd name="connsiteY779" fmla="*/ 355593 h 358818"/>
              <a:gd name="connsiteX780" fmla="*/ 705099 w 994371"/>
              <a:gd name="connsiteY780" fmla="*/ 355153 h 358818"/>
              <a:gd name="connsiteX781" fmla="*/ 706003 w 994371"/>
              <a:gd name="connsiteY781" fmla="*/ 354686 h 358818"/>
              <a:gd name="connsiteX782" fmla="*/ 706908 w 994371"/>
              <a:gd name="connsiteY782" fmla="*/ 354191 h 358818"/>
              <a:gd name="connsiteX783" fmla="*/ 707812 w 994371"/>
              <a:gd name="connsiteY783" fmla="*/ 353669 h 358818"/>
              <a:gd name="connsiteX784" fmla="*/ 708716 w 994371"/>
              <a:gd name="connsiteY784" fmla="*/ 353118 h 358818"/>
              <a:gd name="connsiteX785" fmla="*/ 709620 w 994371"/>
              <a:gd name="connsiteY785" fmla="*/ 352541 h 358818"/>
              <a:gd name="connsiteX786" fmla="*/ 710523 w 994371"/>
              <a:gd name="connsiteY786" fmla="*/ 351937 h 358818"/>
              <a:gd name="connsiteX787" fmla="*/ 711427 w 994371"/>
              <a:gd name="connsiteY787" fmla="*/ 351304 h 358818"/>
              <a:gd name="connsiteX788" fmla="*/ 712331 w 994371"/>
              <a:gd name="connsiteY788" fmla="*/ 350644 h 358818"/>
              <a:gd name="connsiteX789" fmla="*/ 713236 w 994371"/>
              <a:gd name="connsiteY789" fmla="*/ 349958 h 358818"/>
              <a:gd name="connsiteX790" fmla="*/ 714140 w 994371"/>
              <a:gd name="connsiteY790" fmla="*/ 349245 h 358818"/>
              <a:gd name="connsiteX791" fmla="*/ 715043 w 994371"/>
              <a:gd name="connsiteY791" fmla="*/ 348505 h 358818"/>
              <a:gd name="connsiteX792" fmla="*/ 715947 w 994371"/>
              <a:gd name="connsiteY792" fmla="*/ 347739 h 358818"/>
              <a:gd name="connsiteX793" fmla="*/ 716851 w 994371"/>
              <a:gd name="connsiteY793" fmla="*/ 346945 h 358818"/>
              <a:gd name="connsiteX794" fmla="*/ 717754 w 994371"/>
              <a:gd name="connsiteY794" fmla="*/ 346126 h 358818"/>
              <a:gd name="connsiteX795" fmla="*/ 718660 w 994371"/>
              <a:gd name="connsiteY795" fmla="*/ 345280 h 358818"/>
              <a:gd name="connsiteX796" fmla="*/ 719563 w 994371"/>
              <a:gd name="connsiteY796" fmla="*/ 344406 h 358818"/>
              <a:gd name="connsiteX797" fmla="*/ 720467 w 994371"/>
              <a:gd name="connsiteY797" fmla="*/ 343509 h 358818"/>
              <a:gd name="connsiteX798" fmla="*/ 721371 w 994371"/>
              <a:gd name="connsiteY798" fmla="*/ 342584 h 358818"/>
              <a:gd name="connsiteX799" fmla="*/ 722275 w 994371"/>
              <a:gd name="connsiteY799" fmla="*/ 341634 h 358818"/>
              <a:gd name="connsiteX800" fmla="*/ 723180 w 994371"/>
              <a:gd name="connsiteY800" fmla="*/ 340659 h 358818"/>
              <a:gd name="connsiteX801" fmla="*/ 724084 w 994371"/>
              <a:gd name="connsiteY801" fmla="*/ 339657 h 358818"/>
              <a:gd name="connsiteX802" fmla="*/ 724987 w 994371"/>
              <a:gd name="connsiteY802" fmla="*/ 338632 h 358818"/>
              <a:gd name="connsiteX803" fmla="*/ 725891 w 994371"/>
              <a:gd name="connsiteY803" fmla="*/ 337579 h 358818"/>
              <a:gd name="connsiteX804" fmla="*/ 726795 w 994371"/>
              <a:gd name="connsiteY804" fmla="*/ 336502 h 358818"/>
              <a:gd name="connsiteX805" fmla="*/ 727698 w 994371"/>
              <a:gd name="connsiteY805" fmla="*/ 335403 h 358818"/>
              <a:gd name="connsiteX806" fmla="*/ 728604 w 994371"/>
              <a:gd name="connsiteY806" fmla="*/ 334276 h 358818"/>
              <a:gd name="connsiteX807" fmla="*/ 729508 w 994371"/>
              <a:gd name="connsiteY807" fmla="*/ 333125 h 358818"/>
              <a:gd name="connsiteX808" fmla="*/ 730411 w 994371"/>
              <a:gd name="connsiteY808" fmla="*/ 331951 h 358818"/>
              <a:gd name="connsiteX809" fmla="*/ 731315 w 994371"/>
              <a:gd name="connsiteY809" fmla="*/ 330751 h 358818"/>
              <a:gd name="connsiteX810" fmla="*/ 732219 w 994371"/>
              <a:gd name="connsiteY810" fmla="*/ 329529 h 358818"/>
              <a:gd name="connsiteX811" fmla="*/ 733122 w 994371"/>
              <a:gd name="connsiteY811" fmla="*/ 328283 h 358818"/>
              <a:gd name="connsiteX812" fmla="*/ 734026 w 994371"/>
              <a:gd name="connsiteY812" fmla="*/ 327014 h 358818"/>
              <a:gd name="connsiteX813" fmla="*/ 734931 w 994371"/>
              <a:gd name="connsiteY813" fmla="*/ 325719 h 358818"/>
              <a:gd name="connsiteX814" fmla="*/ 735835 w 994371"/>
              <a:gd name="connsiteY814" fmla="*/ 324404 h 358818"/>
              <a:gd name="connsiteX815" fmla="*/ 736739 w 994371"/>
              <a:gd name="connsiteY815" fmla="*/ 323065 h 358818"/>
              <a:gd name="connsiteX816" fmla="*/ 737642 w 994371"/>
              <a:gd name="connsiteY816" fmla="*/ 321703 h 358818"/>
              <a:gd name="connsiteX817" fmla="*/ 738546 w 994371"/>
              <a:gd name="connsiteY817" fmla="*/ 320319 h 358818"/>
              <a:gd name="connsiteX818" fmla="*/ 739450 w 994371"/>
              <a:gd name="connsiteY818" fmla="*/ 318912 h 358818"/>
              <a:gd name="connsiteX819" fmla="*/ 740355 w 994371"/>
              <a:gd name="connsiteY819" fmla="*/ 317483 h 358818"/>
              <a:gd name="connsiteX820" fmla="*/ 741259 w 994371"/>
              <a:gd name="connsiteY820" fmla="*/ 316033 h 358818"/>
              <a:gd name="connsiteX821" fmla="*/ 742163 w 994371"/>
              <a:gd name="connsiteY821" fmla="*/ 314560 h 358818"/>
              <a:gd name="connsiteX822" fmla="*/ 743066 w 994371"/>
              <a:gd name="connsiteY822" fmla="*/ 313066 h 358818"/>
              <a:gd name="connsiteX823" fmla="*/ 743970 w 994371"/>
              <a:gd name="connsiteY823" fmla="*/ 311553 h 358818"/>
              <a:gd name="connsiteX824" fmla="*/ 744875 w 994371"/>
              <a:gd name="connsiteY824" fmla="*/ 310018 h 358818"/>
              <a:gd name="connsiteX825" fmla="*/ 745779 w 994371"/>
              <a:gd name="connsiteY825" fmla="*/ 308461 h 358818"/>
              <a:gd name="connsiteX826" fmla="*/ 746683 w 994371"/>
              <a:gd name="connsiteY826" fmla="*/ 306885 h 358818"/>
              <a:gd name="connsiteX827" fmla="*/ 747586 w 994371"/>
              <a:gd name="connsiteY827" fmla="*/ 305288 h 358818"/>
              <a:gd name="connsiteX828" fmla="*/ 748490 w 994371"/>
              <a:gd name="connsiteY828" fmla="*/ 303672 h 358818"/>
              <a:gd name="connsiteX829" fmla="*/ 749394 w 994371"/>
              <a:gd name="connsiteY829" fmla="*/ 302036 h 358818"/>
              <a:gd name="connsiteX830" fmla="*/ 750299 w 994371"/>
              <a:gd name="connsiteY830" fmla="*/ 300381 h 358818"/>
              <a:gd name="connsiteX831" fmla="*/ 751203 w 994371"/>
              <a:gd name="connsiteY831" fmla="*/ 298707 h 358818"/>
              <a:gd name="connsiteX832" fmla="*/ 752107 w 994371"/>
              <a:gd name="connsiteY832" fmla="*/ 297012 h 358818"/>
              <a:gd name="connsiteX833" fmla="*/ 753010 w 994371"/>
              <a:gd name="connsiteY833" fmla="*/ 295301 h 358818"/>
              <a:gd name="connsiteX834" fmla="*/ 753914 w 994371"/>
              <a:gd name="connsiteY834" fmla="*/ 293572 h 358818"/>
              <a:gd name="connsiteX835" fmla="*/ 754818 w 994371"/>
              <a:gd name="connsiteY835" fmla="*/ 291823 h 358818"/>
              <a:gd name="connsiteX836" fmla="*/ 755723 w 994371"/>
              <a:gd name="connsiteY836" fmla="*/ 290057 h 358818"/>
              <a:gd name="connsiteX837" fmla="*/ 756627 w 994371"/>
              <a:gd name="connsiteY837" fmla="*/ 288273 h 358818"/>
              <a:gd name="connsiteX838" fmla="*/ 757530 w 994371"/>
              <a:gd name="connsiteY838" fmla="*/ 286474 h 358818"/>
              <a:gd name="connsiteX839" fmla="*/ 758434 w 994371"/>
              <a:gd name="connsiteY839" fmla="*/ 284655 h 358818"/>
              <a:gd name="connsiteX840" fmla="*/ 759338 w 994371"/>
              <a:gd name="connsiteY840" fmla="*/ 282821 h 358818"/>
              <a:gd name="connsiteX841" fmla="*/ 760241 w 994371"/>
              <a:gd name="connsiteY841" fmla="*/ 280970 h 358818"/>
              <a:gd name="connsiteX842" fmla="*/ 761145 w 994371"/>
              <a:gd name="connsiteY842" fmla="*/ 279105 h 358818"/>
              <a:gd name="connsiteX843" fmla="*/ 762050 w 994371"/>
              <a:gd name="connsiteY843" fmla="*/ 277222 h 358818"/>
              <a:gd name="connsiteX844" fmla="*/ 762954 w 994371"/>
              <a:gd name="connsiteY844" fmla="*/ 275325 h 358818"/>
              <a:gd name="connsiteX845" fmla="*/ 763858 w 994371"/>
              <a:gd name="connsiteY845" fmla="*/ 273412 h 358818"/>
              <a:gd name="connsiteX846" fmla="*/ 764762 w 994371"/>
              <a:gd name="connsiteY846" fmla="*/ 271485 h 358818"/>
              <a:gd name="connsiteX847" fmla="*/ 765665 w 994371"/>
              <a:gd name="connsiteY847" fmla="*/ 269543 h 358818"/>
              <a:gd name="connsiteX848" fmla="*/ 766569 w 994371"/>
              <a:gd name="connsiteY848" fmla="*/ 267586 h 358818"/>
              <a:gd name="connsiteX849" fmla="*/ 767474 w 994371"/>
              <a:gd name="connsiteY849" fmla="*/ 265616 h 358818"/>
              <a:gd name="connsiteX850" fmla="*/ 768378 w 994371"/>
              <a:gd name="connsiteY850" fmla="*/ 263631 h 358818"/>
              <a:gd name="connsiteX851" fmla="*/ 769282 w 994371"/>
              <a:gd name="connsiteY851" fmla="*/ 261634 h 358818"/>
              <a:gd name="connsiteX852" fmla="*/ 770185 w 994371"/>
              <a:gd name="connsiteY852" fmla="*/ 259624 h 358818"/>
              <a:gd name="connsiteX853" fmla="*/ 771089 w 994371"/>
              <a:gd name="connsiteY853" fmla="*/ 257600 h 358818"/>
              <a:gd name="connsiteX854" fmla="*/ 771995 w 994371"/>
              <a:gd name="connsiteY854" fmla="*/ 255565 h 358818"/>
              <a:gd name="connsiteX855" fmla="*/ 772898 w 994371"/>
              <a:gd name="connsiteY855" fmla="*/ 253519 h 358818"/>
              <a:gd name="connsiteX856" fmla="*/ 773802 w 994371"/>
              <a:gd name="connsiteY856" fmla="*/ 251459 h 358818"/>
              <a:gd name="connsiteX857" fmla="*/ 774706 w 994371"/>
              <a:gd name="connsiteY857" fmla="*/ 249389 h 358818"/>
              <a:gd name="connsiteX858" fmla="*/ 775609 w 994371"/>
              <a:gd name="connsiteY858" fmla="*/ 247308 h 358818"/>
              <a:gd name="connsiteX859" fmla="*/ 776513 w 994371"/>
              <a:gd name="connsiteY859" fmla="*/ 245214 h 358818"/>
              <a:gd name="connsiteX860" fmla="*/ 777418 w 994371"/>
              <a:gd name="connsiteY860" fmla="*/ 243113 h 358818"/>
              <a:gd name="connsiteX861" fmla="*/ 778322 w 994371"/>
              <a:gd name="connsiteY861" fmla="*/ 241000 h 358818"/>
              <a:gd name="connsiteX862" fmla="*/ 779226 w 994371"/>
              <a:gd name="connsiteY862" fmla="*/ 238877 h 358818"/>
              <a:gd name="connsiteX863" fmla="*/ 780129 w 994371"/>
              <a:gd name="connsiteY863" fmla="*/ 236746 h 358818"/>
              <a:gd name="connsiteX864" fmla="*/ 781033 w 994371"/>
              <a:gd name="connsiteY864" fmla="*/ 234606 h 358818"/>
              <a:gd name="connsiteX865" fmla="*/ 781937 w 994371"/>
              <a:gd name="connsiteY865" fmla="*/ 232456 h 358818"/>
              <a:gd name="connsiteX866" fmla="*/ 782841 w 994371"/>
              <a:gd name="connsiteY866" fmla="*/ 230299 h 358818"/>
              <a:gd name="connsiteX867" fmla="*/ 783746 w 994371"/>
              <a:gd name="connsiteY867" fmla="*/ 228132 h 358818"/>
              <a:gd name="connsiteX868" fmla="*/ 784650 w 994371"/>
              <a:gd name="connsiteY868" fmla="*/ 225958 h 358818"/>
              <a:gd name="connsiteX869" fmla="*/ 785553 w 994371"/>
              <a:gd name="connsiteY869" fmla="*/ 223778 h 358818"/>
              <a:gd name="connsiteX870" fmla="*/ 786457 w 994371"/>
              <a:gd name="connsiteY870" fmla="*/ 221589 h 358818"/>
              <a:gd name="connsiteX871" fmla="*/ 787361 w 994371"/>
              <a:gd name="connsiteY871" fmla="*/ 219394 h 358818"/>
              <a:gd name="connsiteX872" fmla="*/ 788264 w 994371"/>
              <a:gd name="connsiteY872" fmla="*/ 217193 h 358818"/>
              <a:gd name="connsiteX873" fmla="*/ 789170 w 994371"/>
              <a:gd name="connsiteY873" fmla="*/ 214987 h 358818"/>
              <a:gd name="connsiteX874" fmla="*/ 790073 w 994371"/>
              <a:gd name="connsiteY874" fmla="*/ 212775 h 358818"/>
              <a:gd name="connsiteX875" fmla="*/ 790977 w 994371"/>
              <a:gd name="connsiteY875" fmla="*/ 210557 h 358818"/>
              <a:gd name="connsiteX876" fmla="*/ 791881 w 994371"/>
              <a:gd name="connsiteY876" fmla="*/ 208334 h 358818"/>
              <a:gd name="connsiteX877" fmla="*/ 792785 w 994371"/>
              <a:gd name="connsiteY877" fmla="*/ 206106 h 358818"/>
              <a:gd name="connsiteX878" fmla="*/ 793690 w 994371"/>
              <a:gd name="connsiteY878" fmla="*/ 203875 h 358818"/>
              <a:gd name="connsiteX879" fmla="*/ 794594 w 994371"/>
              <a:gd name="connsiteY879" fmla="*/ 201640 h 358818"/>
              <a:gd name="connsiteX880" fmla="*/ 795497 w 994371"/>
              <a:gd name="connsiteY880" fmla="*/ 199402 h 358818"/>
              <a:gd name="connsiteX881" fmla="*/ 796401 w 994371"/>
              <a:gd name="connsiteY881" fmla="*/ 197159 h 358818"/>
              <a:gd name="connsiteX882" fmla="*/ 797305 w 994371"/>
              <a:gd name="connsiteY882" fmla="*/ 194915 h 358818"/>
              <a:gd name="connsiteX883" fmla="*/ 798208 w 994371"/>
              <a:gd name="connsiteY883" fmla="*/ 192667 h 358818"/>
              <a:gd name="connsiteX884" fmla="*/ 799114 w 994371"/>
              <a:gd name="connsiteY884" fmla="*/ 190418 h 358818"/>
              <a:gd name="connsiteX885" fmla="*/ 800017 w 994371"/>
              <a:gd name="connsiteY885" fmla="*/ 188167 h 358818"/>
              <a:gd name="connsiteX886" fmla="*/ 800921 w 994371"/>
              <a:gd name="connsiteY886" fmla="*/ 185915 h 358818"/>
              <a:gd name="connsiteX887" fmla="*/ 801825 w 994371"/>
              <a:gd name="connsiteY887" fmla="*/ 183660 h 358818"/>
              <a:gd name="connsiteX888" fmla="*/ 802728 w 994371"/>
              <a:gd name="connsiteY888" fmla="*/ 181406 h 358818"/>
              <a:gd name="connsiteX889" fmla="*/ 803632 w 994371"/>
              <a:gd name="connsiteY889" fmla="*/ 179152 h 358818"/>
              <a:gd name="connsiteX890" fmla="*/ 804536 w 994371"/>
              <a:gd name="connsiteY890" fmla="*/ 176898 h 358818"/>
              <a:gd name="connsiteX891" fmla="*/ 805441 w 994371"/>
              <a:gd name="connsiteY891" fmla="*/ 174643 h 358818"/>
              <a:gd name="connsiteX892" fmla="*/ 806345 w 994371"/>
              <a:gd name="connsiteY892" fmla="*/ 172391 h 358818"/>
              <a:gd name="connsiteX893" fmla="*/ 807249 w 994371"/>
              <a:gd name="connsiteY893" fmla="*/ 170138 h 358818"/>
              <a:gd name="connsiteX894" fmla="*/ 808152 w 994371"/>
              <a:gd name="connsiteY894" fmla="*/ 167887 h 358818"/>
              <a:gd name="connsiteX895" fmla="*/ 809056 w 994371"/>
              <a:gd name="connsiteY895" fmla="*/ 165638 h 358818"/>
              <a:gd name="connsiteX896" fmla="*/ 809960 w 994371"/>
              <a:gd name="connsiteY896" fmla="*/ 163392 h 358818"/>
              <a:gd name="connsiteX897" fmla="*/ 810865 w 994371"/>
              <a:gd name="connsiteY897" fmla="*/ 161148 h 358818"/>
              <a:gd name="connsiteX898" fmla="*/ 811769 w 994371"/>
              <a:gd name="connsiteY898" fmla="*/ 158907 h 358818"/>
              <a:gd name="connsiteX899" fmla="*/ 812672 w 994371"/>
              <a:gd name="connsiteY899" fmla="*/ 156669 h 358818"/>
              <a:gd name="connsiteX900" fmla="*/ 813576 w 994371"/>
              <a:gd name="connsiteY900" fmla="*/ 154433 h 358818"/>
              <a:gd name="connsiteX901" fmla="*/ 814480 w 994371"/>
              <a:gd name="connsiteY901" fmla="*/ 152204 h 358818"/>
              <a:gd name="connsiteX902" fmla="*/ 815385 w 994371"/>
              <a:gd name="connsiteY902" fmla="*/ 149978 h 358818"/>
              <a:gd name="connsiteX903" fmla="*/ 816289 w 994371"/>
              <a:gd name="connsiteY903" fmla="*/ 147755 h 358818"/>
              <a:gd name="connsiteX904" fmla="*/ 817193 w 994371"/>
              <a:gd name="connsiteY904" fmla="*/ 145539 h 358818"/>
              <a:gd name="connsiteX905" fmla="*/ 818096 w 994371"/>
              <a:gd name="connsiteY905" fmla="*/ 143328 h 358818"/>
              <a:gd name="connsiteX906" fmla="*/ 819000 w 994371"/>
              <a:gd name="connsiteY906" fmla="*/ 141122 h 358818"/>
              <a:gd name="connsiteX907" fmla="*/ 819904 w 994371"/>
              <a:gd name="connsiteY907" fmla="*/ 138923 h 358818"/>
              <a:gd name="connsiteX908" fmla="*/ 820809 w 994371"/>
              <a:gd name="connsiteY908" fmla="*/ 136730 h 358818"/>
              <a:gd name="connsiteX909" fmla="*/ 821713 w 994371"/>
              <a:gd name="connsiteY909" fmla="*/ 134544 h 358818"/>
              <a:gd name="connsiteX910" fmla="*/ 822617 w 994371"/>
              <a:gd name="connsiteY910" fmla="*/ 132364 h 358818"/>
              <a:gd name="connsiteX911" fmla="*/ 823520 w 994371"/>
              <a:gd name="connsiteY911" fmla="*/ 130192 h 358818"/>
              <a:gd name="connsiteX912" fmla="*/ 824424 w 994371"/>
              <a:gd name="connsiteY912" fmla="*/ 128028 h 358818"/>
              <a:gd name="connsiteX913" fmla="*/ 825328 w 994371"/>
              <a:gd name="connsiteY913" fmla="*/ 125872 h 358818"/>
              <a:gd name="connsiteX914" fmla="*/ 826231 w 994371"/>
              <a:gd name="connsiteY914" fmla="*/ 123724 h 358818"/>
              <a:gd name="connsiteX915" fmla="*/ 827137 w 994371"/>
              <a:gd name="connsiteY915" fmla="*/ 121586 h 358818"/>
              <a:gd name="connsiteX916" fmla="*/ 828040 w 994371"/>
              <a:gd name="connsiteY916" fmla="*/ 119456 h 358818"/>
              <a:gd name="connsiteX917" fmla="*/ 828944 w 994371"/>
              <a:gd name="connsiteY917" fmla="*/ 117336 h 358818"/>
              <a:gd name="connsiteX918" fmla="*/ 829848 w 994371"/>
              <a:gd name="connsiteY918" fmla="*/ 115226 h 358818"/>
              <a:gd name="connsiteX919" fmla="*/ 830751 w 994371"/>
              <a:gd name="connsiteY919" fmla="*/ 113125 h 358818"/>
              <a:gd name="connsiteX920" fmla="*/ 831655 w 994371"/>
              <a:gd name="connsiteY920" fmla="*/ 111036 h 358818"/>
              <a:gd name="connsiteX921" fmla="*/ 832560 w 994371"/>
              <a:gd name="connsiteY921" fmla="*/ 108957 h 358818"/>
              <a:gd name="connsiteX922" fmla="*/ 833464 w 994371"/>
              <a:gd name="connsiteY922" fmla="*/ 106889 h 358818"/>
              <a:gd name="connsiteX923" fmla="*/ 834368 w 994371"/>
              <a:gd name="connsiteY923" fmla="*/ 104832 h 358818"/>
              <a:gd name="connsiteX924" fmla="*/ 835272 w 994371"/>
              <a:gd name="connsiteY924" fmla="*/ 102788 h 358818"/>
              <a:gd name="connsiteX925" fmla="*/ 836175 w 994371"/>
              <a:gd name="connsiteY925" fmla="*/ 100756 h 358818"/>
              <a:gd name="connsiteX926" fmla="*/ 837081 w 994371"/>
              <a:gd name="connsiteY926" fmla="*/ 98735 h 358818"/>
              <a:gd name="connsiteX927" fmla="*/ 837984 w 994371"/>
              <a:gd name="connsiteY927" fmla="*/ 96728 h 358818"/>
              <a:gd name="connsiteX928" fmla="*/ 838888 w 994371"/>
              <a:gd name="connsiteY928" fmla="*/ 94734 h 358818"/>
              <a:gd name="connsiteX929" fmla="*/ 839792 w 994371"/>
              <a:gd name="connsiteY929" fmla="*/ 92753 h 358818"/>
              <a:gd name="connsiteX930" fmla="*/ 840695 w 994371"/>
              <a:gd name="connsiteY930" fmla="*/ 90786 h 358818"/>
              <a:gd name="connsiteX931" fmla="*/ 841599 w 994371"/>
              <a:gd name="connsiteY931" fmla="*/ 88833 h 358818"/>
              <a:gd name="connsiteX932" fmla="*/ 842504 w 994371"/>
              <a:gd name="connsiteY932" fmla="*/ 86894 h 358818"/>
              <a:gd name="connsiteX933" fmla="*/ 843408 w 994371"/>
              <a:gd name="connsiteY933" fmla="*/ 84969 h 358818"/>
              <a:gd name="connsiteX934" fmla="*/ 844312 w 994371"/>
              <a:gd name="connsiteY934" fmla="*/ 83060 h 358818"/>
              <a:gd name="connsiteX935" fmla="*/ 845216 w 994371"/>
              <a:gd name="connsiteY935" fmla="*/ 81166 h 358818"/>
              <a:gd name="connsiteX936" fmla="*/ 846119 w 994371"/>
              <a:gd name="connsiteY936" fmla="*/ 79287 h 358818"/>
              <a:gd name="connsiteX937" fmla="*/ 847023 w 994371"/>
              <a:gd name="connsiteY937" fmla="*/ 77424 h 358818"/>
              <a:gd name="connsiteX938" fmla="*/ 847927 w 994371"/>
              <a:gd name="connsiteY938" fmla="*/ 75578 h 358818"/>
              <a:gd name="connsiteX939" fmla="*/ 848832 w 994371"/>
              <a:gd name="connsiteY939" fmla="*/ 73747 h 358818"/>
              <a:gd name="connsiteX940" fmla="*/ 849736 w 994371"/>
              <a:gd name="connsiteY940" fmla="*/ 71934 h 358818"/>
              <a:gd name="connsiteX941" fmla="*/ 850639 w 994371"/>
              <a:gd name="connsiteY941" fmla="*/ 70137 h 358818"/>
              <a:gd name="connsiteX942" fmla="*/ 851543 w 994371"/>
              <a:gd name="connsiteY942" fmla="*/ 68358 h 358818"/>
              <a:gd name="connsiteX943" fmla="*/ 852447 w 994371"/>
              <a:gd name="connsiteY943" fmla="*/ 66595 h 358818"/>
              <a:gd name="connsiteX944" fmla="*/ 853350 w 994371"/>
              <a:gd name="connsiteY944" fmla="*/ 64851 h 358818"/>
              <a:gd name="connsiteX945" fmla="*/ 854256 w 994371"/>
              <a:gd name="connsiteY945" fmla="*/ 63125 h 358818"/>
              <a:gd name="connsiteX946" fmla="*/ 855160 w 994371"/>
              <a:gd name="connsiteY946" fmla="*/ 61418 h 358818"/>
              <a:gd name="connsiteX947" fmla="*/ 856063 w 994371"/>
              <a:gd name="connsiteY947" fmla="*/ 59729 h 358818"/>
              <a:gd name="connsiteX948" fmla="*/ 856967 w 994371"/>
              <a:gd name="connsiteY948" fmla="*/ 58059 h 358818"/>
              <a:gd name="connsiteX949" fmla="*/ 857871 w 994371"/>
              <a:gd name="connsiteY949" fmla="*/ 56408 h 358818"/>
              <a:gd name="connsiteX950" fmla="*/ 858776 w 994371"/>
              <a:gd name="connsiteY950" fmla="*/ 54776 h 358818"/>
              <a:gd name="connsiteX951" fmla="*/ 859680 w 994371"/>
              <a:gd name="connsiteY951" fmla="*/ 53165 h 358818"/>
              <a:gd name="connsiteX952" fmla="*/ 860583 w 994371"/>
              <a:gd name="connsiteY952" fmla="*/ 51573 h 358818"/>
              <a:gd name="connsiteX953" fmla="*/ 861487 w 994371"/>
              <a:gd name="connsiteY953" fmla="*/ 50001 h 358818"/>
              <a:gd name="connsiteX954" fmla="*/ 862391 w 994371"/>
              <a:gd name="connsiteY954" fmla="*/ 48450 h 358818"/>
              <a:gd name="connsiteX955" fmla="*/ 863294 w 994371"/>
              <a:gd name="connsiteY955" fmla="*/ 46919 h 358818"/>
              <a:gd name="connsiteX956" fmla="*/ 864200 w 994371"/>
              <a:gd name="connsiteY956" fmla="*/ 45409 h 358818"/>
              <a:gd name="connsiteX957" fmla="*/ 865104 w 994371"/>
              <a:gd name="connsiteY957" fmla="*/ 43921 h 358818"/>
              <a:gd name="connsiteX958" fmla="*/ 866007 w 994371"/>
              <a:gd name="connsiteY958" fmla="*/ 42454 h 358818"/>
              <a:gd name="connsiteX959" fmla="*/ 866911 w 994371"/>
              <a:gd name="connsiteY959" fmla="*/ 41008 h 358818"/>
              <a:gd name="connsiteX960" fmla="*/ 867815 w 994371"/>
              <a:gd name="connsiteY960" fmla="*/ 39585 h 358818"/>
              <a:gd name="connsiteX961" fmla="*/ 868718 w 994371"/>
              <a:gd name="connsiteY961" fmla="*/ 38183 h 358818"/>
              <a:gd name="connsiteX962" fmla="*/ 869622 w 994371"/>
              <a:gd name="connsiteY962" fmla="*/ 36804 h 358818"/>
              <a:gd name="connsiteX963" fmla="*/ 870527 w 994371"/>
              <a:gd name="connsiteY963" fmla="*/ 35447 h 358818"/>
              <a:gd name="connsiteX964" fmla="*/ 871431 w 994371"/>
              <a:gd name="connsiteY964" fmla="*/ 34113 h 358818"/>
              <a:gd name="connsiteX965" fmla="*/ 872335 w 994371"/>
              <a:gd name="connsiteY965" fmla="*/ 32802 h 358818"/>
              <a:gd name="connsiteX966" fmla="*/ 873238 w 994371"/>
              <a:gd name="connsiteY966" fmla="*/ 31514 h 358818"/>
              <a:gd name="connsiteX967" fmla="*/ 874142 w 994371"/>
              <a:gd name="connsiteY967" fmla="*/ 30250 h 358818"/>
              <a:gd name="connsiteX968" fmla="*/ 875046 w 994371"/>
              <a:gd name="connsiteY968" fmla="*/ 29009 h 358818"/>
              <a:gd name="connsiteX969" fmla="*/ 875951 w 994371"/>
              <a:gd name="connsiteY969" fmla="*/ 27791 h 358818"/>
              <a:gd name="connsiteX970" fmla="*/ 876855 w 994371"/>
              <a:gd name="connsiteY970" fmla="*/ 26598 h 358818"/>
              <a:gd name="connsiteX971" fmla="*/ 877759 w 994371"/>
              <a:gd name="connsiteY971" fmla="*/ 25429 h 358818"/>
              <a:gd name="connsiteX972" fmla="*/ 878662 w 994371"/>
              <a:gd name="connsiteY972" fmla="*/ 24284 h 358818"/>
              <a:gd name="connsiteX973" fmla="*/ 879566 w 994371"/>
              <a:gd name="connsiteY973" fmla="*/ 23164 h 358818"/>
              <a:gd name="connsiteX974" fmla="*/ 880470 w 994371"/>
              <a:gd name="connsiteY974" fmla="*/ 22068 h 358818"/>
              <a:gd name="connsiteX975" fmla="*/ 881375 w 994371"/>
              <a:gd name="connsiteY975" fmla="*/ 20997 h 358818"/>
              <a:gd name="connsiteX976" fmla="*/ 882279 w 994371"/>
              <a:gd name="connsiteY976" fmla="*/ 19951 h 358818"/>
              <a:gd name="connsiteX977" fmla="*/ 883182 w 994371"/>
              <a:gd name="connsiteY977" fmla="*/ 18931 h 358818"/>
              <a:gd name="connsiteX978" fmla="*/ 884086 w 994371"/>
              <a:gd name="connsiteY978" fmla="*/ 17935 h 358818"/>
              <a:gd name="connsiteX979" fmla="*/ 884990 w 994371"/>
              <a:gd name="connsiteY979" fmla="*/ 16965 h 358818"/>
              <a:gd name="connsiteX980" fmla="*/ 885895 w 994371"/>
              <a:gd name="connsiteY980" fmla="*/ 16021 h 358818"/>
              <a:gd name="connsiteX981" fmla="*/ 886799 w 994371"/>
              <a:gd name="connsiteY981" fmla="*/ 15103 h 358818"/>
              <a:gd name="connsiteX982" fmla="*/ 887703 w 994371"/>
              <a:gd name="connsiteY982" fmla="*/ 14211 h 358818"/>
              <a:gd name="connsiteX983" fmla="*/ 888606 w 994371"/>
              <a:gd name="connsiteY983" fmla="*/ 13344 h 358818"/>
              <a:gd name="connsiteX984" fmla="*/ 889510 w 994371"/>
              <a:gd name="connsiteY984" fmla="*/ 12504 h 358818"/>
              <a:gd name="connsiteX985" fmla="*/ 890414 w 994371"/>
              <a:gd name="connsiteY985" fmla="*/ 11690 h 358818"/>
              <a:gd name="connsiteX986" fmla="*/ 891319 w 994371"/>
              <a:gd name="connsiteY986" fmla="*/ 10903 h 358818"/>
              <a:gd name="connsiteX987" fmla="*/ 892223 w 994371"/>
              <a:gd name="connsiteY987" fmla="*/ 10142 h 358818"/>
              <a:gd name="connsiteX988" fmla="*/ 893126 w 994371"/>
              <a:gd name="connsiteY988" fmla="*/ 9409 h 358818"/>
              <a:gd name="connsiteX989" fmla="*/ 894030 w 994371"/>
              <a:gd name="connsiteY989" fmla="*/ 8702 h 358818"/>
              <a:gd name="connsiteX990" fmla="*/ 894934 w 994371"/>
              <a:gd name="connsiteY990" fmla="*/ 8021 h 358818"/>
              <a:gd name="connsiteX991" fmla="*/ 895837 w 994371"/>
              <a:gd name="connsiteY991" fmla="*/ 7368 h 358818"/>
              <a:gd name="connsiteX992" fmla="*/ 896741 w 994371"/>
              <a:gd name="connsiteY992" fmla="*/ 6742 h 358818"/>
              <a:gd name="connsiteX993" fmla="*/ 897647 w 994371"/>
              <a:gd name="connsiteY993" fmla="*/ 6144 h 358818"/>
              <a:gd name="connsiteX994" fmla="*/ 898550 w 994371"/>
              <a:gd name="connsiteY994" fmla="*/ 5572 h 358818"/>
              <a:gd name="connsiteX995" fmla="*/ 899454 w 994371"/>
              <a:gd name="connsiteY995" fmla="*/ 5029 h 358818"/>
              <a:gd name="connsiteX996" fmla="*/ 900358 w 994371"/>
              <a:gd name="connsiteY996" fmla="*/ 4512 h 358818"/>
              <a:gd name="connsiteX997" fmla="*/ 901261 w 994371"/>
              <a:gd name="connsiteY997" fmla="*/ 4024 h 358818"/>
              <a:gd name="connsiteX998" fmla="*/ 902165 w 994371"/>
              <a:gd name="connsiteY998" fmla="*/ 3563 h 358818"/>
              <a:gd name="connsiteX999" fmla="*/ 903070 w 994371"/>
              <a:gd name="connsiteY999" fmla="*/ 3130 h 358818"/>
              <a:gd name="connsiteX1000" fmla="*/ 903974 w 994371"/>
              <a:gd name="connsiteY1000" fmla="*/ 2724 h 358818"/>
              <a:gd name="connsiteX1001" fmla="*/ 904878 w 994371"/>
              <a:gd name="connsiteY1001" fmla="*/ 2347 h 358818"/>
              <a:gd name="connsiteX1002" fmla="*/ 905782 w 994371"/>
              <a:gd name="connsiteY1002" fmla="*/ 1997 h 358818"/>
              <a:gd name="connsiteX1003" fmla="*/ 906685 w 994371"/>
              <a:gd name="connsiteY1003" fmla="*/ 1676 h 358818"/>
              <a:gd name="connsiteX1004" fmla="*/ 907591 w 994371"/>
              <a:gd name="connsiteY1004" fmla="*/ 1382 h 358818"/>
              <a:gd name="connsiteX1005" fmla="*/ 908494 w 994371"/>
              <a:gd name="connsiteY1005" fmla="*/ 1117 h 358818"/>
              <a:gd name="connsiteX1006" fmla="*/ 909398 w 994371"/>
              <a:gd name="connsiteY1006" fmla="*/ 880 h 358818"/>
              <a:gd name="connsiteX1007" fmla="*/ 910302 w 994371"/>
              <a:gd name="connsiteY1007" fmla="*/ 671 h 358818"/>
              <a:gd name="connsiteX1008" fmla="*/ 911205 w 994371"/>
              <a:gd name="connsiteY1008" fmla="*/ 490 h 358818"/>
              <a:gd name="connsiteX1009" fmla="*/ 912109 w 994371"/>
              <a:gd name="connsiteY1009" fmla="*/ 338 h 358818"/>
              <a:gd name="connsiteX1010" fmla="*/ 913014 w 994371"/>
              <a:gd name="connsiteY1010" fmla="*/ 214 h 358818"/>
              <a:gd name="connsiteX1011" fmla="*/ 913918 w 994371"/>
              <a:gd name="connsiteY1011" fmla="*/ 118 h 358818"/>
              <a:gd name="connsiteX1012" fmla="*/ 914822 w 994371"/>
              <a:gd name="connsiteY1012" fmla="*/ 50 h 358818"/>
              <a:gd name="connsiteX1013" fmla="*/ 915725 w 994371"/>
              <a:gd name="connsiteY1013" fmla="*/ 11 h 358818"/>
              <a:gd name="connsiteX1014" fmla="*/ 916629 w 994371"/>
              <a:gd name="connsiteY1014" fmla="*/ 0 h 358818"/>
              <a:gd name="connsiteX1015" fmla="*/ 917533 w 994371"/>
              <a:gd name="connsiteY1015" fmla="*/ 17 h 358818"/>
              <a:gd name="connsiteX1016" fmla="*/ 918437 w 994371"/>
              <a:gd name="connsiteY1016" fmla="*/ 63 h 358818"/>
              <a:gd name="connsiteX1017" fmla="*/ 919342 w 994371"/>
              <a:gd name="connsiteY1017" fmla="*/ 137 h 358818"/>
              <a:gd name="connsiteX1018" fmla="*/ 920246 w 994371"/>
              <a:gd name="connsiteY1018" fmla="*/ 240 h 358818"/>
              <a:gd name="connsiteX1019" fmla="*/ 921149 w 994371"/>
              <a:gd name="connsiteY1019" fmla="*/ 370 h 358818"/>
              <a:gd name="connsiteX1020" fmla="*/ 922053 w 994371"/>
              <a:gd name="connsiteY1020" fmla="*/ 529 h 358818"/>
              <a:gd name="connsiteX1021" fmla="*/ 922957 w 994371"/>
              <a:gd name="connsiteY1021" fmla="*/ 716 h 358818"/>
              <a:gd name="connsiteX1022" fmla="*/ 923860 w 994371"/>
              <a:gd name="connsiteY1022" fmla="*/ 932 h 358818"/>
              <a:gd name="connsiteX1023" fmla="*/ 924766 w 994371"/>
              <a:gd name="connsiteY1023" fmla="*/ 1175 h 358818"/>
              <a:gd name="connsiteX1024" fmla="*/ 925669 w 994371"/>
              <a:gd name="connsiteY1024" fmla="*/ 1447 h 358818"/>
              <a:gd name="connsiteX1025" fmla="*/ 926573 w 994371"/>
              <a:gd name="connsiteY1025" fmla="*/ 1747 h 358818"/>
              <a:gd name="connsiteX1026" fmla="*/ 927477 w 994371"/>
              <a:gd name="connsiteY1026" fmla="*/ 2075 h 358818"/>
              <a:gd name="connsiteX1027" fmla="*/ 928381 w 994371"/>
              <a:gd name="connsiteY1027" fmla="*/ 2431 h 358818"/>
              <a:gd name="connsiteX1028" fmla="*/ 929286 w 994371"/>
              <a:gd name="connsiteY1028" fmla="*/ 2814 h 358818"/>
              <a:gd name="connsiteX1029" fmla="*/ 930190 w 994371"/>
              <a:gd name="connsiteY1029" fmla="*/ 3226 h 358818"/>
              <a:gd name="connsiteX1030" fmla="*/ 931093 w 994371"/>
              <a:gd name="connsiteY1030" fmla="*/ 3666 h 358818"/>
              <a:gd name="connsiteX1031" fmla="*/ 931997 w 994371"/>
              <a:gd name="connsiteY1031" fmla="*/ 4133 h 358818"/>
              <a:gd name="connsiteX1032" fmla="*/ 932901 w 994371"/>
              <a:gd name="connsiteY1032" fmla="*/ 4628 h 358818"/>
              <a:gd name="connsiteX1033" fmla="*/ 933804 w 994371"/>
              <a:gd name="connsiteY1033" fmla="*/ 5150 h 358818"/>
              <a:gd name="connsiteX1034" fmla="*/ 934710 w 994371"/>
              <a:gd name="connsiteY1034" fmla="*/ 5700 h 358818"/>
              <a:gd name="connsiteX1035" fmla="*/ 935613 w 994371"/>
              <a:gd name="connsiteY1035" fmla="*/ 6278 h 358818"/>
              <a:gd name="connsiteX1036" fmla="*/ 936517 w 994371"/>
              <a:gd name="connsiteY1036" fmla="*/ 6883 h 358818"/>
              <a:gd name="connsiteX1037" fmla="*/ 937421 w 994371"/>
              <a:gd name="connsiteY1037" fmla="*/ 7515 h 358818"/>
              <a:gd name="connsiteX1038" fmla="*/ 938325 w 994371"/>
              <a:gd name="connsiteY1038" fmla="*/ 8174 h 358818"/>
              <a:gd name="connsiteX1039" fmla="*/ 939228 w 994371"/>
              <a:gd name="connsiteY1039" fmla="*/ 8860 h 358818"/>
              <a:gd name="connsiteX1040" fmla="*/ 940132 w 994371"/>
              <a:gd name="connsiteY1040" fmla="*/ 9574 h 358818"/>
              <a:gd name="connsiteX1041" fmla="*/ 941037 w 994371"/>
              <a:gd name="connsiteY1041" fmla="*/ 10314 h 358818"/>
              <a:gd name="connsiteX1042" fmla="*/ 941941 w 994371"/>
              <a:gd name="connsiteY1042" fmla="*/ 11080 h 358818"/>
              <a:gd name="connsiteX1043" fmla="*/ 942845 w 994371"/>
              <a:gd name="connsiteY1043" fmla="*/ 11874 h 358818"/>
              <a:gd name="connsiteX1044" fmla="*/ 943748 w 994371"/>
              <a:gd name="connsiteY1044" fmla="*/ 12693 h 358818"/>
              <a:gd name="connsiteX1045" fmla="*/ 944652 w 994371"/>
              <a:gd name="connsiteY1045" fmla="*/ 13539 h 358818"/>
              <a:gd name="connsiteX1046" fmla="*/ 945556 w 994371"/>
              <a:gd name="connsiteY1046" fmla="*/ 14412 h 358818"/>
              <a:gd name="connsiteX1047" fmla="*/ 946461 w 994371"/>
              <a:gd name="connsiteY1047" fmla="*/ 15310 h 358818"/>
              <a:gd name="connsiteX1048" fmla="*/ 947365 w 994371"/>
              <a:gd name="connsiteY1048" fmla="*/ 16234 h 358818"/>
              <a:gd name="connsiteX1049" fmla="*/ 948269 w 994371"/>
              <a:gd name="connsiteY1049" fmla="*/ 17184 h 358818"/>
              <a:gd name="connsiteX1050" fmla="*/ 949172 w 994371"/>
              <a:gd name="connsiteY1050" fmla="*/ 18160 h 358818"/>
              <a:gd name="connsiteX1051" fmla="*/ 950076 w 994371"/>
              <a:gd name="connsiteY1051" fmla="*/ 19161 h 358818"/>
              <a:gd name="connsiteX1052" fmla="*/ 950981 w 994371"/>
              <a:gd name="connsiteY1052" fmla="*/ 20188 h 358818"/>
              <a:gd name="connsiteX1053" fmla="*/ 951885 w 994371"/>
              <a:gd name="connsiteY1053" fmla="*/ 21239 h 358818"/>
              <a:gd name="connsiteX1054" fmla="*/ 952789 w 994371"/>
              <a:gd name="connsiteY1054" fmla="*/ 22316 h 358818"/>
              <a:gd name="connsiteX1055" fmla="*/ 953692 w 994371"/>
              <a:gd name="connsiteY1055" fmla="*/ 23417 h 358818"/>
              <a:gd name="connsiteX1056" fmla="*/ 954596 w 994371"/>
              <a:gd name="connsiteY1056" fmla="*/ 24543 h 358818"/>
              <a:gd name="connsiteX1057" fmla="*/ 955500 w 994371"/>
              <a:gd name="connsiteY1057" fmla="*/ 25693 h 358818"/>
              <a:gd name="connsiteX1058" fmla="*/ 956405 w 994371"/>
              <a:gd name="connsiteY1058" fmla="*/ 26868 h 358818"/>
              <a:gd name="connsiteX1059" fmla="*/ 957309 w 994371"/>
              <a:gd name="connsiteY1059" fmla="*/ 28067 h 358818"/>
              <a:gd name="connsiteX1060" fmla="*/ 958213 w 994371"/>
              <a:gd name="connsiteY1060" fmla="*/ 29289 h 358818"/>
              <a:gd name="connsiteX1061" fmla="*/ 959116 w 994371"/>
              <a:gd name="connsiteY1061" fmla="*/ 30536 h 358818"/>
              <a:gd name="connsiteX1062" fmla="*/ 960020 w 994371"/>
              <a:gd name="connsiteY1062" fmla="*/ 31806 h 358818"/>
              <a:gd name="connsiteX1063" fmla="*/ 960924 w 994371"/>
              <a:gd name="connsiteY1063" fmla="*/ 33099 h 358818"/>
              <a:gd name="connsiteX1064" fmla="*/ 961827 w 994371"/>
              <a:gd name="connsiteY1064" fmla="*/ 34415 h 358818"/>
              <a:gd name="connsiteX1065" fmla="*/ 962733 w 994371"/>
              <a:gd name="connsiteY1065" fmla="*/ 35754 h 358818"/>
              <a:gd name="connsiteX1066" fmla="*/ 963636 w 994371"/>
              <a:gd name="connsiteY1066" fmla="*/ 37116 h 358818"/>
              <a:gd name="connsiteX1067" fmla="*/ 964540 w 994371"/>
              <a:gd name="connsiteY1067" fmla="*/ 38501 h 358818"/>
              <a:gd name="connsiteX1068" fmla="*/ 965444 w 994371"/>
              <a:gd name="connsiteY1068" fmla="*/ 39907 h 358818"/>
              <a:gd name="connsiteX1069" fmla="*/ 966347 w 994371"/>
              <a:gd name="connsiteY1069" fmla="*/ 41336 h 358818"/>
              <a:gd name="connsiteX1070" fmla="*/ 967251 w 994371"/>
              <a:gd name="connsiteY1070" fmla="*/ 42786 h 358818"/>
              <a:gd name="connsiteX1071" fmla="*/ 968156 w 994371"/>
              <a:gd name="connsiteY1071" fmla="*/ 44258 h 358818"/>
              <a:gd name="connsiteX1072" fmla="*/ 969060 w 994371"/>
              <a:gd name="connsiteY1072" fmla="*/ 45752 h 358818"/>
              <a:gd name="connsiteX1073" fmla="*/ 969964 w 994371"/>
              <a:gd name="connsiteY1073" fmla="*/ 47266 h 358818"/>
              <a:gd name="connsiteX1074" fmla="*/ 970868 w 994371"/>
              <a:gd name="connsiteY1074" fmla="*/ 48802 h 358818"/>
              <a:gd name="connsiteX1075" fmla="*/ 971771 w 994371"/>
              <a:gd name="connsiteY1075" fmla="*/ 50357 h 358818"/>
              <a:gd name="connsiteX1076" fmla="*/ 972677 w 994371"/>
              <a:gd name="connsiteY1076" fmla="*/ 51934 h 358818"/>
              <a:gd name="connsiteX1077" fmla="*/ 973580 w 994371"/>
              <a:gd name="connsiteY1077" fmla="*/ 53530 h 358818"/>
              <a:gd name="connsiteX1078" fmla="*/ 974484 w 994371"/>
              <a:gd name="connsiteY1078" fmla="*/ 55147 h 358818"/>
              <a:gd name="connsiteX1079" fmla="*/ 975388 w 994371"/>
              <a:gd name="connsiteY1079" fmla="*/ 56783 h 358818"/>
              <a:gd name="connsiteX1080" fmla="*/ 976291 w 994371"/>
              <a:gd name="connsiteY1080" fmla="*/ 58438 h 358818"/>
              <a:gd name="connsiteX1081" fmla="*/ 977195 w 994371"/>
              <a:gd name="connsiteY1081" fmla="*/ 60112 h 358818"/>
              <a:gd name="connsiteX1082" fmla="*/ 978100 w 994371"/>
              <a:gd name="connsiteY1082" fmla="*/ 61806 h 358818"/>
              <a:gd name="connsiteX1083" fmla="*/ 979004 w 994371"/>
              <a:gd name="connsiteY1083" fmla="*/ 63517 h 358818"/>
              <a:gd name="connsiteX1084" fmla="*/ 979908 w 994371"/>
              <a:gd name="connsiteY1084" fmla="*/ 65248 h 358818"/>
              <a:gd name="connsiteX1085" fmla="*/ 980812 w 994371"/>
              <a:gd name="connsiteY1085" fmla="*/ 66996 h 358818"/>
              <a:gd name="connsiteX1086" fmla="*/ 981715 w 994371"/>
              <a:gd name="connsiteY1086" fmla="*/ 68762 h 358818"/>
              <a:gd name="connsiteX1087" fmla="*/ 982619 w 994371"/>
              <a:gd name="connsiteY1087" fmla="*/ 70545 h 358818"/>
              <a:gd name="connsiteX1088" fmla="*/ 983523 w 994371"/>
              <a:gd name="connsiteY1088" fmla="*/ 72346 h 358818"/>
              <a:gd name="connsiteX1089" fmla="*/ 984428 w 994371"/>
              <a:gd name="connsiteY1089" fmla="*/ 74163 h 358818"/>
              <a:gd name="connsiteX1090" fmla="*/ 985332 w 994371"/>
              <a:gd name="connsiteY1090" fmla="*/ 75997 h 358818"/>
              <a:gd name="connsiteX1091" fmla="*/ 986235 w 994371"/>
              <a:gd name="connsiteY1091" fmla="*/ 77848 h 358818"/>
              <a:gd name="connsiteX1092" fmla="*/ 987139 w 994371"/>
              <a:gd name="connsiteY1092" fmla="*/ 79714 h 358818"/>
              <a:gd name="connsiteX1093" fmla="*/ 988043 w 994371"/>
              <a:gd name="connsiteY1093" fmla="*/ 81596 h 358818"/>
              <a:gd name="connsiteX1094" fmla="*/ 988947 w 994371"/>
              <a:gd name="connsiteY1094" fmla="*/ 83494 h 358818"/>
              <a:gd name="connsiteX1095" fmla="*/ 989852 w 994371"/>
              <a:gd name="connsiteY1095" fmla="*/ 85407 h 358818"/>
              <a:gd name="connsiteX1096" fmla="*/ 990756 w 994371"/>
              <a:gd name="connsiteY1096" fmla="*/ 87335 h 358818"/>
              <a:gd name="connsiteX1097" fmla="*/ 991659 w 994371"/>
              <a:gd name="connsiteY1097" fmla="*/ 89277 h 358818"/>
              <a:gd name="connsiteX1098" fmla="*/ 992563 w 994371"/>
              <a:gd name="connsiteY1098" fmla="*/ 91233 h 358818"/>
              <a:gd name="connsiteX1099" fmla="*/ 993467 w 994371"/>
              <a:gd name="connsiteY1099" fmla="*/ 93204 h 358818"/>
              <a:gd name="connsiteX1100" fmla="*/ 994372 w 994371"/>
              <a:gd name="connsiteY1100" fmla="*/ 95188 h 358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</a:cxnLst>
            <a:rect l="l" t="t" r="r" b="b"/>
            <a:pathLst>
              <a:path w="994371" h="358818">
                <a:moveTo>
                  <a:pt x="0" y="2724"/>
                </a:moveTo>
                <a:lnTo>
                  <a:pt x="904" y="2347"/>
                </a:lnTo>
                <a:lnTo>
                  <a:pt x="1807" y="1997"/>
                </a:lnTo>
                <a:lnTo>
                  <a:pt x="2713" y="1676"/>
                </a:lnTo>
                <a:lnTo>
                  <a:pt x="3616" y="1382"/>
                </a:lnTo>
                <a:lnTo>
                  <a:pt x="4520" y="1117"/>
                </a:lnTo>
                <a:lnTo>
                  <a:pt x="5424" y="880"/>
                </a:lnTo>
                <a:lnTo>
                  <a:pt x="6328" y="671"/>
                </a:lnTo>
                <a:lnTo>
                  <a:pt x="7231" y="490"/>
                </a:lnTo>
                <a:lnTo>
                  <a:pt x="8137" y="338"/>
                </a:lnTo>
                <a:lnTo>
                  <a:pt x="9040" y="214"/>
                </a:lnTo>
                <a:lnTo>
                  <a:pt x="9944" y="118"/>
                </a:lnTo>
                <a:lnTo>
                  <a:pt x="10848" y="50"/>
                </a:lnTo>
                <a:lnTo>
                  <a:pt x="11751" y="11"/>
                </a:lnTo>
                <a:lnTo>
                  <a:pt x="12655" y="0"/>
                </a:lnTo>
                <a:lnTo>
                  <a:pt x="13560" y="17"/>
                </a:lnTo>
                <a:lnTo>
                  <a:pt x="14464" y="63"/>
                </a:lnTo>
                <a:lnTo>
                  <a:pt x="15368" y="137"/>
                </a:lnTo>
                <a:lnTo>
                  <a:pt x="16272" y="240"/>
                </a:lnTo>
                <a:lnTo>
                  <a:pt x="17175" y="370"/>
                </a:lnTo>
                <a:lnTo>
                  <a:pt x="18079" y="529"/>
                </a:lnTo>
                <a:lnTo>
                  <a:pt x="18984" y="716"/>
                </a:lnTo>
                <a:lnTo>
                  <a:pt x="19888" y="932"/>
                </a:lnTo>
                <a:lnTo>
                  <a:pt x="20792" y="1175"/>
                </a:lnTo>
                <a:lnTo>
                  <a:pt x="21695" y="1447"/>
                </a:lnTo>
                <a:lnTo>
                  <a:pt x="22599" y="1747"/>
                </a:lnTo>
                <a:lnTo>
                  <a:pt x="23503" y="2075"/>
                </a:lnTo>
                <a:lnTo>
                  <a:pt x="24408" y="2431"/>
                </a:lnTo>
                <a:lnTo>
                  <a:pt x="25312" y="2814"/>
                </a:lnTo>
                <a:lnTo>
                  <a:pt x="26216" y="3226"/>
                </a:lnTo>
                <a:lnTo>
                  <a:pt x="27119" y="3666"/>
                </a:lnTo>
                <a:lnTo>
                  <a:pt x="28023" y="4133"/>
                </a:lnTo>
                <a:lnTo>
                  <a:pt x="28927" y="4628"/>
                </a:lnTo>
                <a:lnTo>
                  <a:pt x="29832" y="5150"/>
                </a:lnTo>
                <a:lnTo>
                  <a:pt x="30736" y="5700"/>
                </a:lnTo>
                <a:lnTo>
                  <a:pt x="31639" y="6278"/>
                </a:lnTo>
                <a:lnTo>
                  <a:pt x="32543" y="6883"/>
                </a:lnTo>
                <a:lnTo>
                  <a:pt x="33447" y="7515"/>
                </a:lnTo>
                <a:lnTo>
                  <a:pt x="34352" y="8174"/>
                </a:lnTo>
                <a:lnTo>
                  <a:pt x="35256" y="8860"/>
                </a:lnTo>
                <a:lnTo>
                  <a:pt x="36160" y="9574"/>
                </a:lnTo>
                <a:lnTo>
                  <a:pt x="37063" y="10314"/>
                </a:lnTo>
                <a:lnTo>
                  <a:pt x="37967" y="11080"/>
                </a:lnTo>
                <a:lnTo>
                  <a:pt x="38871" y="11874"/>
                </a:lnTo>
                <a:lnTo>
                  <a:pt x="39776" y="12693"/>
                </a:lnTo>
                <a:lnTo>
                  <a:pt x="40680" y="13539"/>
                </a:lnTo>
                <a:lnTo>
                  <a:pt x="41583" y="14412"/>
                </a:lnTo>
                <a:lnTo>
                  <a:pt x="42487" y="15310"/>
                </a:lnTo>
                <a:lnTo>
                  <a:pt x="43391" y="16234"/>
                </a:lnTo>
                <a:lnTo>
                  <a:pt x="44294" y="17184"/>
                </a:lnTo>
                <a:lnTo>
                  <a:pt x="45200" y="18160"/>
                </a:lnTo>
                <a:lnTo>
                  <a:pt x="46103" y="19161"/>
                </a:lnTo>
                <a:lnTo>
                  <a:pt x="47007" y="20188"/>
                </a:lnTo>
                <a:lnTo>
                  <a:pt x="47911" y="21239"/>
                </a:lnTo>
                <a:lnTo>
                  <a:pt x="48815" y="22316"/>
                </a:lnTo>
                <a:lnTo>
                  <a:pt x="49718" y="23417"/>
                </a:lnTo>
                <a:lnTo>
                  <a:pt x="50624" y="24543"/>
                </a:lnTo>
                <a:lnTo>
                  <a:pt x="51527" y="25693"/>
                </a:lnTo>
                <a:lnTo>
                  <a:pt x="52431" y="26868"/>
                </a:lnTo>
                <a:lnTo>
                  <a:pt x="53335" y="28067"/>
                </a:lnTo>
                <a:lnTo>
                  <a:pt x="54238" y="29289"/>
                </a:lnTo>
                <a:lnTo>
                  <a:pt x="55142" y="30536"/>
                </a:lnTo>
                <a:lnTo>
                  <a:pt x="56047" y="31806"/>
                </a:lnTo>
                <a:lnTo>
                  <a:pt x="56951" y="33099"/>
                </a:lnTo>
                <a:lnTo>
                  <a:pt x="57855" y="34415"/>
                </a:lnTo>
                <a:lnTo>
                  <a:pt x="58759" y="35754"/>
                </a:lnTo>
                <a:lnTo>
                  <a:pt x="59662" y="37116"/>
                </a:lnTo>
                <a:lnTo>
                  <a:pt x="60566" y="38501"/>
                </a:lnTo>
                <a:lnTo>
                  <a:pt x="61471" y="39907"/>
                </a:lnTo>
                <a:lnTo>
                  <a:pt x="62375" y="41336"/>
                </a:lnTo>
                <a:lnTo>
                  <a:pt x="63279" y="42786"/>
                </a:lnTo>
                <a:lnTo>
                  <a:pt x="64182" y="44258"/>
                </a:lnTo>
                <a:lnTo>
                  <a:pt x="65086" y="45752"/>
                </a:lnTo>
                <a:lnTo>
                  <a:pt x="65990" y="47266"/>
                </a:lnTo>
                <a:lnTo>
                  <a:pt x="66893" y="48802"/>
                </a:lnTo>
                <a:lnTo>
                  <a:pt x="67799" y="50357"/>
                </a:lnTo>
                <a:lnTo>
                  <a:pt x="68703" y="51934"/>
                </a:lnTo>
                <a:lnTo>
                  <a:pt x="69606" y="53530"/>
                </a:lnTo>
                <a:lnTo>
                  <a:pt x="70510" y="55147"/>
                </a:lnTo>
                <a:lnTo>
                  <a:pt x="71414" y="56783"/>
                </a:lnTo>
                <a:lnTo>
                  <a:pt x="72317" y="58438"/>
                </a:lnTo>
                <a:lnTo>
                  <a:pt x="73223" y="60112"/>
                </a:lnTo>
                <a:lnTo>
                  <a:pt x="74126" y="61806"/>
                </a:lnTo>
                <a:lnTo>
                  <a:pt x="75030" y="63517"/>
                </a:lnTo>
                <a:lnTo>
                  <a:pt x="75934" y="65248"/>
                </a:lnTo>
                <a:lnTo>
                  <a:pt x="76837" y="66996"/>
                </a:lnTo>
                <a:lnTo>
                  <a:pt x="77741" y="68762"/>
                </a:lnTo>
                <a:lnTo>
                  <a:pt x="78647" y="70545"/>
                </a:lnTo>
                <a:lnTo>
                  <a:pt x="79550" y="72346"/>
                </a:lnTo>
                <a:lnTo>
                  <a:pt x="80454" y="74163"/>
                </a:lnTo>
                <a:lnTo>
                  <a:pt x="81358" y="75997"/>
                </a:lnTo>
                <a:lnTo>
                  <a:pt x="82261" y="77848"/>
                </a:lnTo>
                <a:lnTo>
                  <a:pt x="83165" y="79714"/>
                </a:lnTo>
                <a:lnTo>
                  <a:pt x="84070" y="81596"/>
                </a:lnTo>
                <a:lnTo>
                  <a:pt x="84974" y="83494"/>
                </a:lnTo>
                <a:lnTo>
                  <a:pt x="85878" y="85407"/>
                </a:lnTo>
                <a:lnTo>
                  <a:pt x="86781" y="87335"/>
                </a:lnTo>
                <a:lnTo>
                  <a:pt x="87685" y="89277"/>
                </a:lnTo>
                <a:lnTo>
                  <a:pt x="88589" y="91233"/>
                </a:lnTo>
                <a:lnTo>
                  <a:pt x="89494" y="93204"/>
                </a:lnTo>
                <a:lnTo>
                  <a:pt x="90398" y="95188"/>
                </a:lnTo>
                <a:lnTo>
                  <a:pt x="91302" y="97185"/>
                </a:lnTo>
                <a:lnTo>
                  <a:pt x="92205" y="99195"/>
                </a:lnTo>
                <a:lnTo>
                  <a:pt x="93109" y="101218"/>
                </a:lnTo>
                <a:lnTo>
                  <a:pt x="94013" y="103253"/>
                </a:lnTo>
                <a:lnTo>
                  <a:pt x="94918" y="105300"/>
                </a:lnTo>
                <a:lnTo>
                  <a:pt x="95822" y="107359"/>
                </a:lnTo>
                <a:lnTo>
                  <a:pt x="96725" y="109430"/>
                </a:lnTo>
                <a:lnTo>
                  <a:pt x="97629" y="111511"/>
                </a:lnTo>
                <a:lnTo>
                  <a:pt x="98533" y="113603"/>
                </a:lnTo>
                <a:lnTo>
                  <a:pt x="99437" y="115706"/>
                </a:lnTo>
                <a:lnTo>
                  <a:pt x="100342" y="117819"/>
                </a:lnTo>
                <a:lnTo>
                  <a:pt x="101246" y="119941"/>
                </a:lnTo>
                <a:lnTo>
                  <a:pt x="102149" y="122073"/>
                </a:lnTo>
                <a:lnTo>
                  <a:pt x="103053" y="124213"/>
                </a:lnTo>
                <a:lnTo>
                  <a:pt x="103957" y="126363"/>
                </a:lnTo>
                <a:lnTo>
                  <a:pt x="104860" y="128521"/>
                </a:lnTo>
                <a:lnTo>
                  <a:pt x="105766" y="130687"/>
                </a:lnTo>
                <a:lnTo>
                  <a:pt x="106669" y="132860"/>
                </a:lnTo>
                <a:lnTo>
                  <a:pt x="107573" y="135040"/>
                </a:lnTo>
                <a:lnTo>
                  <a:pt x="108477" y="137228"/>
                </a:lnTo>
                <a:lnTo>
                  <a:pt x="109381" y="139424"/>
                </a:lnTo>
                <a:lnTo>
                  <a:pt x="110284" y="141625"/>
                </a:lnTo>
                <a:lnTo>
                  <a:pt x="111190" y="143831"/>
                </a:lnTo>
                <a:lnTo>
                  <a:pt x="112093" y="146044"/>
                </a:lnTo>
                <a:lnTo>
                  <a:pt x="112997" y="148262"/>
                </a:lnTo>
                <a:lnTo>
                  <a:pt x="113901" y="150485"/>
                </a:lnTo>
                <a:lnTo>
                  <a:pt x="114804" y="152712"/>
                </a:lnTo>
                <a:lnTo>
                  <a:pt x="115708" y="154943"/>
                </a:lnTo>
                <a:lnTo>
                  <a:pt x="116613" y="157179"/>
                </a:lnTo>
                <a:lnTo>
                  <a:pt x="117517" y="159417"/>
                </a:lnTo>
                <a:lnTo>
                  <a:pt x="118421" y="161659"/>
                </a:lnTo>
                <a:lnTo>
                  <a:pt x="119324" y="163904"/>
                </a:lnTo>
                <a:lnTo>
                  <a:pt x="120228" y="166151"/>
                </a:lnTo>
                <a:lnTo>
                  <a:pt x="121132" y="168401"/>
                </a:lnTo>
                <a:lnTo>
                  <a:pt x="122037" y="170652"/>
                </a:lnTo>
                <a:lnTo>
                  <a:pt x="122941" y="172904"/>
                </a:lnTo>
                <a:lnTo>
                  <a:pt x="123845" y="175158"/>
                </a:lnTo>
                <a:lnTo>
                  <a:pt x="124748" y="177413"/>
                </a:lnTo>
                <a:lnTo>
                  <a:pt x="125652" y="179667"/>
                </a:lnTo>
                <a:lnTo>
                  <a:pt x="126556" y="181921"/>
                </a:lnTo>
                <a:lnTo>
                  <a:pt x="127461" y="184175"/>
                </a:lnTo>
                <a:lnTo>
                  <a:pt x="128365" y="186428"/>
                </a:lnTo>
                <a:lnTo>
                  <a:pt x="129268" y="188681"/>
                </a:lnTo>
                <a:lnTo>
                  <a:pt x="130172" y="190931"/>
                </a:lnTo>
                <a:lnTo>
                  <a:pt x="131076" y="193181"/>
                </a:lnTo>
                <a:lnTo>
                  <a:pt x="131980" y="195427"/>
                </a:lnTo>
                <a:lnTo>
                  <a:pt x="132885" y="197671"/>
                </a:lnTo>
                <a:lnTo>
                  <a:pt x="133789" y="199912"/>
                </a:lnTo>
                <a:lnTo>
                  <a:pt x="134692" y="202150"/>
                </a:lnTo>
                <a:lnTo>
                  <a:pt x="135596" y="204385"/>
                </a:lnTo>
                <a:lnTo>
                  <a:pt x="136500" y="206615"/>
                </a:lnTo>
                <a:lnTo>
                  <a:pt x="137405" y="208841"/>
                </a:lnTo>
                <a:lnTo>
                  <a:pt x="138309" y="211064"/>
                </a:lnTo>
                <a:lnTo>
                  <a:pt x="139212" y="213280"/>
                </a:lnTo>
                <a:lnTo>
                  <a:pt x="140116" y="215491"/>
                </a:lnTo>
                <a:lnTo>
                  <a:pt x="141020" y="217697"/>
                </a:lnTo>
                <a:lnTo>
                  <a:pt x="141924" y="219896"/>
                </a:lnTo>
                <a:lnTo>
                  <a:pt x="142829" y="222089"/>
                </a:lnTo>
                <a:lnTo>
                  <a:pt x="143733" y="224275"/>
                </a:lnTo>
                <a:lnTo>
                  <a:pt x="144636" y="226455"/>
                </a:lnTo>
                <a:lnTo>
                  <a:pt x="145540" y="228627"/>
                </a:lnTo>
                <a:lnTo>
                  <a:pt x="146444" y="230790"/>
                </a:lnTo>
                <a:lnTo>
                  <a:pt x="147347" y="232946"/>
                </a:lnTo>
                <a:lnTo>
                  <a:pt x="148253" y="235094"/>
                </a:lnTo>
                <a:lnTo>
                  <a:pt x="149156" y="237232"/>
                </a:lnTo>
                <a:lnTo>
                  <a:pt x="150060" y="239362"/>
                </a:lnTo>
                <a:lnTo>
                  <a:pt x="150964" y="241483"/>
                </a:lnTo>
                <a:lnTo>
                  <a:pt x="151868" y="243593"/>
                </a:lnTo>
                <a:lnTo>
                  <a:pt x="152771" y="245693"/>
                </a:lnTo>
                <a:lnTo>
                  <a:pt x="153677" y="247783"/>
                </a:lnTo>
                <a:lnTo>
                  <a:pt x="154580" y="249862"/>
                </a:lnTo>
                <a:lnTo>
                  <a:pt x="155484" y="251931"/>
                </a:lnTo>
                <a:lnTo>
                  <a:pt x="156388" y="253986"/>
                </a:lnTo>
                <a:lnTo>
                  <a:pt x="157291" y="256031"/>
                </a:lnTo>
                <a:lnTo>
                  <a:pt x="158195" y="258064"/>
                </a:lnTo>
                <a:lnTo>
                  <a:pt x="159100" y="260084"/>
                </a:lnTo>
                <a:lnTo>
                  <a:pt x="160004" y="262091"/>
                </a:lnTo>
                <a:lnTo>
                  <a:pt x="160908" y="264086"/>
                </a:lnTo>
                <a:lnTo>
                  <a:pt x="161812" y="266066"/>
                </a:lnTo>
                <a:lnTo>
                  <a:pt x="162715" y="268033"/>
                </a:lnTo>
                <a:lnTo>
                  <a:pt x="163619" y="269986"/>
                </a:lnTo>
                <a:lnTo>
                  <a:pt x="164524" y="271925"/>
                </a:lnTo>
                <a:lnTo>
                  <a:pt x="165428" y="273849"/>
                </a:lnTo>
                <a:lnTo>
                  <a:pt x="166332" y="275759"/>
                </a:lnTo>
                <a:lnTo>
                  <a:pt x="167235" y="277653"/>
                </a:lnTo>
                <a:lnTo>
                  <a:pt x="168139" y="279532"/>
                </a:lnTo>
                <a:lnTo>
                  <a:pt x="169043" y="281394"/>
                </a:lnTo>
                <a:lnTo>
                  <a:pt x="169948" y="283241"/>
                </a:lnTo>
                <a:lnTo>
                  <a:pt x="170852" y="285072"/>
                </a:lnTo>
                <a:lnTo>
                  <a:pt x="171756" y="286886"/>
                </a:lnTo>
                <a:lnTo>
                  <a:pt x="172659" y="288681"/>
                </a:lnTo>
                <a:lnTo>
                  <a:pt x="173563" y="290461"/>
                </a:lnTo>
                <a:lnTo>
                  <a:pt x="174467" y="292223"/>
                </a:lnTo>
                <a:lnTo>
                  <a:pt x="175372" y="293967"/>
                </a:lnTo>
                <a:lnTo>
                  <a:pt x="176276" y="295693"/>
                </a:lnTo>
                <a:lnTo>
                  <a:pt x="177179" y="297401"/>
                </a:lnTo>
                <a:lnTo>
                  <a:pt x="178083" y="299090"/>
                </a:lnTo>
                <a:lnTo>
                  <a:pt x="178987" y="300760"/>
                </a:lnTo>
                <a:lnTo>
                  <a:pt x="179890" y="302411"/>
                </a:lnTo>
                <a:lnTo>
                  <a:pt x="180796" y="304043"/>
                </a:lnTo>
                <a:lnTo>
                  <a:pt x="181700" y="305654"/>
                </a:lnTo>
                <a:lnTo>
                  <a:pt x="182603" y="307245"/>
                </a:lnTo>
                <a:lnTo>
                  <a:pt x="183507" y="308818"/>
                </a:lnTo>
                <a:lnTo>
                  <a:pt x="184411" y="310370"/>
                </a:lnTo>
                <a:lnTo>
                  <a:pt x="185314" y="311900"/>
                </a:lnTo>
                <a:lnTo>
                  <a:pt x="186220" y="313410"/>
                </a:lnTo>
                <a:lnTo>
                  <a:pt x="187123" y="314898"/>
                </a:lnTo>
                <a:lnTo>
                  <a:pt x="188027" y="316365"/>
                </a:lnTo>
                <a:lnTo>
                  <a:pt x="188931" y="317811"/>
                </a:lnTo>
                <a:lnTo>
                  <a:pt x="189834" y="319234"/>
                </a:lnTo>
                <a:lnTo>
                  <a:pt x="190738" y="320636"/>
                </a:lnTo>
                <a:lnTo>
                  <a:pt x="191644" y="322015"/>
                </a:lnTo>
                <a:lnTo>
                  <a:pt x="192547" y="323372"/>
                </a:lnTo>
                <a:lnTo>
                  <a:pt x="193451" y="324706"/>
                </a:lnTo>
                <a:lnTo>
                  <a:pt x="194355" y="326017"/>
                </a:lnTo>
                <a:lnTo>
                  <a:pt x="195258" y="327304"/>
                </a:lnTo>
                <a:lnTo>
                  <a:pt x="196162" y="328568"/>
                </a:lnTo>
                <a:lnTo>
                  <a:pt x="197067" y="329811"/>
                </a:lnTo>
                <a:lnTo>
                  <a:pt x="197971" y="331027"/>
                </a:lnTo>
                <a:lnTo>
                  <a:pt x="198875" y="332221"/>
                </a:lnTo>
                <a:lnTo>
                  <a:pt x="199778" y="333389"/>
                </a:lnTo>
                <a:lnTo>
                  <a:pt x="200682" y="334535"/>
                </a:lnTo>
                <a:lnTo>
                  <a:pt x="201586" y="335655"/>
                </a:lnTo>
                <a:lnTo>
                  <a:pt x="202491" y="336752"/>
                </a:lnTo>
                <a:lnTo>
                  <a:pt x="203395" y="337821"/>
                </a:lnTo>
                <a:lnTo>
                  <a:pt x="204299" y="338868"/>
                </a:lnTo>
                <a:lnTo>
                  <a:pt x="205202" y="339888"/>
                </a:lnTo>
                <a:lnTo>
                  <a:pt x="206106" y="340883"/>
                </a:lnTo>
                <a:lnTo>
                  <a:pt x="207010" y="341853"/>
                </a:lnTo>
                <a:lnTo>
                  <a:pt x="207913" y="342797"/>
                </a:lnTo>
                <a:lnTo>
                  <a:pt x="208819" y="343715"/>
                </a:lnTo>
                <a:lnTo>
                  <a:pt x="209722" y="344607"/>
                </a:lnTo>
                <a:lnTo>
                  <a:pt x="210626" y="345474"/>
                </a:lnTo>
                <a:lnTo>
                  <a:pt x="211530" y="346315"/>
                </a:lnTo>
                <a:lnTo>
                  <a:pt x="212434" y="347129"/>
                </a:lnTo>
                <a:lnTo>
                  <a:pt x="213337" y="347915"/>
                </a:lnTo>
                <a:lnTo>
                  <a:pt x="214243" y="348676"/>
                </a:lnTo>
                <a:lnTo>
                  <a:pt x="215146" y="349410"/>
                </a:lnTo>
                <a:lnTo>
                  <a:pt x="216050" y="350118"/>
                </a:lnTo>
                <a:lnTo>
                  <a:pt x="216954" y="350797"/>
                </a:lnTo>
                <a:lnTo>
                  <a:pt x="217857" y="351450"/>
                </a:lnTo>
                <a:lnTo>
                  <a:pt x="218761" y="352076"/>
                </a:lnTo>
                <a:lnTo>
                  <a:pt x="219666" y="352674"/>
                </a:lnTo>
                <a:lnTo>
                  <a:pt x="220570" y="353246"/>
                </a:lnTo>
                <a:lnTo>
                  <a:pt x="221474" y="353790"/>
                </a:lnTo>
                <a:lnTo>
                  <a:pt x="222377" y="354305"/>
                </a:lnTo>
                <a:lnTo>
                  <a:pt x="223281" y="354795"/>
                </a:lnTo>
                <a:lnTo>
                  <a:pt x="224185" y="355256"/>
                </a:lnTo>
                <a:lnTo>
                  <a:pt x="225090" y="355689"/>
                </a:lnTo>
                <a:lnTo>
                  <a:pt x="225994" y="356095"/>
                </a:lnTo>
                <a:lnTo>
                  <a:pt x="226898" y="356472"/>
                </a:lnTo>
                <a:lnTo>
                  <a:pt x="227801" y="356822"/>
                </a:lnTo>
                <a:lnTo>
                  <a:pt x="228705" y="357143"/>
                </a:lnTo>
                <a:lnTo>
                  <a:pt x="229609" y="357437"/>
                </a:lnTo>
                <a:lnTo>
                  <a:pt x="230514" y="357701"/>
                </a:lnTo>
                <a:lnTo>
                  <a:pt x="231418" y="357938"/>
                </a:lnTo>
                <a:lnTo>
                  <a:pt x="232321" y="358148"/>
                </a:lnTo>
                <a:lnTo>
                  <a:pt x="233225" y="358329"/>
                </a:lnTo>
                <a:lnTo>
                  <a:pt x="234129" y="358480"/>
                </a:lnTo>
                <a:lnTo>
                  <a:pt x="235033" y="358605"/>
                </a:lnTo>
                <a:lnTo>
                  <a:pt x="235938" y="358701"/>
                </a:lnTo>
                <a:lnTo>
                  <a:pt x="236842" y="358769"/>
                </a:lnTo>
                <a:lnTo>
                  <a:pt x="237745" y="358807"/>
                </a:lnTo>
                <a:lnTo>
                  <a:pt x="238649" y="358819"/>
                </a:lnTo>
                <a:lnTo>
                  <a:pt x="239553" y="358801"/>
                </a:lnTo>
                <a:lnTo>
                  <a:pt x="240456" y="358756"/>
                </a:lnTo>
                <a:lnTo>
                  <a:pt x="241362" y="358681"/>
                </a:lnTo>
                <a:lnTo>
                  <a:pt x="242265" y="358580"/>
                </a:lnTo>
                <a:lnTo>
                  <a:pt x="243169" y="358448"/>
                </a:lnTo>
                <a:lnTo>
                  <a:pt x="244073" y="358289"/>
                </a:lnTo>
                <a:lnTo>
                  <a:pt x="244977" y="358103"/>
                </a:lnTo>
                <a:lnTo>
                  <a:pt x="245880" y="357887"/>
                </a:lnTo>
                <a:lnTo>
                  <a:pt x="246786" y="357643"/>
                </a:lnTo>
                <a:lnTo>
                  <a:pt x="247689" y="357372"/>
                </a:lnTo>
                <a:lnTo>
                  <a:pt x="248593" y="357071"/>
                </a:lnTo>
                <a:lnTo>
                  <a:pt x="249497" y="356744"/>
                </a:lnTo>
                <a:lnTo>
                  <a:pt x="250400" y="356389"/>
                </a:lnTo>
                <a:lnTo>
                  <a:pt x="251306" y="356005"/>
                </a:lnTo>
                <a:lnTo>
                  <a:pt x="252209" y="355593"/>
                </a:lnTo>
                <a:lnTo>
                  <a:pt x="253113" y="355153"/>
                </a:lnTo>
                <a:lnTo>
                  <a:pt x="254017" y="354686"/>
                </a:lnTo>
                <a:lnTo>
                  <a:pt x="254921" y="354191"/>
                </a:lnTo>
                <a:lnTo>
                  <a:pt x="255824" y="353669"/>
                </a:lnTo>
                <a:lnTo>
                  <a:pt x="256728" y="353118"/>
                </a:lnTo>
                <a:lnTo>
                  <a:pt x="257633" y="352541"/>
                </a:lnTo>
                <a:lnTo>
                  <a:pt x="258537" y="351937"/>
                </a:lnTo>
                <a:lnTo>
                  <a:pt x="259441" y="351304"/>
                </a:lnTo>
                <a:lnTo>
                  <a:pt x="260344" y="350644"/>
                </a:lnTo>
                <a:lnTo>
                  <a:pt x="261248" y="349958"/>
                </a:lnTo>
                <a:lnTo>
                  <a:pt x="262153" y="349245"/>
                </a:lnTo>
                <a:lnTo>
                  <a:pt x="263057" y="348505"/>
                </a:lnTo>
                <a:lnTo>
                  <a:pt x="263961" y="347739"/>
                </a:lnTo>
                <a:lnTo>
                  <a:pt x="264865" y="346945"/>
                </a:lnTo>
                <a:lnTo>
                  <a:pt x="265768" y="346126"/>
                </a:lnTo>
                <a:lnTo>
                  <a:pt x="266672" y="345280"/>
                </a:lnTo>
                <a:lnTo>
                  <a:pt x="267576" y="344406"/>
                </a:lnTo>
                <a:lnTo>
                  <a:pt x="268481" y="343509"/>
                </a:lnTo>
                <a:lnTo>
                  <a:pt x="269385" y="342584"/>
                </a:lnTo>
                <a:lnTo>
                  <a:pt x="270288" y="341634"/>
                </a:lnTo>
                <a:lnTo>
                  <a:pt x="271192" y="340659"/>
                </a:lnTo>
                <a:lnTo>
                  <a:pt x="272096" y="339657"/>
                </a:lnTo>
                <a:lnTo>
                  <a:pt x="273001" y="338632"/>
                </a:lnTo>
                <a:lnTo>
                  <a:pt x="273905" y="337579"/>
                </a:lnTo>
                <a:lnTo>
                  <a:pt x="274809" y="336502"/>
                </a:lnTo>
                <a:lnTo>
                  <a:pt x="275712" y="335403"/>
                </a:lnTo>
                <a:lnTo>
                  <a:pt x="276616" y="334276"/>
                </a:lnTo>
                <a:lnTo>
                  <a:pt x="277520" y="333125"/>
                </a:lnTo>
                <a:lnTo>
                  <a:pt x="278423" y="331951"/>
                </a:lnTo>
                <a:lnTo>
                  <a:pt x="279329" y="330751"/>
                </a:lnTo>
                <a:lnTo>
                  <a:pt x="280232" y="329529"/>
                </a:lnTo>
                <a:lnTo>
                  <a:pt x="281136" y="328283"/>
                </a:lnTo>
                <a:lnTo>
                  <a:pt x="282040" y="327014"/>
                </a:lnTo>
                <a:lnTo>
                  <a:pt x="282943" y="325719"/>
                </a:lnTo>
                <a:lnTo>
                  <a:pt x="283849" y="324404"/>
                </a:lnTo>
                <a:lnTo>
                  <a:pt x="284753" y="323065"/>
                </a:lnTo>
                <a:lnTo>
                  <a:pt x="285656" y="321703"/>
                </a:lnTo>
                <a:lnTo>
                  <a:pt x="286560" y="320319"/>
                </a:lnTo>
                <a:lnTo>
                  <a:pt x="287464" y="318912"/>
                </a:lnTo>
                <a:lnTo>
                  <a:pt x="288367" y="317483"/>
                </a:lnTo>
                <a:lnTo>
                  <a:pt x="289271" y="316033"/>
                </a:lnTo>
                <a:lnTo>
                  <a:pt x="290176" y="314560"/>
                </a:lnTo>
                <a:lnTo>
                  <a:pt x="291080" y="313066"/>
                </a:lnTo>
                <a:lnTo>
                  <a:pt x="291984" y="311553"/>
                </a:lnTo>
                <a:lnTo>
                  <a:pt x="292887" y="310018"/>
                </a:lnTo>
                <a:lnTo>
                  <a:pt x="293791" y="308461"/>
                </a:lnTo>
                <a:lnTo>
                  <a:pt x="294696" y="306885"/>
                </a:lnTo>
                <a:lnTo>
                  <a:pt x="295600" y="305288"/>
                </a:lnTo>
                <a:lnTo>
                  <a:pt x="296504" y="303672"/>
                </a:lnTo>
                <a:lnTo>
                  <a:pt x="297408" y="302036"/>
                </a:lnTo>
                <a:lnTo>
                  <a:pt x="298311" y="300381"/>
                </a:lnTo>
                <a:lnTo>
                  <a:pt x="299215" y="298707"/>
                </a:lnTo>
                <a:lnTo>
                  <a:pt x="300119" y="297012"/>
                </a:lnTo>
                <a:lnTo>
                  <a:pt x="301024" y="295301"/>
                </a:lnTo>
                <a:lnTo>
                  <a:pt x="301928" y="293572"/>
                </a:lnTo>
                <a:lnTo>
                  <a:pt x="302831" y="291823"/>
                </a:lnTo>
                <a:lnTo>
                  <a:pt x="303735" y="290057"/>
                </a:lnTo>
                <a:lnTo>
                  <a:pt x="304639" y="288273"/>
                </a:lnTo>
                <a:lnTo>
                  <a:pt x="305544" y="286474"/>
                </a:lnTo>
                <a:lnTo>
                  <a:pt x="306448" y="284655"/>
                </a:lnTo>
                <a:lnTo>
                  <a:pt x="307352" y="282821"/>
                </a:lnTo>
                <a:lnTo>
                  <a:pt x="308255" y="280970"/>
                </a:lnTo>
                <a:lnTo>
                  <a:pt x="309159" y="279105"/>
                </a:lnTo>
                <a:lnTo>
                  <a:pt x="310063" y="277222"/>
                </a:lnTo>
                <a:lnTo>
                  <a:pt x="310966" y="275325"/>
                </a:lnTo>
                <a:lnTo>
                  <a:pt x="311872" y="273412"/>
                </a:lnTo>
                <a:lnTo>
                  <a:pt x="312775" y="271485"/>
                </a:lnTo>
                <a:lnTo>
                  <a:pt x="313679" y="269543"/>
                </a:lnTo>
                <a:lnTo>
                  <a:pt x="314583" y="267586"/>
                </a:lnTo>
                <a:lnTo>
                  <a:pt x="315487" y="265616"/>
                </a:lnTo>
                <a:lnTo>
                  <a:pt x="316392" y="263631"/>
                </a:lnTo>
                <a:lnTo>
                  <a:pt x="317296" y="261634"/>
                </a:lnTo>
                <a:lnTo>
                  <a:pt x="318199" y="259624"/>
                </a:lnTo>
                <a:lnTo>
                  <a:pt x="319103" y="257600"/>
                </a:lnTo>
                <a:lnTo>
                  <a:pt x="320007" y="255565"/>
                </a:lnTo>
                <a:lnTo>
                  <a:pt x="320910" y="253519"/>
                </a:lnTo>
                <a:lnTo>
                  <a:pt x="321814" y="251459"/>
                </a:lnTo>
                <a:lnTo>
                  <a:pt x="322719" y="249389"/>
                </a:lnTo>
                <a:lnTo>
                  <a:pt x="323623" y="247308"/>
                </a:lnTo>
                <a:lnTo>
                  <a:pt x="324527" y="245214"/>
                </a:lnTo>
                <a:lnTo>
                  <a:pt x="325430" y="243113"/>
                </a:lnTo>
                <a:lnTo>
                  <a:pt x="326334" y="241000"/>
                </a:lnTo>
                <a:lnTo>
                  <a:pt x="327240" y="238877"/>
                </a:lnTo>
                <a:lnTo>
                  <a:pt x="328143" y="236746"/>
                </a:lnTo>
                <a:lnTo>
                  <a:pt x="329047" y="234606"/>
                </a:lnTo>
                <a:lnTo>
                  <a:pt x="329951" y="232456"/>
                </a:lnTo>
                <a:lnTo>
                  <a:pt x="330854" y="230299"/>
                </a:lnTo>
                <a:lnTo>
                  <a:pt x="331758" y="228132"/>
                </a:lnTo>
                <a:lnTo>
                  <a:pt x="332662" y="225958"/>
                </a:lnTo>
                <a:lnTo>
                  <a:pt x="333567" y="223778"/>
                </a:lnTo>
                <a:lnTo>
                  <a:pt x="334471" y="221589"/>
                </a:lnTo>
                <a:lnTo>
                  <a:pt x="335374" y="219394"/>
                </a:lnTo>
                <a:lnTo>
                  <a:pt x="336278" y="217193"/>
                </a:lnTo>
                <a:lnTo>
                  <a:pt x="337182" y="214987"/>
                </a:lnTo>
                <a:lnTo>
                  <a:pt x="338086" y="212775"/>
                </a:lnTo>
                <a:lnTo>
                  <a:pt x="338991" y="210557"/>
                </a:lnTo>
                <a:lnTo>
                  <a:pt x="339895" y="208334"/>
                </a:lnTo>
                <a:lnTo>
                  <a:pt x="340798" y="206106"/>
                </a:lnTo>
                <a:lnTo>
                  <a:pt x="341702" y="203875"/>
                </a:lnTo>
                <a:lnTo>
                  <a:pt x="342606" y="201640"/>
                </a:lnTo>
                <a:lnTo>
                  <a:pt x="343511" y="199402"/>
                </a:lnTo>
                <a:lnTo>
                  <a:pt x="344415" y="197159"/>
                </a:lnTo>
                <a:lnTo>
                  <a:pt x="345318" y="194915"/>
                </a:lnTo>
                <a:lnTo>
                  <a:pt x="346222" y="192667"/>
                </a:lnTo>
                <a:lnTo>
                  <a:pt x="347126" y="190418"/>
                </a:lnTo>
                <a:lnTo>
                  <a:pt x="348030" y="188167"/>
                </a:lnTo>
                <a:lnTo>
                  <a:pt x="348933" y="185915"/>
                </a:lnTo>
                <a:lnTo>
                  <a:pt x="349839" y="183660"/>
                </a:lnTo>
                <a:lnTo>
                  <a:pt x="350742" y="181406"/>
                </a:lnTo>
                <a:lnTo>
                  <a:pt x="351646" y="179152"/>
                </a:lnTo>
                <a:lnTo>
                  <a:pt x="352550" y="176898"/>
                </a:lnTo>
                <a:lnTo>
                  <a:pt x="353453" y="174643"/>
                </a:lnTo>
                <a:lnTo>
                  <a:pt x="354359" y="172391"/>
                </a:lnTo>
                <a:lnTo>
                  <a:pt x="355262" y="170138"/>
                </a:lnTo>
                <a:lnTo>
                  <a:pt x="356166" y="167887"/>
                </a:lnTo>
                <a:lnTo>
                  <a:pt x="357070" y="165638"/>
                </a:lnTo>
                <a:lnTo>
                  <a:pt x="357974" y="163392"/>
                </a:lnTo>
                <a:lnTo>
                  <a:pt x="358877" y="161148"/>
                </a:lnTo>
                <a:lnTo>
                  <a:pt x="359781" y="158907"/>
                </a:lnTo>
                <a:lnTo>
                  <a:pt x="360686" y="156669"/>
                </a:lnTo>
                <a:lnTo>
                  <a:pt x="361590" y="154433"/>
                </a:lnTo>
                <a:lnTo>
                  <a:pt x="362494" y="152204"/>
                </a:lnTo>
                <a:lnTo>
                  <a:pt x="363397" y="149978"/>
                </a:lnTo>
                <a:lnTo>
                  <a:pt x="364301" y="147755"/>
                </a:lnTo>
                <a:lnTo>
                  <a:pt x="365206" y="145539"/>
                </a:lnTo>
                <a:lnTo>
                  <a:pt x="366110" y="143328"/>
                </a:lnTo>
                <a:lnTo>
                  <a:pt x="367014" y="141122"/>
                </a:lnTo>
                <a:lnTo>
                  <a:pt x="367917" y="138923"/>
                </a:lnTo>
                <a:lnTo>
                  <a:pt x="368821" y="136730"/>
                </a:lnTo>
                <a:lnTo>
                  <a:pt x="369725" y="134544"/>
                </a:lnTo>
                <a:lnTo>
                  <a:pt x="370629" y="132364"/>
                </a:lnTo>
                <a:lnTo>
                  <a:pt x="371534" y="130192"/>
                </a:lnTo>
                <a:lnTo>
                  <a:pt x="372438" y="128028"/>
                </a:lnTo>
                <a:lnTo>
                  <a:pt x="373341" y="125872"/>
                </a:lnTo>
                <a:lnTo>
                  <a:pt x="374245" y="123724"/>
                </a:lnTo>
                <a:lnTo>
                  <a:pt x="375149" y="121586"/>
                </a:lnTo>
                <a:lnTo>
                  <a:pt x="376054" y="119456"/>
                </a:lnTo>
                <a:lnTo>
                  <a:pt x="376958" y="117336"/>
                </a:lnTo>
                <a:lnTo>
                  <a:pt x="377862" y="115226"/>
                </a:lnTo>
                <a:lnTo>
                  <a:pt x="378765" y="113125"/>
                </a:lnTo>
                <a:lnTo>
                  <a:pt x="379669" y="111036"/>
                </a:lnTo>
                <a:lnTo>
                  <a:pt x="380573" y="108957"/>
                </a:lnTo>
                <a:lnTo>
                  <a:pt x="381476" y="106889"/>
                </a:lnTo>
                <a:lnTo>
                  <a:pt x="382382" y="104832"/>
                </a:lnTo>
                <a:lnTo>
                  <a:pt x="383285" y="102788"/>
                </a:lnTo>
                <a:lnTo>
                  <a:pt x="384189" y="100756"/>
                </a:lnTo>
                <a:lnTo>
                  <a:pt x="385093" y="98735"/>
                </a:lnTo>
                <a:lnTo>
                  <a:pt x="385996" y="96728"/>
                </a:lnTo>
                <a:lnTo>
                  <a:pt x="386902" y="94734"/>
                </a:lnTo>
                <a:lnTo>
                  <a:pt x="387805" y="92753"/>
                </a:lnTo>
                <a:lnTo>
                  <a:pt x="388709" y="90786"/>
                </a:lnTo>
                <a:lnTo>
                  <a:pt x="389613" y="88833"/>
                </a:lnTo>
                <a:lnTo>
                  <a:pt x="390517" y="86894"/>
                </a:lnTo>
                <a:lnTo>
                  <a:pt x="391420" y="84969"/>
                </a:lnTo>
                <a:lnTo>
                  <a:pt x="392324" y="83060"/>
                </a:lnTo>
                <a:lnTo>
                  <a:pt x="393229" y="81166"/>
                </a:lnTo>
                <a:lnTo>
                  <a:pt x="394133" y="79287"/>
                </a:lnTo>
                <a:lnTo>
                  <a:pt x="395037" y="77424"/>
                </a:lnTo>
                <a:lnTo>
                  <a:pt x="395940" y="75578"/>
                </a:lnTo>
                <a:lnTo>
                  <a:pt x="396844" y="73747"/>
                </a:lnTo>
                <a:lnTo>
                  <a:pt x="397749" y="71934"/>
                </a:lnTo>
                <a:lnTo>
                  <a:pt x="398653" y="70137"/>
                </a:lnTo>
                <a:lnTo>
                  <a:pt x="399557" y="68358"/>
                </a:lnTo>
                <a:lnTo>
                  <a:pt x="400461" y="66595"/>
                </a:lnTo>
                <a:lnTo>
                  <a:pt x="401364" y="64851"/>
                </a:lnTo>
                <a:lnTo>
                  <a:pt x="402268" y="63125"/>
                </a:lnTo>
                <a:lnTo>
                  <a:pt x="403172" y="61418"/>
                </a:lnTo>
                <a:lnTo>
                  <a:pt x="404077" y="59729"/>
                </a:lnTo>
                <a:lnTo>
                  <a:pt x="404981" y="58059"/>
                </a:lnTo>
                <a:lnTo>
                  <a:pt x="405884" y="56408"/>
                </a:lnTo>
                <a:lnTo>
                  <a:pt x="406788" y="54776"/>
                </a:lnTo>
                <a:lnTo>
                  <a:pt x="407692" y="53165"/>
                </a:lnTo>
                <a:lnTo>
                  <a:pt x="408597" y="51573"/>
                </a:lnTo>
                <a:lnTo>
                  <a:pt x="409501" y="50001"/>
                </a:lnTo>
                <a:lnTo>
                  <a:pt x="410405" y="48450"/>
                </a:lnTo>
                <a:lnTo>
                  <a:pt x="411308" y="46919"/>
                </a:lnTo>
                <a:lnTo>
                  <a:pt x="412212" y="45409"/>
                </a:lnTo>
                <a:lnTo>
                  <a:pt x="413116" y="43921"/>
                </a:lnTo>
                <a:lnTo>
                  <a:pt x="414019" y="42454"/>
                </a:lnTo>
                <a:lnTo>
                  <a:pt x="414925" y="41008"/>
                </a:lnTo>
                <a:lnTo>
                  <a:pt x="415828" y="39585"/>
                </a:lnTo>
                <a:lnTo>
                  <a:pt x="416732" y="38183"/>
                </a:lnTo>
                <a:lnTo>
                  <a:pt x="417636" y="36804"/>
                </a:lnTo>
                <a:lnTo>
                  <a:pt x="418539" y="35447"/>
                </a:lnTo>
                <a:lnTo>
                  <a:pt x="419445" y="34113"/>
                </a:lnTo>
                <a:lnTo>
                  <a:pt x="420349" y="32802"/>
                </a:lnTo>
                <a:lnTo>
                  <a:pt x="421252" y="31514"/>
                </a:lnTo>
                <a:lnTo>
                  <a:pt x="422156" y="30250"/>
                </a:lnTo>
                <a:lnTo>
                  <a:pt x="423060" y="29009"/>
                </a:lnTo>
                <a:lnTo>
                  <a:pt x="423963" y="27791"/>
                </a:lnTo>
                <a:lnTo>
                  <a:pt x="424867" y="26598"/>
                </a:lnTo>
                <a:lnTo>
                  <a:pt x="425772" y="25429"/>
                </a:lnTo>
                <a:lnTo>
                  <a:pt x="426676" y="24284"/>
                </a:lnTo>
                <a:lnTo>
                  <a:pt x="427580" y="23164"/>
                </a:lnTo>
                <a:lnTo>
                  <a:pt x="428483" y="22068"/>
                </a:lnTo>
                <a:lnTo>
                  <a:pt x="429387" y="20997"/>
                </a:lnTo>
                <a:lnTo>
                  <a:pt x="430293" y="19951"/>
                </a:lnTo>
                <a:lnTo>
                  <a:pt x="431196" y="18931"/>
                </a:lnTo>
                <a:lnTo>
                  <a:pt x="432100" y="17935"/>
                </a:lnTo>
                <a:lnTo>
                  <a:pt x="433004" y="16965"/>
                </a:lnTo>
                <a:lnTo>
                  <a:pt x="433907" y="16021"/>
                </a:lnTo>
                <a:lnTo>
                  <a:pt x="434811" y="15103"/>
                </a:lnTo>
                <a:lnTo>
                  <a:pt x="435715" y="14211"/>
                </a:lnTo>
                <a:lnTo>
                  <a:pt x="436620" y="13344"/>
                </a:lnTo>
                <a:lnTo>
                  <a:pt x="437524" y="12504"/>
                </a:lnTo>
                <a:lnTo>
                  <a:pt x="438427" y="11690"/>
                </a:lnTo>
                <a:lnTo>
                  <a:pt x="439331" y="10903"/>
                </a:lnTo>
                <a:lnTo>
                  <a:pt x="440235" y="10142"/>
                </a:lnTo>
                <a:lnTo>
                  <a:pt x="441140" y="9409"/>
                </a:lnTo>
                <a:lnTo>
                  <a:pt x="442044" y="8702"/>
                </a:lnTo>
                <a:lnTo>
                  <a:pt x="442948" y="8021"/>
                </a:lnTo>
                <a:lnTo>
                  <a:pt x="443851" y="7368"/>
                </a:lnTo>
                <a:lnTo>
                  <a:pt x="444755" y="6742"/>
                </a:lnTo>
                <a:lnTo>
                  <a:pt x="445659" y="6144"/>
                </a:lnTo>
                <a:lnTo>
                  <a:pt x="446562" y="5572"/>
                </a:lnTo>
                <a:lnTo>
                  <a:pt x="447468" y="5029"/>
                </a:lnTo>
                <a:lnTo>
                  <a:pt x="448371" y="4512"/>
                </a:lnTo>
                <a:lnTo>
                  <a:pt x="449275" y="4024"/>
                </a:lnTo>
                <a:lnTo>
                  <a:pt x="450179" y="3563"/>
                </a:lnTo>
                <a:lnTo>
                  <a:pt x="451083" y="3130"/>
                </a:lnTo>
                <a:lnTo>
                  <a:pt x="451988" y="2724"/>
                </a:lnTo>
                <a:lnTo>
                  <a:pt x="452892" y="2347"/>
                </a:lnTo>
                <a:lnTo>
                  <a:pt x="453795" y="1997"/>
                </a:lnTo>
                <a:lnTo>
                  <a:pt x="454699" y="1676"/>
                </a:lnTo>
                <a:lnTo>
                  <a:pt x="455603" y="1382"/>
                </a:lnTo>
                <a:lnTo>
                  <a:pt x="456506" y="1117"/>
                </a:lnTo>
                <a:lnTo>
                  <a:pt x="457410" y="880"/>
                </a:lnTo>
                <a:lnTo>
                  <a:pt x="458315" y="671"/>
                </a:lnTo>
                <a:lnTo>
                  <a:pt x="459219" y="490"/>
                </a:lnTo>
                <a:lnTo>
                  <a:pt x="460123" y="338"/>
                </a:lnTo>
                <a:lnTo>
                  <a:pt x="461027" y="214"/>
                </a:lnTo>
                <a:lnTo>
                  <a:pt x="461930" y="118"/>
                </a:lnTo>
                <a:lnTo>
                  <a:pt x="462836" y="50"/>
                </a:lnTo>
                <a:lnTo>
                  <a:pt x="463739" y="11"/>
                </a:lnTo>
                <a:lnTo>
                  <a:pt x="464643" y="0"/>
                </a:lnTo>
                <a:lnTo>
                  <a:pt x="465547" y="17"/>
                </a:lnTo>
                <a:lnTo>
                  <a:pt x="466450" y="63"/>
                </a:lnTo>
                <a:lnTo>
                  <a:pt x="467354" y="137"/>
                </a:lnTo>
                <a:lnTo>
                  <a:pt x="468258" y="240"/>
                </a:lnTo>
                <a:lnTo>
                  <a:pt x="469163" y="370"/>
                </a:lnTo>
                <a:lnTo>
                  <a:pt x="470067" y="529"/>
                </a:lnTo>
                <a:lnTo>
                  <a:pt x="470970" y="716"/>
                </a:lnTo>
                <a:lnTo>
                  <a:pt x="471874" y="932"/>
                </a:lnTo>
                <a:lnTo>
                  <a:pt x="472778" y="1175"/>
                </a:lnTo>
                <a:lnTo>
                  <a:pt x="473683" y="1447"/>
                </a:lnTo>
                <a:lnTo>
                  <a:pt x="474587" y="1747"/>
                </a:lnTo>
                <a:lnTo>
                  <a:pt x="475491" y="2075"/>
                </a:lnTo>
                <a:lnTo>
                  <a:pt x="476394" y="2431"/>
                </a:lnTo>
                <a:lnTo>
                  <a:pt x="477298" y="2814"/>
                </a:lnTo>
                <a:lnTo>
                  <a:pt x="478202" y="3226"/>
                </a:lnTo>
                <a:lnTo>
                  <a:pt x="479107" y="3666"/>
                </a:lnTo>
                <a:lnTo>
                  <a:pt x="480011" y="4133"/>
                </a:lnTo>
                <a:lnTo>
                  <a:pt x="480914" y="4628"/>
                </a:lnTo>
                <a:lnTo>
                  <a:pt x="481818" y="5150"/>
                </a:lnTo>
                <a:lnTo>
                  <a:pt x="482722" y="5700"/>
                </a:lnTo>
                <a:lnTo>
                  <a:pt x="483626" y="6278"/>
                </a:lnTo>
                <a:lnTo>
                  <a:pt x="484529" y="6883"/>
                </a:lnTo>
                <a:lnTo>
                  <a:pt x="485435" y="7515"/>
                </a:lnTo>
                <a:lnTo>
                  <a:pt x="486338" y="8174"/>
                </a:lnTo>
                <a:lnTo>
                  <a:pt x="487242" y="8860"/>
                </a:lnTo>
                <a:lnTo>
                  <a:pt x="488146" y="9574"/>
                </a:lnTo>
                <a:lnTo>
                  <a:pt x="489049" y="10314"/>
                </a:lnTo>
                <a:lnTo>
                  <a:pt x="489955" y="11080"/>
                </a:lnTo>
                <a:lnTo>
                  <a:pt x="490858" y="11874"/>
                </a:lnTo>
                <a:lnTo>
                  <a:pt x="491762" y="12693"/>
                </a:lnTo>
                <a:lnTo>
                  <a:pt x="492666" y="13539"/>
                </a:lnTo>
                <a:lnTo>
                  <a:pt x="493570" y="14412"/>
                </a:lnTo>
                <a:lnTo>
                  <a:pt x="494473" y="15310"/>
                </a:lnTo>
                <a:lnTo>
                  <a:pt x="495377" y="16234"/>
                </a:lnTo>
                <a:lnTo>
                  <a:pt x="496282" y="17184"/>
                </a:lnTo>
                <a:lnTo>
                  <a:pt x="497186" y="18160"/>
                </a:lnTo>
                <a:lnTo>
                  <a:pt x="498090" y="19161"/>
                </a:lnTo>
                <a:lnTo>
                  <a:pt x="498993" y="20188"/>
                </a:lnTo>
                <a:lnTo>
                  <a:pt x="499897" y="21239"/>
                </a:lnTo>
                <a:lnTo>
                  <a:pt x="500802" y="22316"/>
                </a:lnTo>
                <a:lnTo>
                  <a:pt x="501706" y="23417"/>
                </a:lnTo>
                <a:lnTo>
                  <a:pt x="502610" y="24543"/>
                </a:lnTo>
                <a:lnTo>
                  <a:pt x="503514" y="25693"/>
                </a:lnTo>
                <a:lnTo>
                  <a:pt x="504417" y="26868"/>
                </a:lnTo>
                <a:lnTo>
                  <a:pt x="505321" y="28067"/>
                </a:lnTo>
                <a:lnTo>
                  <a:pt x="506225" y="29289"/>
                </a:lnTo>
                <a:lnTo>
                  <a:pt x="507130" y="30536"/>
                </a:lnTo>
                <a:lnTo>
                  <a:pt x="508034" y="31806"/>
                </a:lnTo>
                <a:lnTo>
                  <a:pt x="508937" y="33099"/>
                </a:lnTo>
                <a:lnTo>
                  <a:pt x="509841" y="34415"/>
                </a:lnTo>
                <a:lnTo>
                  <a:pt x="510745" y="35754"/>
                </a:lnTo>
                <a:lnTo>
                  <a:pt x="511650" y="37116"/>
                </a:lnTo>
                <a:lnTo>
                  <a:pt x="512554" y="38501"/>
                </a:lnTo>
                <a:lnTo>
                  <a:pt x="513458" y="39907"/>
                </a:lnTo>
                <a:lnTo>
                  <a:pt x="514361" y="41336"/>
                </a:lnTo>
                <a:lnTo>
                  <a:pt x="515265" y="42786"/>
                </a:lnTo>
                <a:lnTo>
                  <a:pt x="516169" y="44258"/>
                </a:lnTo>
                <a:lnTo>
                  <a:pt x="517072" y="45752"/>
                </a:lnTo>
                <a:lnTo>
                  <a:pt x="517978" y="47266"/>
                </a:lnTo>
                <a:lnTo>
                  <a:pt x="518881" y="48802"/>
                </a:lnTo>
                <a:lnTo>
                  <a:pt x="519785" y="50357"/>
                </a:lnTo>
                <a:lnTo>
                  <a:pt x="520689" y="51934"/>
                </a:lnTo>
                <a:lnTo>
                  <a:pt x="521592" y="53530"/>
                </a:lnTo>
                <a:lnTo>
                  <a:pt x="522498" y="55147"/>
                </a:lnTo>
                <a:lnTo>
                  <a:pt x="523402" y="56783"/>
                </a:lnTo>
                <a:lnTo>
                  <a:pt x="524305" y="58438"/>
                </a:lnTo>
                <a:lnTo>
                  <a:pt x="525209" y="60112"/>
                </a:lnTo>
                <a:lnTo>
                  <a:pt x="526113" y="61806"/>
                </a:lnTo>
                <a:lnTo>
                  <a:pt x="527016" y="63517"/>
                </a:lnTo>
                <a:lnTo>
                  <a:pt x="527920" y="65248"/>
                </a:lnTo>
                <a:lnTo>
                  <a:pt x="528825" y="66996"/>
                </a:lnTo>
                <a:lnTo>
                  <a:pt x="529729" y="68762"/>
                </a:lnTo>
                <a:lnTo>
                  <a:pt x="530633" y="70545"/>
                </a:lnTo>
                <a:lnTo>
                  <a:pt x="531536" y="72346"/>
                </a:lnTo>
                <a:lnTo>
                  <a:pt x="532440" y="74163"/>
                </a:lnTo>
                <a:lnTo>
                  <a:pt x="533346" y="75997"/>
                </a:lnTo>
                <a:lnTo>
                  <a:pt x="534249" y="77848"/>
                </a:lnTo>
                <a:lnTo>
                  <a:pt x="535153" y="79714"/>
                </a:lnTo>
                <a:lnTo>
                  <a:pt x="536057" y="81596"/>
                </a:lnTo>
                <a:lnTo>
                  <a:pt x="536960" y="83494"/>
                </a:lnTo>
                <a:lnTo>
                  <a:pt x="537864" y="85407"/>
                </a:lnTo>
                <a:lnTo>
                  <a:pt x="538768" y="87335"/>
                </a:lnTo>
                <a:lnTo>
                  <a:pt x="539673" y="89277"/>
                </a:lnTo>
                <a:lnTo>
                  <a:pt x="540577" y="91233"/>
                </a:lnTo>
                <a:lnTo>
                  <a:pt x="541480" y="93204"/>
                </a:lnTo>
                <a:lnTo>
                  <a:pt x="542384" y="95188"/>
                </a:lnTo>
                <a:lnTo>
                  <a:pt x="543288" y="97185"/>
                </a:lnTo>
                <a:lnTo>
                  <a:pt x="544193" y="99195"/>
                </a:lnTo>
                <a:lnTo>
                  <a:pt x="545097" y="101218"/>
                </a:lnTo>
                <a:lnTo>
                  <a:pt x="546001" y="103253"/>
                </a:lnTo>
                <a:lnTo>
                  <a:pt x="546904" y="105300"/>
                </a:lnTo>
                <a:lnTo>
                  <a:pt x="547808" y="107359"/>
                </a:lnTo>
                <a:lnTo>
                  <a:pt x="548712" y="109430"/>
                </a:lnTo>
                <a:lnTo>
                  <a:pt x="549615" y="111511"/>
                </a:lnTo>
                <a:lnTo>
                  <a:pt x="550521" y="113603"/>
                </a:lnTo>
                <a:lnTo>
                  <a:pt x="551424" y="115706"/>
                </a:lnTo>
                <a:lnTo>
                  <a:pt x="552328" y="117819"/>
                </a:lnTo>
                <a:lnTo>
                  <a:pt x="553232" y="119941"/>
                </a:lnTo>
                <a:lnTo>
                  <a:pt x="554136" y="122073"/>
                </a:lnTo>
                <a:lnTo>
                  <a:pt x="555041" y="124213"/>
                </a:lnTo>
                <a:lnTo>
                  <a:pt x="555945" y="126363"/>
                </a:lnTo>
                <a:lnTo>
                  <a:pt x="556848" y="128521"/>
                </a:lnTo>
                <a:lnTo>
                  <a:pt x="557752" y="130687"/>
                </a:lnTo>
                <a:lnTo>
                  <a:pt x="558656" y="132860"/>
                </a:lnTo>
                <a:lnTo>
                  <a:pt x="559559" y="135040"/>
                </a:lnTo>
                <a:lnTo>
                  <a:pt x="560463" y="137228"/>
                </a:lnTo>
                <a:lnTo>
                  <a:pt x="561368" y="139424"/>
                </a:lnTo>
                <a:lnTo>
                  <a:pt x="562272" y="141625"/>
                </a:lnTo>
                <a:lnTo>
                  <a:pt x="563176" y="143831"/>
                </a:lnTo>
                <a:lnTo>
                  <a:pt x="564080" y="146044"/>
                </a:lnTo>
                <a:lnTo>
                  <a:pt x="564983" y="148262"/>
                </a:lnTo>
                <a:lnTo>
                  <a:pt x="565889" y="150485"/>
                </a:lnTo>
                <a:lnTo>
                  <a:pt x="566792" y="152712"/>
                </a:lnTo>
                <a:lnTo>
                  <a:pt x="567696" y="154943"/>
                </a:lnTo>
                <a:lnTo>
                  <a:pt x="568600" y="157179"/>
                </a:lnTo>
                <a:lnTo>
                  <a:pt x="569503" y="159417"/>
                </a:lnTo>
                <a:lnTo>
                  <a:pt x="570407" y="161659"/>
                </a:lnTo>
                <a:lnTo>
                  <a:pt x="571311" y="163904"/>
                </a:lnTo>
                <a:lnTo>
                  <a:pt x="572216" y="166151"/>
                </a:lnTo>
                <a:lnTo>
                  <a:pt x="573120" y="168401"/>
                </a:lnTo>
                <a:lnTo>
                  <a:pt x="574023" y="170652"/>
                </a:lnTo>
                <a:lnTo>
                  <a:pt x="574927" y="172904"/>
                </a:lnTo>
                <a:lnTo>
                  <a:pt x="575831" y="175158"/>
                </a:lnTo>
                <a:lnTo>
                  <a:pt x="576736" y="177413"/>
                </a:lnTo>
                <a:lnTo>
                  <a:pt x="577640" y="179667"/>
                </a:lnTo>
                <a:lnTo>
                  <a:pt x="578544" y="181921"/>
                </a:lnTo>
                <a:lnTo>
                  <a:pt x="579447" y="184175"/>
                </a:lnTo>
                <a:lnTo>
                  <a:pt x="580351" y="186428"/>
                </a:lnTo>
                <a:lnTo>
                  <a:pt x="581255" y="188681"/>
                </a:lnTo>
                <a:lnTo>
                  <a:pt x="582158" y="190931"/>
                </a:lnTo>
                <a:lnTo>
                  <a:pt x="583064" y="193181"/>
                </a:lnTo>
                <a:lnTo>
                  <a:pt x="583967" y="195427"/>
                </a:lnTo>
                <a:lnTo>
                  <a:pt x="584871" y="197671"/>
                </a:lnTo>
                <a:lnTo>
                  <a:pt x="585775" y="199912"/>
                </a:lnTo>
                <a:lnTo>
                  <a:pt x="586679" y="202150"/>
                </a:lnTo>
                <a:lnTo>
                  <a:pt x="587584" y="204385"/>
                </a:lnTo>
                <a:lnTo>
                  <a:pt x="588488" y="206615"/>
                </a:lnTo>
                <a:lnTo>
                  <a:pt x="589391" y="208841"/>
                </a:lnTo>
                <a:lnTo>
                  <a:pt x="590295" y="211064"/>
                </a:lnTo>
                <a:lnTo>
                  <a:pt x="591199" y="213280"/>
                </a:lnTo>
                <a:lnTo>
                  <a:pt x="592102" y="215491"/>
                </a:lnTo>
                <a:lnTo>
                  <a:pt x="593006" y="217697"/>
                </a:lnTo>
                <a:lnTo>
                  <a:pt x="593911" y="219896"/>
                </a:lnTo>
                <a:lnTo>
                  <a:pt x="594815" y="222089"/>
                </a:lnTo>
                <a:lnTo>
                  <a:pt x="595719" y="224275"/>
                </a:lnTo>
                <a:lnTo>
                  <a:pt x="596623" y="226455"/>
                </a:lnTo>
                <a:lnTo>
                  <a:pt x="597526" y="228627"/>
                </a:lnTo>
                <a:lnTo>
                  <a:pt x="598432" y="230790"/>
                </a:lnTo>
                <a:lnTo>
                  <a:pt x="599335" y="232946"/>
                </a:lnTo>
                <a:lnTo>
                  <a:pt x="600239" y="235094"/>
                </a:lnTo>
                <a:lnTo>
                  <a:pt x="601143" y="237232"/>
                </a:lnTo>
                <a:lnTo>
                  <a:pt x="602046" y="239362"/>
                </a:lnTo>
                <a:lnTo>
                  <a:pt x="602950" y="241483"/>
                </a:lnTo>
                <a:lnTo>
                  <a:pt x="603854" y="243593"/>
                </a:lnTo>
                <a:lnTo>
                  <a:pt x="604759" y="245693"/>
                </a:lnTo>
                <a:lnTo>
                  <a:pt x="605663" y="247783"/>
                </a:lnTo>
                <a:lnTo>
                  <a:pt x="606567" y="249862"/>
                </a:lnTo>
                <a:lnTo>
                  <a:pt x="607470" y="251931"/>
                </a:lnTo>
                <a:lnTo>
                  <a:pt x="608374" y="253986"/>
                </a:lnTo>
                <a:lnTo>
                  <a:pt x="609278" y="256031"/>
                </a:lnTo>
                <a:lnTo>
                  <a:pt x="610183" y="258064"/>
                </a:lnTo>
                <a:lnTo>
                  <a:pt x="611087" y="260084"/>
                </a:lnTo>
                <a:lnTo>
                  <a:pt x="611990" y="262091"/>
                </a:lnTo>
                <a:lnTo>
                  <a:pt x="612894" y="264086"/>
                </a:lnTo>
                <a:lnTo>
                  <a:pt x="613798" y="266066"/>
                </a:lnTo>
                <a:lnTo>
                  <a:pt x="614703" y="268033"/>
                </a:lnTo>
                <a:lnTo>
                  <a:pt x="615607" y="269986"/>
                </a:lnTo>
                <a:lnTo>
                  <a:pt x="616510" y="271925"/>
                </a:lnTo>
                <a:lnTo>
                  <a:pt x="617414" y="273849"/>
                </a:lnTo>
                <a:lnTo>
                  <a:pt x="618318" y="275759"/>
                </a:lnTo>
                <a:lnTo>
                  <a:pt x="619222" y="277653"/>
                </a:lnTo>
                <a:lnTo>
                  <a:pt x="620125" y="279532"/>
                </a:lnTo>
                <a:lnTo>
                  <a:pt x="621031" y="281394"/>
                </a:lnTo>
                <a:lnTo>
                  <a:pt x="621934" y="283241"/>
                </a:lnTo>
                <a:lnTo>
                  <a:pt x="622838" y="285072"/>
                </a:lnTo>
                <a:lnTo>
                  <a:pt x="623742" y="286886"/>
                </a:lnTo>
                <a:lnTo>
                  <a:pt x="624645" y="288681"/>
                </a:lnTo>
                <a:lnTo>
                  <a:pt x="625551" y="290461"/>
                </a:lnTo>
                <a:lnTo>
                  <a:pt x="626455" y="292223"/>
                </a:lnTo>
                <a:lnTo>
                  <a:pt x="627358" y="293967"/>
                </a:lnTo>
                <a:lnTo>
                  <a:pt x="628262" y="295693"/>
                </a:lnTo>
                <a:lnTo>
                  <a:pt x="629166" y="297401"/>
                </a:lnTo>
                <a:lnTo>
                  <a:pt x="630069" y="299090"/>
                </a:lnTo>
                <a:lnTo>
                  <a:pt x="630973" y="300760"/>
                </a:lnTo>
                <a:lnTo>
                  <a:pt x="631878" y="302411"/>
                </a:lnTo>
                <a:lnTo>
                  <a:pt x="632782" y="304043"/>
                </a:lnTo>
                <a:lnTo>
                  <a:pt x="633686" y="305654"/>
                </a:lnTo>
                <a:lnTo>
                  <a:pt x="634589" y="307245"/>
                </a:lnTo>
                <a:lnTo>
                  <a:pt x="635493" y="308818"/>
                </a:lnTo>
                <a:lnTo>
                  <a:pt x="636398" y="310370"/>
                </a:lnTo>
                <a:lnTo>
                  <a:pt x="637302" y="311900"/>
                </a:lnTo>
                <a:lnTo>
                  <a:pt x="638206" y="313410"/>
                </a:lnTo>
                <a:lnTo>
                  <a:pt x="639110" y="314898"/>
                </a:lnTo>
                <a:lnTo>
                  <a:pt x="640013" y="316365"/>
                </a:lnTo>
                <a:lnTo>
                  <a:pt x="640917" y="317811"/>
                </a:lnTo>
                <a:lnTo>
                  <a:pt x="641821" y="319234"/>
                </a:lnTo>
                <a:lnTo>
                  <a:pt x="642726" y="320636"/>
                </a:lnTo>
                <a:lnTo>
                  <a:pt x="643630" y="322015"/>
                </a:lnTo>
                <a:lnTo>
                  <a:pt x="644533" y="323372"/>
                </a:lnTo>
                <a:lnTo>
                  <a:pt x="645437" y="324706"/>
                </a:lnTo>
                <a:lnTo>
                  <a:pt x="646341" y="326017"/>
                </a:lnTo>
                <a:lnTo>
                  <a:pt x="647246" y="327304"/>
                </a:lnTo>
                <a:lnTo>
                  <a:pt x="648150" y="328568"/>
                </a:lnTo>
                <a:lnTo>
                  <a:pt x="649054" y="329811"/>
                </a:lnTo>
                <a:lnTo>
                  <a:pt x="649957" y="331027"/>
                </a:lnTo>
                <a:lnTo>
                  <a:pt x="650861" y="332221"/>
                </a:lnTo>
                <a:lnTo>
                  <a:pt x="651765" y="333389"/>
                </a:lnTo>
                <a:lnTo>
                  <a:pt x="652668" y="334535"/>
                </a:lnTo>
                <a:lnTo>
                  <a:pt x="653574" y="335655"/>
                </a:lnTo>
                <a:lnTo>
                  <a:pt x="654477" y="336752"/>
                </a:lnTo>
                <a:lnTo>
                  <a:pt x="655381" y="337821"/>
                </a:lnTo>
                <a:lnTo>
                  <a:pt x="656285" y="338868"/>
                </a:lnTo>
                <a:lnTo>
                  <a:pt x="657189" y="339888"/>
                </a:lnTo>
                <a:lnTo>
                  <a:pt x="658094" y="340883"/>
                </a:lnTo>
                <a:lnTo>
                  <a:pt x="658998" y="341853"/>
                </a:lnTo>
                <a:lnTo>
                  <a:pt x="659901" y="342797"/>
                </a:lnTo>
                <a:lnTo>
                  <a:pt x="660805" y="343715"/>
                </a:lnTo>
                <a:lnTo>
                  <a:pt x="661709" y="344607"/>
                </a:lnTo>
                <a:lnTo>
                  <a:pt x="662612" y="345474"/>
                </a:lnTo>
                <a:lnTo>
                  <a:pt x="663516" y="346315"/>
                </a:lnTo>
                <a:lnTo>
                  <a:pt x="664421" y="347129"/>
                </a:lnTo>
                <a:lnTo>
                  <a:pt x="665325" y="347915"/>
                </a:lnTo>
                <a:lnTo>
                  <a:pt x="666229" y="348676"/>
                </a:lnTo>
                <a:lnTo>
                  <a:pt x="667132" y="349410"/>
                </a:lnTo>
                <a:lnTo>
                  <a:pt x="668036" y="350118"/>
                </a:lnTo>
                <a:lnTo>
                  <a:pt x="668940" y="350797"/>
                </a:lnTo>
                <a:lnTo>
                  <a:pt x="669845" y="351450"/>
                </a:lnTo>
                <a:lnTo>
                  <a:pt x="670749" y="352076"/>
                </a:lnTo>
                <a:lnTo>
                  <a:pt x="671653" y="352674"/>
                </a:lnTo>
                <a:lnTo>
                  <a:pt x="672556" y="353246"/>
                </a:lnTo>
                <a:lnTo>
                  <a:pt x="673460" y="353790"/>
                </a:lnTo>
                <a:lnTo>
                  <a:pt x="674364" y="354305"/>
                </a:lnTo>
                <a:lnTo>
                  <a:pt x="675269" y="354795"/>
                </a:lnTo>
                <a:lnTo>
                  <a:pt x="676173" y="355256"/>
                </a:lnTo>
                <a:lnTo>
                  <a:pt x="677076" y="355689"/>
                </a:lnTo>
                <a:lnTo>
                  <a:pt x="677980" y="356095"/>
                </a:lnTo>
                <a:lnTo>
                  <a:pt x="678884" y="356472"/>
                </a:lnTo>
                <a:lnTo>
                  <a:pt x="679789" y="356822"/>
                </a:lnTo>
                <a:lnTo>
                  <a:pt x="680693" y="357143"/>
                </a:lnTo>
                <a:lnTo>
                  <a:pt x="681597" y="357437"/>
                </a:lnTo>
                <a:lnTo>
                  <a:pt x="682500" y="357701"/>
                </a:lnTo>
                <a:lnTo>
                  <a:pt x="683404" y="357938"/>
                </a:lnTo>
                <a:lnTo>
                  <a:pt x="684308" y="358148"/>
                </a:lnTo>
                <a:lnTo>
                  <a:pt x="685213" y="358329"/>
                </a:lnTo>
                <a:lnTo>
                  <a:pt x="686117" y="358480"/>
                </a:lnTo>
                <a:lnTo>
                  <a:pt x="687020" y="358605"/>
                </a:lnTo>
                <a:lnTo>
                  <a:pt x="687924" y="358701"/>
                </a:lnTo>
                <a:lnTo>
                  <a:pt x="688828" y="358769"/>
                </a:lnTo>
                <a:lnTo>
                  <a:pt x="689732" y="358807"/>
                </a:lnTo>
                <a:lnTo>
                  <a:pt x="690635" y="358819"/>
                </a:lnTo>
                <a:lnTo>
                  <a:pt x="691541" y="358801"/>
                </a:lnTo>
                <a:lnTo>
                  <a:pt x="692444" y="358756"/>
                </a:lnTo>
                <a:lnTo>
                  <a:pt x="693348" y="358681"/>
                </a:lnTo>
                <a:lnTo>
                  <a:pt x="694252" y="358580"/>
                </a:lnTo>
                <a:lnTo>
                  <a:pt x="695155" y="358448"/>
                </a:lnTo>
                <a:lnTo>
                  <a:pt x="696059" y="358289"/>
                </a:lnTo>
                <a:lnTo>
                  <a:pt x="696964" y="358103"/>
                </a:lnTo>
                <a:lnTo>
                  <a:pt x="697868" y="357887"/>
                </a:lnTo>
                <a:lnTo>
                  <a:pt x="698772" y="357643"/>
                </a:lnTo>
                <a:lnTo>
                  <a:pt x="699676" y="357372"/>
                </a:lnTo>
                <a:lnTo>
                  <a:pt x="700579" y="357071"/>
                </a:lnTo>
                <a:lnTo>
                  <a:pt x="701485" y="356744"/>
                </a:lnTo>
                <a:lnTo>
                  <a:pt x="702388" y="356389"/>
                </a:lnTo>
                <a:lnTo>
                  <a:pt x="703292" y="356005"/>
                </a:lnTo>
                <a:lnTo>
                  <a:pt x="704196" y="355593"/>
                </a:lnTo>
                <a:lnTo>
                  <a:pt x="705099" y="355153"/>
                </a:lnTo>
                <a:lnTo>
                  <a:pt x="706003" y="354686"/>
                </a:lnTo>
                <a:lnTo>
                  <a:pt x="706908" y="354191"/>
                </a:lnTo>
                <a:lnTo>
                  <a:pt x="707812" y="353669"/>
                </a:lnTo>
                <a:lnTo>
                  <a:pt x="708716" y="353118"/>
                </a:lnTo>
                <a:lnTo>
                  <a:pt x="709620" y="352541"/>
                </a:lnTo>
                <a:lnTo>
                  <a:pt x="710523" y="351937"/>
                </a:lnTo>
                <a:lnTo>
                  <a:pt x="711427" y="351304"/>
                </a:lnTo>
                <a:lnTo>
                  <a:pt x="712331" y="350644"/>
                </a:lnTo>
                <a:lnTo>
                  <a:pt x="713236" y="349958"/>
                </a:lnTo>
                <a:lnTo>
                  <a:pt x="714140" y="349245"/>
                </a:lnTo>
                <a:lnTo>
                  <a:pt x="715043" y="348505"/>
                </a:lnTo>
                <a:lnTo>
                  <a:pt x="715947" y="347739"/>
                </a:lnTo>
                <a:lnTo>
                  <a:pt x="716851" y="346945"/>
                </a:lnTo>
                <a:lnTo>
                  <a:pt x="717754" y="346126"/>
                </a:lnTo>
                <a:lnTo>
                  <a:pt x="718660" y="345280"/>
                </a:lnTo>
                <a:lnTo>
                  <a:pt x="719563" y="344406"/>
                </a:lnTo>
                <a:lnTo>
                  <a:pt x="720467" y="343509"/>
                </a:lnTo>
                <a:lnTo>
                  <a:pt x="721371" y="342584"/>
                </a:lnTo>
                <a:lnTo>
                  <a:pt x="722275" y="341634"/>
                </a:lnTo>
                <a:lnTo>
                  <a:pt x="723180" y="340659"/>
                </a:lnTo>
                <a:lnTo>
                  <a:pt x="724084" y="339657"/>
                </a:lnTo>
                <a:lnTo>
                  <a:pt x="724987" y="338632"/>
                </a:lnTo>
                <a:lnTo>
                  <a:pt x="725891" y="337579"/>
                </a:lnTo>
                <a:lnTo>
                  <a:pt x="726795" y="336502"/>
                </a:lnTo>
                <a:lnTo>
                  <a:pt x="727698" y="335403"/>
                </a:lnTo>
                <a:lnTo>
                  <a:pt x="728604" y="334276"/>
                </a:lnTo>
                <a:lnTo>
                  <a:pt x="729508" y="333125"/>
                </a:lnTo>
                <a:lnTo>
                  <a:pt x="730411" y="331951"/>
                </a:lnTo>
                <a:lnTo>
                  <a:pt x="731315" y="330751"/>
                </a:lnTo>
                <a:lnTo>
                  <a:pt x="732219" y="329529"/>
                </a:lnTo>
                <a:lnTo>
                  <a:pt x="733122" y="328283"/>
                </a:lnTo>
                <a:lnTo>
                  <a:pt x="734026" y="327014"/>
                </a:lnTo>
                <a:lnTo>
                  <a:pt x="734931" y="325719"/>
                </a:lnTo>
                <a:lnTo>
                  <a:pt x="735835" y="324404"/>
                </a:lnTo>
                <a:lnTo>
                  <a:pt x="736739" y="323065"/>
                </a:lnTo>
                <a:lnTo>
                  <a:pt x="737642" y="321703"/>
                </a:lnTo>
                <a:lnTo>
                  <a:pt x="738546" y="320319"/>
                </a:lnTo>
                <a:lnTo>
                  <a:pt x="739450" y="318912"/>
                </a:lnTo>
                <a:lnTo>
                  <a:pt x="740355" y="317483"/>
                </a:lnTo>
                <a:lnTo>
                  <a:pt x="741259" y="316033"/>
                </a:lnTo>
                <a:lnTo>
                  <a:pt x="742163" y="314560"/>
                </a:lnTo>
                <a:lnTo>
                  <a:pt x="743066" y="313066"/>
                </a:lnTo>
                <a:lnTo>
                  <a:pt x="743970" y="311553"/>
                </a:lnTo>
                <a:lnTo>
                  <a:pt x="744875" y="310018"/>
                </a:lnTo>
                <a:lnTo>
                  <a:pt x="745779" y="308461"/>
                </a:lnTo>
                <a:lnTo>
                  <a:pt x="746683" y="306885"/>
                </a:lnTo>
                <a:lnTo>
                  <a:pt x="747586" y="305288"/>
                </a:lnTo>
                <a:lnTo>
                  <a:pt x="748490" y="303672"/>
                </a:lnTo>
                <a:lnTo>
                  <a:pt x="749394" y="302036"/>
                </a:lnTo>
                <a:lnTo>
                  <a:pt x="750299" y="300381"/>
                </a:lnTo>
                <a:lnTo>
                  <a:pt x="751203" y="298707"/>
                </a:lnTo>
                <a:lnTo>
                  <a:pt x="752107" y="297012"/>
                </a:lnTo>
                <a:lnTo>
                  <a:pt x="753010" y="295301"/>
                </a:lnTo>
                <a:lnTo>
                  <a:pt x="753914" y="293572"/>
                </a:lnTo>
                <a:lnTo>
                  <a:pt x="754818" y="291823"/>
                </a:lnTo>
                <a:lnTo>
                  <a:pt x="755723" y="290057"/>
                </a:lnTo>
                <a:lnTo>
                  <a:pt x="756627" y="288273"/>
                </a:lnTo>
                <a:lnTo>
                  <a:pt x="757530" y="286474"/>
                </a:lnTo>
                <a:lnTo>
                  <a:pt x="758434" y="284655"/>
                </a:lnTo>
                <a:lnTo>
                  <a:pt x="759338" y="282821"/>
                </a:lnTo>
                <a:lnTo>
                  <a:pt x="760241" y="280970"/>
                </a:lnTo>
                <a:lnTo>
                  <a:pt x="761145" y="279105"/>
                </a:lnTo>
                <a:lnTo>
                  <a:pt x="762050" y="277222"/>
                </a:lnTo>
                <a:lnTo>
                  <a:pt x="762954" y="275325"/>
                </a:lnTo>
                <a:lnTo>
                  <a:pt x="763858" y="273412"/>
                </a:lnTo>
                <a:lnTo>
                  <a:pt x="764762" y="271485"/>
                </a:lnTo>
                <a:lnTo>
                  <a:pt x="765665" y="269543"/>
                </a:lnTo>
                <a:lnTo>
                  <a:pt x="766569" y="267586"/>
                </a:lnTo>
                <a:lnTo>
                  <a:pt x="767474" y="265616"/>
                </a:lnTo>
                <a:lnTo>
                  <a:pt x="768378" y="263631"/>
                </a:lnTo>
                <a:lnTo>
                  <a:pt x="769282" y="261634"/>
                </a:lnTo>
                <a:lnTo>
                  <a:pt x="770185" y="259624"/>
                </a:lnTo>
                <a:lnTo>
                  <a:pt x="771089" y="257600"/>
                </a:lnTo>
                <a:lnTo>
                  <a:pt x="771995" y="255565"/>
                </a:lnTo>
                <a:lnTo>
                  <a:pt x="772898" y="253519"/>
                </a:lnTo>
                <a:lnTo>
                  <a:pt x="773802" y="251459"/>
                </a:lnTo>
                <a:lnTo>
                  <a:pt x="774706" y="249389"/>
                </a:lnTo>
                <a:lnTo>
                  <a:pt x="775609" y="247308"/>
                </a:lnTo>
                <a:lnTo>
                  <a:pt x="776513" y="245214"/>
                </a:lnTo>
                <a:lnTo>
                  <a:pt x="777418" y="243113"/>
                </a:lnTo>
                <a:lnTo>
                  <a:pt x="778322" y="241000"/>
                </a:lnTo>
                <a:lnTo>
                  <a:pt x="779226" y="238877"/>
                </a:lnTo>
                <a:lnTo>
                  <a:pt x="780129" y="236746"/>
                </a:lnTo>
                <a:lnTo>
                  <a:pt x="781033" y="234606"/>
                </a:lnTo>
                <a:lnTo>
                  <a:pt x="781937" y="232456"/>
                </a:lnTo>
                <a:lnTo>
                  <a:pt x="782841" y="230299"/>
                </a:lnTo>
                <a:lnTo>
                  <a:pt x="783746" y="228132"/>
                </a:lnTo>
                <a:lnTo>
                  <a:pt x="784650" y="225958"/>
                </a:lnTo>
                <a:lnTo>
                  <a:pt x="785553" y="223778"/>
                </a:lnTo>
                <a:lnTo>
                  <a:pt x="786457" y="221589"/>
                </a:lnTo>
                <a:lnTo>
                  <a:pt x="787361" y="219394"/>
                </a:lnTo>
                <a:lnTo>
                  <a:pt x="788264" y="217193"/>
                </a:lnTo>
                <a:lnTo>
                  <a:pt x="789170" y="214987"/>
                </a:lnTo>
                <a:lnTo>
                  <a:pt x="790073" y="212775"/>
                </a:lnTo>
                <a:lnTo>
                  <a:pt x="790977" y="210557"/>
                </a:lnTo>
                <a:lnTo>
                  <a:pt x="791881" y="208334"/>
                </a:lnTo>
                <a:lnTo>
                  <a:pt x="792785" y="206106"/>
                </a:lnTo>
                <a:lnTo>
                  <a:pt x="793690" y="203875"/>
                </a:lnTo>
                <a:lnTo>
                  <a:pt x="794594" y="201640"/>
                </a:lnTo>
                <a:lnTo>
                  <a:pt x="795497" y="199402"/>
                </a:lnTo>
                <a:lnTo>
                  <a:pt x="796401" y="197159"/>
                </a:lnTo>
                <a:lnTo>
                  <a:pt x="797305" y="194915"/>
                </a:lnTo>
                <a:lnTo>
                  <a:pt x="798208" y="192667"/>
                </a:lnTo>
                <a:lnTo>
                  <a:pt x="799114" y="190418"/>
                </a:lnTo>
                <a:lnTo>
                  <a:pt x="800017" y="188167"/>
                </a:lnTo>
                <a:lnTo>
                  <a:pt x="800921" y="185915"/>
                </a:lnTo>
                <a:lnTo>
                  <a:pt x="801825" y="183660"/>
                </a:lnTo>
                <a:lnTo>
                  <a:pt x="802728" y="181406"/>
                </a:lnTo>
                <a:lnTo>
                  <a:pt x="803632" y="179152"/>
                </a:lnTo>
                <a:lnTo>
                  <a:pt x="804536" y="176898"/>
                </a:lnTo>
                <a:lnTo>
                  <a:pt x="805441" y="174643"/>
                </a:lnTo>
                <a:lnTo>
                  <a:pt x="806345" y="172391"/>
                </a:lnTo>
                <a:lnTo>
                  <a:pt x="807249" y="170138"/>
                </a:lnTo>
                <a:lnTo>
                  <a:pt x="808152" y="167887"/>
                </a:lnTo>
                <a:lnTo>
                  <a:pt x="809056" y="165638"/>
                </a:lnTo>
                <a:lnTo>
                  <a:pt x="809960" y="163392"/>
                </a:lnTo>
                <a:lnTo>
                  <a:pt x="810865" y="161148"/>
                </a:lnTo>
                <a:lnTo>
                  <a:pt x="811769" y="158907"/>
                </a:lnTo>
                <a:lnTo>
                  <a:pt x="812672" y="156669"/>
                </a:lnTo>
                <a:lnTo>
                  <a:pt x="813576" y="154433"/>
                </a:lnTo>
                <a:lnTo>
                  <a:pt x="814480" y="152204"/>
                </a:lnTo>
                <a:lnTo>
                  <a:pt x="815385" y="149978"/>
                </a:lnTo>
                <a:lnTo>
                  <a:pt x="816289" y="147755"/>
                </a:lnTo>
                <a:lnTo>
                  <a:pt x="817193" y="145539"/>
                </a:lnTo>
                <a:lnTo>
                  <a:pt x="818096" y="143328"/>
                </a:lnTo>
                <a:lnTo>
                  <a:pt x="819000" y="141122"/>
                </a:lnTo>
                <a:lnTo>
                  <a:pt x="819904" y="138923"/>
                </a:lnTo>
                <a:lnTo>
                  <a:pt x="820809" y="136730"/>
                </a:lnTo>
                <a:lnTo>
                  <a:pt x="821713" y="134544"/>
                </a:lnTo>
                <a:lnTo>
                  <a:pt x="822617" y="132364"/>
                </a:lnTo>
                <a:lnTo>
                  <a:pt x="823520" y="130192"/>
                </a:lnTo>
                <a:lnTo>
                  <a:pt x="824424" y="128028"/>
                </a:lnTo>
                <a:lnTo>
                  <a:pt x="825328" y="125872"/>
                </a:lnTo>
                <a:lnTo>
                  <a:pt x="826231" y="123724"/>
                </a:lnTo>
                <a:lnTo>
                  <a:pt x="827137" y="121586"/>
                </a:lnTo>
                <a:lnTo>
                  <a:pt x="828040" y="119456"/>
                </a:lnTo>
                <a:lnTo>
                  <a:pt x="828944" y="117336"/>
                </a:lnTo>
                <a:lnTo>
                  <a:pt x="829848" y="115226"/>
                </a:lnTo>
                <a:lnTo>
                  <a:pt x="830751" y="113125"/>
                </a:lnTo>
                <a:lnTo>
                  <a:pt x="831655" y="111036"/>
                </a:lnTo>
                <a:lnTo>
                  <a:pt x="832560" y="108957"/>
                </a:lnTo>
                <a:lnTo>
                  <a:pt x="833464" y="106889"/>
                </a:lnTo>
                <a:lnTo>
                  <a:pt x="834368" y="104832"/>
                </a:lnTo>
                <a:lnTo>
                  <a:pt x="835272" y="102788"/>
                </a:lnTo>
                <a:lnTo>
                  <a:pt x="836175" y="100756"/>
                </a:lnTo>
                <a:lnTo>
                  <a:pt x="837081" y="98735"/>
                </a:lnTo>
                <a:lnTo>
                  <a:pt x="837984" y="96728"/>
                </a:lnTo>
                <a:lnTo>
                  <a:pt x="838888" y="94734"/>
                </a:lnTo>
                <a:lnTo>
                  <a:pt x="839792" y="92753"/>
                </a:lnTo>
                <a:lnTo>
                  <a:pt x="840695" y="90786"/>
                </a:lnTo>
                <a:lnTo>
                  <a:pt x="841599" y="88833"/>
                </a:lnTo>
                <a:lnTo>
                  <a:pt x="842504" y="86894"/>
                </a:lnTo>
                <a:lnTo>
                  <a:pt x="843408" y="84969"/>
                </a:lnTo>
                <a:lnTo>
                  <a:pt x="844312" y="83060"/>
                </a:lnTo>
                <a:lnTo>
                  <a:pt x="845216" y="81166"/>
                </a:lnTo>
                <a:lnTo>
                  <a:pt x="846119" y="79287"/>
                </a:lnTo>
                <a:lnTo>
                  <a:pt x="847023" y="77424"/>
                </a:lnTo>
                <a:lnTo>
                  <a:pt x="847927" y="75578"/>
                </a:lnTo>
                <a:lnTo>
                  <a:pt x="848832" y="73747"/>
                </a:lnTo>
                <a:lnTo>
                  <a:pt x="849736" y="71934"/>
                </a:lnTo>
                <a:lnTo>
                  <a:pt x="850639" y="70137"/>
                </a:lnTo>
                <a:lnTo>
                  <a:pt x="851543" y="68358"/>
                </a:lnTo>
                <a:lnTo>
                  <a:pt x="852447" y="66595"/>
                </a:lnTo>
                <a:lnTo>
                  <a:pt x="853350" y="64851"/>
                </a:lnTo>
                <a:lnTo>
                  <a:pt x="854256" y="63125"/>
                </a:lnTo>
                <a:lnTo>
                  <a:pt x="855160" y="61418"/>
                </a:lnTo>
                <a:lnTo>
                  <a:pt x="856063" y="59729"/>
                </a:lnTo>
                <a:lnTo>
                  <a:pt x="856967" y="58059"/>
                </a:lnTo>
                <a:lnTo>
                  <a:pt x="857871" y="56408"/>
                </a:lnTo>
                <a:lnTo>
                  <a:pt x="858776" y="54776"/>
                </a:lnTo>
                <a:lnTo>
                  <a:pt x="859680" y="53165"/>
                </a:lnTo>
                <a:lnTo>
                  <a:pt x="860583" y="51573"/>
                </a:lnTo>
                <a:lnTo>
                  <a:pt x="861487" y="50001"/>
                </a:lnTo>
                <a:lnTo>
                  <a:pt x="862391" y="48450"/>
                </a:lnTo>
                <a:lnTo>
                  <a:pt x="863294" y="46919"/>
                </a:lnTo>
                <a:lnTo>
                  <a:pt x="864200" y="45409"/>
                </a:lnTo>
                <a:lnTo>
                  <a:pt x="865104" y="43921"/>
                </a:lnTo>
                <a:lnTo>
                  <a:pt x="866007" y="42454"/>
                </a:lnTo>
                <a:lnTo>
                  <a:pt x="866911" y="41008"/>
                </a:lnTo>
                <a:lnTo>
                  <a:pt x="867815" y="39585"/>
                </a:lnTo>
                <a:lnTo>
                  <a:pt x="868718" y="38183"/>
                </a:lnTo>
                <a:lnTo>
                  <a:pt x="869622" y="36804"/>
                </a:lnTo>
                <a:lnTo>
                  <a:pt x="870527" y="35447"/>
                </a:lnTo>
                <a:lnTo>
                  <a:pt x="871431" y="34113"/>
                </a:lnTo>
                <a:lnTo>
                  <a:pt x="872335" y="32802"/>
                </a:lnTo>
                <a:lnTo>
                  <a:pt x="873238" y="31514"/>
                </a:lnTo>
                <a:lnTo>
                  <a:pt x="874142" y="30250"/>
                </a:lnTo>
                <a:lnTo>
                  <a:pt x="875046" y="29009"/>
                </a:lnTo>
                <a:lnTo>
                  <a:pt x="875951" y="27791"/>
                </a:lnTo>
                <a:lnTo>
                  <a:pt x="876855" y="26598"/>
                </a:lnTo>
                <a:lnTo>
                  <a:pt x="877759" y="25429"/>
                </a:lnTo>
                <a:lnTo>
                  <a:pt x="878662" y="24284"/>
                </a:lnTo>
                <a:lnTo>
                  <a:pt x="879566" y="23164"/>
                </a:lnTo>
                <a:lnTo>
                  <a:pt x="880470" y="22068"/>
                </a:lnTo>
                <a:lnTo>
                  <a:pt x="881375" y="20997"/>
                </a:lnTo>
                <a:lnTo>
                  <a:pt x="882279" y="19951"/>
                </a:lnTo>
                <a:lnTo>
                  <a:pt x="883182" y="18931"/>
                </a:lnTo>
                <a:lnTo>
                  <a:pt x="884086" y="17935"/>
                </a:lnTo>
                <a:lnTo>
                  <a:pt x="884990" y="16965"/>
                </a:lnTo>
                <a:lnTo>
                  <a:pt x="885895" y="16021"/>
                </a:lnTo>
                <a:lnTo>
                  <a:pt x="886799" y="15103"/>
                </a:lnTo>
                <a:lnTo>
                  <a:pt x="887703" y="14211"/>
                </a:lnTo>
                <a:lnTo>
                  <a:pt x="888606" y="13344"/>
                </a:lnTo>
                <a:lnTo>
                  <a:pt x="889510" y="12504"/>
                </a:lnTo>
                <a:lnTo>
                  <a:pt x="890414" y="11690"/>
                </a:lnTo>
                <a:lnTo>
                  <a:pt x="891319" y="10903"/>
                </a:lnTo>
                <a:lnTo>
                  <a:pt x="892223" y="10142"/>
                </a:lnTo>
                <a:lnTo>
                  <a:pt x="893126" y="9409"/>
                </a:lnTo>
                <a:lnTo>
                  <a:pt x="894030" y="8702"/>
                </a:lnTo>
                <a:lnTo>
                  <a:pt x="894934" y="8021"/>
                </a:lnTo>
                <a:lnTo>
                  <a:pt x="895837" y="7368"/>
                </a:lnTo>
                <a:lnTo>
                  <a:pt x="896741" y="6742"/>
                </a:lnTo>
                <a:lnTo>
                  <a:pt x="897647" y="6144"/>
                </a:lnTo>
                <a:lnTo>
                  <a:pt x="898550" y="5572"/>
                </a:lnTo>
                <a:lnTo>
                  <a:pt x="899454" y="5029"/>
                </a:lnTo>
                <a:lnTo>
                  <a:pt x="900358" y="4512"/>
                </a:lnTo>
                <a:lnTo>
                  <a:pt x="901261" y="4024"/>
                </a:lnTo>
                <a:lnTo>
                  <a:pt x="902165" y="3563"/>
                </a:lnTo>
                <a:lnTo>
                  <a:pt x="903070" y="3130"/>
                </a:lnTo>
                <a:lnTo>
                  <a:pt x="903974" y="2724"/>
                </a:lnTo>
                <a:lnTo>
                  <a:pt x="904878" y="2347"/>
                </a:lnTo>
                <a:lnTo>
                  <a:pt x="905782" y="1997"/>
                </a:lnTo>
                <a:lnTo>
                  <a:pt x="906685" y="1676"/>
                </a:lnTo>
                <a:lnTo>
                  <a:pt x="907591" y="1382"/>
                </a:lnTo>
                <a:lnTo>
                  <a:pt x="908494" y="1117"/>
                </a:lnTo>
                <a:lnTo>
                  <a:pt x="909398" y="880"/>
                </a:lnTo>
                <a:lnTo>
                  <a:pt x="910302" y="671"/>
                </a:lnTo>
                <a:lnTo>
                  <a:pt x="911205" y="490"/>
                </a:lnTo>
                <a:lnTo>
                  <a:pt x="912109" y="338"/>
                </a:lnTo>
                <a:lnTo>
                  <a:pt x="913014" y="214"/>
                </a:lnTo>
                <a:lnTo>
                  <a:pt x="913918" y="118"/>
                </a:lnTo>
                <a:lnTo>
                  <a:pt x="914822" y="50"/>
                </a:lnTo>
                <a:lnTo>
                  <a:pt x="915725" y="11"/>
                </a:lnTo>
                <a:lnTo>
                  <a:pt x="916629" y="0"/>
                </a:lnTo>
                <a:lnTo>
                  <a:pt x="917533" y="17"/>
                </a:lnTo>
                <a:lnTo>
                  <a:pt x="918437" y="63"/>
                </a:lnTo>
                <a:lnTo>
                  <a:pt x="919342" y="137"/>
                </a:lnTo>
                <a:lnTo>
                  <a:pt x="920246" y="240"/>
                </a:lnTo>
                <a:lnTo>
                  <a:pt x="921149" y="370"/>
                </a:lnTo>
                <a:lnTo>
                  <a:pt x="922053" y="529"/>
                </a:lnTo>
                <a:lnTo>
                  <a:pt x="922957" y="716"/>
                </a:lnTo>
                <a:lnTo>
                  <a:pt x="923860" y="932"/>
                </a:lnTo>
                <a:lnTo>
                  <a:pt x="924766" y="1175"/>
                </a:lnTo>
                <a:lnTo>
                  <a:pt x="925669" y="1447"/>
                </a:lnTo>
                <a:lnTo>
                  <a:pt x="926573" y="1747"/>
                </a:lnTo>
                <a:lnTo>
                  <a:pt x="927477" y="2075"/>
                </a:lnTo>
                <a:lnTo>
                  <a:pt x="928381" y="2431"/>
                </a:lnTo>
                <a:lnTo>
                  <a:pt x="929286" y="2814"/>
                </a:lnTo>
                <a:lnTo>
                  <a:pt x="930190" y="3226"/>
                </a:lnTo>
                <a:lnTo>
                  <a:pt x="931093" y="3666"/>
                </a:lnTo>
                <a:lnTo>
                  <a:pt x="931997" y="4133"/>
                </a:lnTo>
                <a:lnTo>
                  <a:pt x="932901" y="4628"/>
                </a:lnTo>
                <a:lnTo>
                  <a:pt x="933804" y="5150"/>
                </a:lnTo>
                <a:lnTo>
                  <a:pt x="934710" y="5700"/>
                </a:lnTo>
                <a:lnTo>
                  <a:pt x="935613" y="6278"/>
                </a:lnTo>
                <a:lnTo>
                  <a:pt x="936517" y="6883"/>
                </a:lnTo>
                <a:lnTo>
                  <a:pt x="937421" y="7515"/>
                </a:lnTo>
                <a:lnTo>
                  <a:pt x="938325" y="8174"/>
                </a:lnTo>
                <a:lnTo>
                  <a:pt x="939228" y="8860"/>
                </a:lnTo>
                <a:lnTo>
                  <a:pt x="940132" y="9574"/>
                </a:lnTo>
                <a:lnTo>
                  <a:pt x="941037" y="10314"/>
                </a:lnTo>
                <a:lnTo>
                  <a:pt x="941941" y="11080"/>
                </a:lnTo>
                <a:lnTo>
                  <a:pt x="942845" y="11874"/>
                </a:lnTo>
                <a:lnTo>
                  <a:pt x="943748" y="12693"/>
                </a:lnTo>
                <a:lnTo>
                  <a:pt x="944652" y="13539"/>
                </a:lnTo>
                <a:lnTo>
                  <a:pt x="945556" y="14412"/>
                </a:lnTo>
                <a:lnTo>
                  <a:pt x="946461" y="15310"/>
                </a:lnTo>
                <a:lnTo>
                  <a:pt x="947365" y="16234"/>
                </a:lnTo>
                <a:lnTo>
                  <a:pt x="948269" y="17184"/>
                </a:lnTo>
                <a:lnTo>
                  <a:pt x="949172" y="18160"/>
                </a:lnTo>
                <a:lnTo>
                  <a:pt x="950076" y="19161"/>
                </a:lnTo>
                <a:lnTo>
                  <a:pt x="950981" y="20188"/>
                </a:lnTo>
                <a:lnTo>
                  <a:pt x="951885" y="21239"/>
                </a:lnTo>
                <a:lnTo>
                  <a:pt x="952789" y="22316"/>
                </a:lnTo>
                <a:lnTo>
                  <a:pt x="953692" y="23417"/>
                </a:lnTo>
                <a:lnTo>
                  <a:pt x="954596" y="24543"/>
                </a:lnTo>
                <a:lnTo>
                  <a:pt x="955500" y="25693"/>
                </a:lnTo>
                <a:lnTo>
                  <a:pt x="956405" y="26868"/>
                </a:lnTo>
                <a:lnTo>
                  <a:pt x="957309" y="28067"/>
                </a:lnTo>
                <a:lnTo>
                  <a:pt x="958213" y="29289"/>
                </a:lnTo>
                <a:lnTo>
                  <a:pt x="959116" y="30536"/>
                </a:lnTo>
                <a:lnTo>
                  <a:pt x="960020" y="31806"/>
                </a:lnTo>
                <a:lnTo>
                  <a:pt x="960924" y="33099"/>
                </a:lnTo>
                <a:lnTo>
                  <a:pt x="961827" y="34415"/>
                </a:lnTo>
                <a:lnTo>
                  <a:pt x="962733" y="35754"/>
                </a:lnTo>
                <a:lnTo>
                  <a:pt x="963636" y="37116"/>
                </a:lnTo>
                <a:lnTo>
                  <a:pt x="964540" y="38501"/>
                </a:lnTo>
                <a:lnTo>
                  <a:pt x="965444" y="39907"/>
                </a:lnTo>
                <a:lnTo>
                  <a:pt x="966347" y="41336"/>
                </a:lnTo>
                <a:lnTo>
                  <a:pt x="967251" y="42786"/>
                </a:lnTo>
                <a:lnTo>
                  <a:pt x="968156" y="44258"/>
                </a:lnTo>
                <a:lnTo>
                  <a:pt x="969060" y="45752"/>
                </a:lnTo>
                <a:lnTo>
                  <a:pt x="969964" y="47266"/>
                </a:lnTo>
                <a:lnTo>
                  <a:pt x="970868" y="48802"/>
                </a:lnTo>
                <a:lnTo>
                  <a:pt x="971771" y="50357"/>
                </a:lnTo>
                <a:lnTo>
                  <a:pt x="972677" y="51934"/>
                </a:lnTo>
                <a:lnTo>
                  <a:pt x="973580" y="53530"/>
                </a:lnTo>
                <a:lnTo>
                  <a:pt x="974484" y="55147"/>
                </a:lnTo>
                <a:lnTo>
                  <a:pt x="975388" y="56783"/>
                </a:lnTo>
                <a:lnTo>
                  <a:pt x="976291" y="58438"/>
                </a:lnTo>
                <a:lnTo>
                  <a:pt x="977195" y="60112"/>
                </a:lnTo>
                <a:lnTo>
                  <a:pt x="978100" y="61806"/>
                </a:lnTo>
                <a:lnTo>
                  <a:pt x="979004" y="63517"/>
                </a:lnTo>
                <a:lnTo>
                  <a:pt x="979908" y="65248"/>
                </a:lnTo>
                <a:lnTo>
                  <a:pt x="980812" y="66996"/>
                </a:lnTo>
                <a:lnTo>
                  <a:pt x="981715" y="68762"/>
                </a:lnTo>
                <a:lnTo>
                  <a:pt x="982619" y="70545"/>
                </a:lnTo>
                <a:lnTo>
                  <a:pt x="983523" y="72346"/>
                </a:lnTo>
                <a:lnTo>
                  <a:pt x="984428" y="74163"/>
                </a:lnTo>
                <a:lnTo>
                  <a:pt x="985332" y="75997"/>
                </a:lnTo>
                <a:lnTo>
                  <a:pt x="986235" y="77848"/>
                </a:lnTo>
                <a:lnTo>
                  <a:pt x="987139" y="79714"/>
                </a:lnTo>
                <a:lnTo>
                  <a:pt x="988043" y="81596"/>
                </a:lnTo>
                <a:lnTo>
                  <a:pt x="988947" y="83494"/>
                </a:lnTo>
                <a:lnTo>
                  <a:pt x="989852" y="85407"/>
                </a:lnTo>
                <a:lnTo>
                  <a:pt x="990756" y="87335"/>
                </a:lnTo>
                <a:lnTo>
                  <a:pt x="991659" y="89277"/>
                </a:lnTo>
                <a:lnTo>
                  <a:pt x="992563" y="91233"/>
                </a:lnTo>
                <a:lnTo>
                  <a:pt x="993467" y="93204"/>
                </a:lnTo>
                <a:lnTo>
                  <a:pt x="994372" y="95188"/>
                </a:lnTo>
              </a:path>
            </a:pathLst>
          </a:custGeom>
          <a:noFill/>
          <a:ln w="28575" cap="flat">
            <a:solidFill>
              <a:srgbClr val="C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00B16E61-CA61-4146-AE07-2BA330C0AB1E}"/>
              </a:ext>
            </a:extLst>
          </p:cNvPr>
          <p:cNvSpPr/>
          <p:nvPr/>
        </p:nvSpPr>
        <p:spPr>
          <a:xfrm>
            <a:off x="7129431" y="3825002"/>
            <a:ext cx="577491" cy="358818"/>
          </a:xfrm>
          <a:custGeom>
            <a:avLst/>
            <a:gdLst>
              <a:gd name="connsiteX0" fmla="*/ 0 w 994371"/>
              <a:gd name="connsiteY0" fmla="*/ 2724 h 358818"/>
              <a:gd name="connsiteX1" fmla="*/ 904 w 994371"/>
              <a:gd name="connsiteY1" fmla="*/ 2347 h 358818"/>
              <a:gd name="connsiteX2" fmla="*/ 1807 w 994371"/>
              <a:gd name="connsiteY2" fmla="*/ 1997 h 358818"/>
              <a:gd name="connsiteX3" fmla="*/ 2713 w 994371"/>
              <a:gd name="connsiteY3" fmla="*/ 1676 h 358818"/>
              <a:gd name="connsiteX4" fmla="*/ 3616 w 994371"/>
              <a:gd name="connsiteY4" fmla="*/ 1382 h 358818"/>
              <a:gd name="connsiteX5" fmla="*/ 4520 w 994371"/>
              <a:gd name="connsiteY5" fmla="*/ 1117 h 358818"/>
              <a:gd name="connsiteX6" fmla="*/ 5424 w 994371"/>
              <a:gd name="connsiteY6" fmla="*/ 880 h 358818"/>
              <a:gd name="connsiteX7" fmla="*/ 6328 w 994371"/>
              <a:gd name="connsiteY7" fmla="*/ 671 h 358818"/>
              <a:gd name="connsiteX8" fmla="*/ 7231 w 994371"/>
              <a:gd name="connsiteY8" fmla="*/ 490 h 358818"/>
              <a:gd name="connsiteX9" fmla="*/ 8137 w 994371"/>
              <a:gd name="connsiteY9" fmla="*/ 338 h 358818"/>
              <a:gd name="connsiteX10" fmla="*/ 9040 w 994371"/>
              <a:gd name="connsiteY10" fmla="*/ 214 h 358818"/>
              <a:gd name="connsiteX11" fmla="*/ 9944 w 994371"/>
              <a:gd name="connsiteY11" fmla="*/ 118 h 358818"/>
              <a:gd name="connsiteX12" fmla="*/ 10848 w 994371"/>
              <a:gd name="connsiteY12" fmla="*/ 50 h 358818"/>
              <a:gd name="connsiteX13" fmla="*/ 11751 w 994371"/>
              <a:gd name="connsiteY13" fmla="*/ 11 h 358818"/>
              <a:gd name="connsiteX14" fmla="*/ 12655 w 994371"/>
              <a:gd name="connsiteY14" fmla="*/ 0 h 358818"/>
              <a:gd name="connsiteX15" fmla="*/ 13560 w 994371"/>
              <a:gd name="connsiteY15" fmla="*/ 17 h 358818"/>
              <a:gd name="connsiteX16" fmla="*/ 14464 w 994371"/>
              <a:gd name="connsiteY16" fmla="*/ 63 h 358818"/>
              <a:gd name="connsiteX17" fmla="*/ 15368 w 994371"/>
              <a:gd name="connsiteY17" fmla="*/ 137 h 358818"/>
              <a:gd name="connsiteX18" fmla="*/ 16272 w 994371"/>
              <a:gd name="connsiteY18" fmla="*/ 240 h 358818"/>
              <a:gd name="connsiteX19" fmla="*/ 17175 w 994371"/>
              <a:gd name="connsiteY19" fmla="*/ 370 h 358818"/>
              <a:gd name="connsiteX20" fmla="*/ 18079 w 994371"/>
              <a:gd name="connsiteY20" fmla="*/ 529 h 358818"/>
              <a:gd name="connsiteX21" fmla="*/ 18984 w 994371"/>
              <a:gd name="connsiteY21" fmla="*/ 716 h 358818"/>
              <a:gd name="connsiteX22" fmla="*/ 19888 w 994371"/>
              <a:gd name="connsiteY22" fmla="*/ 932 h 358818"/>
              <a:gd name="connsiteX23" fmla="*/ 20792 w 994371"/>
              <a:gd name="connsiteY23" fmla="*/ 1175 h 358818"/>
              <a:gd name="connsiteX24" fmla="*/ 21695 w 994371"/>
              <a:gd name="connsiteY24" fmla="*/ 1447 h 358818"/>
              <a:gd name="connsiteX25" fmla="*/ 22599 w 994371"/>
              <a:gd name="connsiteY25" fmla="*/ 1747 h 358818"/>
              <a:gd name="connsiteX26" fmla="*/ 23503 w 994371"/>
              <a:gd name="connsiteY26" fmla="*/ 2075 h 358818"/>
              <a:gd name="connsiteX27" fmla="*/ 24408 w 994371"/>
              <a:gd name="connsiteY27" fmla="*/ 2431 h 358818"/>
              <a:gd name="connsiteX28" fmla="*/ 25312 w 994371"/>
              <a:gd name="connsiteY28" fmla="*/ 2814 h 358818"/>
              <a:gd name="connsiteX29" fmla="*/ 26216 w 994371"/>
              <a:gd name="connsiteY29" fmla="*/ 3226 h 358818"/>
              <a:gd name="connsiteX30" fmla="*/ 27119 w 994371"/>
              <a:gd name="connsiteY30" fmla="*/ 3666 h 358818"/>
              <a:gd name="connsiteX31" fmla="*/ 28023 w 994371"/>
              <a:gd name="connsiteY31" fmla="*/ 4133 h 358818"/>
              <a:gd name="connsiteX32" fmla="*/ 28927 w 994371"/>
              <a:gd name="connsiteY32" fmla="*/ 4628 h 358818"/>
              <a:gd name="connsiteX33" fmla="*/ 29832 w 994371"/>
              <a:gd name="connsiteY33" fmla="*/ 5150 h 358818"/>
              <a:gd name="connsiteX34" fmla="*/ 30736 w 994371"/>
              <a:gd name="connsiteY34" fmla="*/ 5700 h 358818"/>
              <a:gd name="connsiteX35" fmla="*/ 31639 w 994371"/>
              <a:gd name="connsiteY35" fmla="*/ 6278 h 358818"/>
              <a:gd name="connsiteX36" fmla="*/ 32543 w 994371"/>
              <a:gd name="connsiteY36" fmla="*/ 6883 h 358818"/>
              <a:gd name="connsiteX37" fmla="*/ 33447 w 994371"/>
              <a:gd name="connsiteY37" fmla="*/ 7515 h 358818"/>
              <a:gd name="connsiteX38" fmla="*/ 34352 w 994371"/>
              <a:gd name="connsiteY38" fmla="*/ 8174 h 358818"/>
              <a:gd name="connsiteX39" fmla="*/ 35256 w 994371"/>
              <a:gd name="connsiteY39" fmla="*/ 8860 h 358818"/>
              <a:gd name="connsiteX40" fmla="*/ 36160 w 994371"/>
              <a:gd name="connsiteY40" fmla="*/ 9574 h 358818"/>
              <a:gd name="connsiteX41" fmla="*/ 37063 w 994371"/>
              <a:gd name="connsiteY41" fmla="*/ 10314 h 358818"/>
              <a:gd name="connsiteX42" fmla="*/ 37967 w 994371"/>
              <a:gd name="connsiteY42" fmla="*/ 11080 h 358818"/>
              <a:gd name="connsiteX43" fmla="*/ 38871 w 994371"/>
              <a:gd name="connsiteY43" fmla="*/ 11874 h 358818"/>
              <a:gd name="connsiteX44" fmla="*/ 39776 w 994371"/>
              <a:gd name="connsiteY44" fmla="*/ 12693 h 358818"/>
              <a:gd name="connsiteX45" fmla="*/ 40680 w 994371"/>
              <a:gd name="connsiteY45" fmla="*/ 13539 h 358818"/>
              <a:gd name="connsiteX46" fmla="*/ 41583 w 994371"/>
              <a:gd name="connsiteY46" fmla="*/ 14412 h 358818"/>
              <a:gd name="connsiteX47" fmla="*/ 42487 w 994371"/>
              <a:gd name="connsiteY47" fmla="*/ 15310 h 358818"/>
              <a:gd name="connsiteX48" fmla="*/ 43391 w 994371"/>
              <a:gd name="connsiteY48" fmla="*/ 16234 h 358818"/>
              <a:gd name="connsiteX49" fmla="*/ 44294 w 994371"/>
              <a:gd name="connsiteY49" fmla="*/ 17184 h 358818"/>
              <a:gd name="connsiteX50" fmla="*/ 45200 w 994371"/>
              <a:gd name="connsiteY50" fmla="*/ 18160 h 358818"/>
              <a:gd name="connsiteX51" fmla="*/ 46103 w 994371"/>
              <a:gd name="connsiteY51" fmla="*/ 19161 h 358818"/>
              <a:gd name="connsiteX52" fmla="*/ 47007 w 994371"/>
              <a:gd name="connsiteY52" fmla="*/ 20188 h 358818"/>
              <a:gd name="connsiteX53" fmla="*/ 47911 w 994371"/>
              <a:gd name="connsiteY53" fmla="*/ 21239 h 358818"/>
              <a:gd name="connsiteX54" fmla="*/ 48815 w 994371"/>
              <a:gd name="connsiteY54" fmla="*/ 22316 h 358818"/>
              <a:gd name="connsiteX55" fmla="*/ 49718 w 994371"/>
              <a:gd name="connsiteY55" fmla="*/ 23417 h 358818"/>
              <a:gd name="connsiteX56" fmla="*/ 50624 w 994371"/>
              <a:gd name="connsiteY56" fmla="*/ 24543 h 358818"/>
              <a:gd name="connsiteX57" fmla="*/ 51527 w 994371"/>
              <a:gd name="connsiteY57" fmla="*/ 25693 h 358818"/>
              <a:gd name="connsiteX58" fmla="*/ 52431 w 994371"/>
              <a:gd name="connsiteY58" fmla="*/ 26868 h 358818"/>
              <a:gd name="connsiteX59" fmla="*/ 53335 w 994371"/>
              <a:gd name="connsiteY59" fmla="*/ 28067 h 358818"/>
              <a:gd name="connsiteX60" fmla="*/ 54238 w 994371"/>
              <a:gd name="connsiteY60" fmla="*/ 29289 h 358818"/>
              <a:gd name="connsiteX61" fmla="*/ 55142 w 994371"/>
              <a:gd name="connsiteY61" fmla="*/ 30536 h 358818"/>
              <a:gd name="connsiteX62" fmla="*/ 56047 w 994371"/>
              <a:gd name="connsiteY62" fmla="*/ 31806 h 358818"/>
              <a:gd name="connsiteX63" fmla="*/ 56951 w 994371"/>
              <a:gd name="connsiteY63" fmla="*/ 33099 h 358818"/>
              <a:gd name="connsiteX64" fmla="*/ 57855 w 994371"/>
              <a:gd name="connsiteY64" fmla="*/ 34415 h 358818"/>
              <a:gd name="connsiteX65" fmla="*/ 58759 w 994371"/>
              <a:gd name="connsiteY65" fmla="*/ 35754 h 358818"/>
              <a:gd name="connsiteX66" fmla="*/ 59662 w 994371"/>
              <a:gd name="connsiteY66" fmla="*/ 37116 h 358818"/>
              <a:gd name="connsiteX67" fmla="*/ 60566 w 994371"/>
              <a:gd name="connsiteY67" fmla="*/ 38501 h 358818"/>
              <a:gd name="connsiteX68" fmla="*/ 61471 w 994371"/>
              <a:gd name="connsiteY68" fmla="*/ 39907 h 358818"/>
              <a:gd name="connsiteX69" fmla="*/ 62375 w 994371"/>
              <a:gd name="connsiteY69" fmla="*/ 41336 h 358818"/>
              <a:gd name="connsiteX70" fmla="*/ 63279 w 994371"/>
              <a:gd name="connsiteY70" fmla="*/ 42786 h 358818"/>
              <a:gd name="connsiteX71" fmla="*/ 64182 w 994371"/>
              <a:gd name="connsiteY71" fmla="*/ 44258 h 358818"/>
              <a:gd name="connsiteX72" fmla="*/ 65086 w 994371"/>
              <a:gd name="connsiteY72" fmla="*/ 45752 h 358818"/>
              <a:gd name="connsiteX73" fmla="*/ 65990 w 994371"/>
              <a:gd name="connsiteY73" fmla="*/ 47266 h 358818"/>
              <a:gd name="connsiteX74" fmla="*/ 66893 w 994371"/>
              <a:gd name="connsiteY74" fmla="*/ 48802 h 358818"/>
              <a:gd name="connsiteX75" fmla="*/ 67799 w 994371"/>
              <a:gd name="connsiteY75" fmla="*/ 50357 h 358818"/>
              <a:gd name="connsiteX76" fmla="*/ 68703 w 994371"/>
              <a:gd name="connsiteY76" fmla="*/ 51934 h 358818"/>
              <a:gd name="connsiteX77" fmla="*/ 69606 w 994371"/>
              <a:gd name="connsiteY77" fmla="*/ 53530 h 358818"/>
              <a:gd name="connsiteX78" fmla="*/ 70510 w 994371"/>
              <a:gd name="connsiteY78" fmla="*/ 55147 h 358818"/>
              <a:gd name="connsiteX79" fmla="*/ 71414 w 994371"/>
              <a:gd name="connsiteY79" fmla="*/ 56783 h 358818"/>
              <a:gd name="connsiteX80" fmla="*/ 72317 w 994371"/>
              <a:gd name="connsiteY80" fmla="*/ 58438 h 358818"/>
              <a:gd name="connsiteX81" fmla="*/ 73223 w 994371"/>
              <a:gd name="connsiteY81" fmla="*/ 60112 h 358818"/>
              <a:gd name="connsiteX82" fmla="*/ 74126 w 994371"/>
              <a:gd name="connsiteY82" fmla="*/ 61806 h 358818"/>
              <a:gd name="connsiteX83" fmla="*/ 75030 w 994371"/>
              <a:gd name="connsiteY83" fmla="*/ 63517 h 358818"/>
              <a:gd name="connsiteX84" fmla="*/ 75934 w 994371"/>
              <a:gd name="connsiteY84" fmla="*/ 65248 h 358818"/>
              <a:gd name="connsiteX85" fmla="*/ 76837 w 994371"/>
              <a:gd name="connsiteY85" fmla="*/ 66996 h 358818"/>
              <a:gd name="connsiteX86" fmla="*/ 77741 w 994371"/>
              <a:gd name="connsiteY86" fmla="*/ 68762 h 358818"/>
              <a:gd name="connsiteX87" fmla="*/ 78647 w 994371"/>
              <a:gd name="connsiteY87" fmla="*/ 70545 h 358818"/>
              <a:gd name="connsiteX88" fmla="*/ 79550 w 994371"/>
              <a:gd name="connsiteY88" fmla="*/ 72346 h 358818"/>
              <a:gd name="connsiteX89" fmla="*/ 80454 w 994371"/>
              <a:gd name="connsiteY89" fmla="*/ 74163 h 358818"/>
              <a:gd name="connsiteX90" fmla="*/ 81358 w 994371"/>
              <a:gd name="connsiteY90" fmla="*/ 75997 h 358818"/>
              <a:gd name="connsiteX91" fmla="*/ 82261 w 994371"/>
              <a:gd name="connsiteY91" fmla="*/ 77848 h 358818"/>
              <a:gd name="connsiteX92" fmla="*/ 83165 w 994371"/>
              <a:gd name="connsiteY92" fmla="*/ 79714 h 358818"/>
              <a:gd name="connsiteX93" fmla="*/ 84070 w 994371"/>
              <a:gd name="connsiteY93" fmla="*/ 81596 h 358818"/>
              <a:gd name="connsiteX94" fmla="*/ 84974 w 994371"/>
              <a:gd name="connsiteY94" fmla="*/ 83494 h 358818"/>
              <a:gd name="connsiteX95" fmla="*/ 85878 w 994371"/>
              <a:gd name="connsiteY95" fmla="*/ 85407 h 358818"/>
              <a:gd name="connsiteX96" fmla="*/ 86781 w 994371"/>
              <a:gd name="connsiteY96" fmla="*/ 87335 h 358818"/>
              <a:gd name="connsiteX97" fmla="*/ 87685 w 994371"/>
              <a:gd name="connsiteY97" fmla="*/ 89277 h 358818"/>
              <a:gd name="connsiteX98" fmla="*/ 88589 w 994371"/>
              <a:gd name="connsiteY98" fmla="*/ 91233 h 358818"/>
              <a:gd name="connsiteX99" fmla="*/ 89494 w 994371"/>
              <a:gd name="connsiteY99" fmla="*/ 93204 h 358818"/>
              <a:gd name="connsiteX100" fmla="*/ 90398 w 994371"/>
              <a:gd name="connsiteY100" fmla="*/ 95188 h 358818"/>
              <a:gd name="connsiteX101" fmla="*/ 91302 w 994371"/>
              <a:gd name="connsiteY101" fmla="*/ 97185 h 358818"/>
              <a:gd name="connsiteX102" fmla="*/ 92205 w 994371"/>
              <a:gd name="connsiteY102" fmla="*/ 99195 h 358818"/>
              <a:gd name="connsiteX103" fmla="*/ 93109 w 994371"/>
              <a:gd name="connsiteY103" fmla="*/ 101218 h 358818"/>
              <a:gd name="connsiteX104" fmla="*/ 94013 w 994371"/>
              <a:gd name="connsiteY104" fmla="*/ 103253 h 358818"/>
              <a:gd name="connsiteX105" fmla="*/ 94918 w 994371"/>
              <a:gd name="connsiteY105" fmla="*/ 105300 h 358818"/>
              <a:gd name="connsiteX106" fmla="*/ 95822 w 994371"/>
              <a:gd name="connsiteY106" fmla="*/ 107359 h 358818"/>
              <a:gd name="connsiteX107" fmla="*/ 96725 w 994371"/>
              <a:gd name="connsiteY107" fmla="*/ 109430 h 358818"/>
              <a:gd name="connsiteX108" fmla="*/ 97629 w 994371"/>
              <a:gd name="connsiteY108" fmla="*/ 111511 h 358818"/>
              <a:gd name="connsiteX109" fmla="*/ 98533 w 994371"/>
              <a:gd name="connsiteY109" fmla="*/ 113603 h 358818"/>
              <a:gd name="connsiteX110" fmla="*/ 99437 w 994371"/>
              <a:gd name="connsiteY110" fmla="*/ 115706 h 358818"/>
              <a:gd name="connsiteX111" fmla="*/ 100342 w 994371"/>
              <a:gd name="connsiteY111" fmla="*/ 117819 h 358818"/>
              <a:gd name="connsiteX112" fmla="*/ 101246 w 994371"/>
              <a:gd name="connsiteY112" fmla="*/ 119941 h 358818"/>
              <a:gd name="connsiteX113" fmla="*/ 102149 w 994371"/>
              <a:gd name="connsiteY113" fmla="*/ 122073 h 358818"/>
              <a:gd name="connsiteX114" fmla="*/ 103053 w 994371"/>
              <a:gd name="connsiteY114" fmla="*/ 124213 h 358818"/>
              <a:gd name="connsiteX115" fmla="*/ 103957 w 994371"/>
              <a:gd name="connsiteY115" fmla="*/ 126363 h 358818"/>
              <a:gd name="connsiteX116" fmla="*/ 104860 w 994371"/>
              <a:gd name="connsiteY116" fmla="*/ 128521 h 358818"/>
              <a:gd name="connsiteX117" fmla="*/ 105766 w 994371"/>
              <a:gd name="connsiteY117" fmla="*/ 130687 h 358818"/>
              <a:gd name="connsiteX118" fmla="*/ 106669 w 994371"/>
              <a:gd name="connsiteY118" fmla="*/ 132860 h 358818"/>
              <a:gd name="connsiteX119" fmla="*/ 107573 w 994371"/>
              <a:gd name="connsiteY119" fmla="*/ 135040 h 358818"/>
              <a:gd name="connsiteX120" fmla="*/ 108477 w 994371"/>
              <a:gd name="connsiteY120" fmla="*/ 137228 h 358818"/>
              <a:gd name="connsiteX121" fmla="*/ 109381 w 994371"/>
              <a:gd name="connsiteY121" fmla="*/ 139424 h 358818"/>
              <a:gd name="connsiteX122" fmla="*/ 110284 w 994371"/>
              <a:gd name="connsiteY122" fmla="*/ 141625 h 358818"/>
              <a:gd name="connsiteX123" fmla="*/ 111190 w 994371"/>
              <a:gd name="connsiteY123" fmla="*/ 143831 h 358818"/>
              <a:gd name="connsiteX124" fmla="*/ 112093 w 994371"/>
              <a:gd name="connsiteY124" fmla="*/ 146044 h 358818"/>
              <a:gd name="connsiteX125" fmla="*/ 112997 w 994371"/>
              <a:gd name="connsiteY125" fmla="*/ 148262 h 358818"/>
              <a:gd name="connsiteX126" fmla="*/ 113901 w 994371"/>
              <a:gd name="connsiteY126" fmla="*/ 150485 h 358818"/>
              <a:gd name="connsiteX127" fmla="*/ 114804 w 994371"/>
              <a:gd name="connsiteY127" fmla="*/ 152712 h 358818"/>
              <a:gd name="connsiteX128" fmla="*/ 115708 w 994371"/>
              <a:gd name="connsiteY128" fmla="*/ 154943 h 358818"/>
              <a:gd name="connsiteX129" fmla="*/ 116613 w 994371"/>
              <a:gd name="connsiteY129" fmla="*/ 157179 h 358818"/>
              <a:gd name="connsiteX130" fmla="*/ 117517 w 994371"/>
              <a:gd name="connsiteY130" fmla="*/ 159417 h 358818"/>
              <a:gd name="connsiteX131" fmla="*/ 118421 w 994371"/>
              <a:gd name="connsiteY131" fmla="*/ 161659 h 358818"/>
              <a:gd name="connsiteX132" fmla="*/ 119324 w 994371"/>
              <a:gd name="connsiteY132" fmla="*/ 163904 h 358818"/>
              <a:gd name="connsiteX133" fmla="*/ 120228 w 994371"/>
              <a:gd name="connsiteY133" fmla="*/ 166151 h 358818"/>
              <a:gd name="connsiteX134" fmla="*/ 121132 w 994371"/>
              <a:gd name="connsiteY134" fmla="*/ 168401 h 358818"/>
              <a:gd name="connsiteX135" fmla="*/ 122037 w 994371"/>
              <a:gd name="connsiteY135" fmla="*/ 170652 h 358818"/>
              <a:gd name="connsiteX136" fmla="*/ 122941 w 994371"/>
              <a:gd name="connsiteY136" fmla="*/ 172904 h 358818"/>
              <a:gd name="connsiteX137" fmla="*/ 123845 w 994371"/>
              <a:gd name="connsiteY137" fmla="*/ 175158 h 358818"/>
              <a:gd name="connsiteX138" fmla="*/ 124748 w 994371"/>
              <a:gd name="connsiteY138" fmla="*/ 177413 h 358818"/>
              <a:gd name="connsiteX139" fmla="*/ 125652 w 994371"/>
              <a:gd name="connsiteY139" fmla="*/ 179667 h 358818"/>
              <a:gd name="connsiteX140" fmla="*/ 126556 w 994371"/>
              <a:gd name="connsiteY140" fmla="*/ 181921 h 358818"/>
              <a:gd name="connsiteX141" fmla="*/ 127461 w 994371"/>
              <a:gd name="connsiteY141" fmla="*/ 184175 h 358818"/>
              <a:gd name="connsiteX142" fmla="*/ 128365 w 994371"/>
              <a:gd name="connsiteY142" fmla="*/ 186428 h 358818"/>
              <a:gd name="connsiteX143" fmla="*/ 129268 w 994371"/>
              <a:gd name="connsiteY143" fmla="*/ 188681 h 358818"/>
              <a:gd name="connsiteX144" fmla="*/ 130172 w 994371"/>
              <a:gd name="connsiteY144" fmla="*/ 190931 h 358818"/>
              <a:gd name="connsiteX145" fmla="*/ 131076 w 994371"/>
              <a:gd name="connsiteY145" fmla="*/ 193181 h 358818"/>
              <a:gd name="connsiteX146" fmla="*/ 131980 w 994371"/>
              <a:gd name="connsiteY146" fmla="*/ 195427 h 358818"/>
              <a:gd name="connsiteX147" fmla="*/ 132885 w 994371"/>
              <a:gd name="connsiteY147" fmla="*/ 197671 h 358818"/>
              <a:gd name="connsiteX148" fmla="*/ 133789 w 994371"/>
              <a:gd name="connsiteY148" fmla="*/ 199912 h 358818"/>
              <a:gd name="connsiteX149" fmla="*/ 134692 w 994371"/>
              <a:gd name="connsiteY149" fmla="*/ 202150 h 358818"/>
              <a:gd name="connsiteX150" fmla="*/ 135596 w 994371"/>
              <a:gd name="connsiteY150" fmla="*/ 204385 h 358818"/>
              <a:gd name="connsiteX151" fmla="*/ 136500 w 994371"/>
              <a:gd name="connsiteY151" fmla="*/ 206615 h 358818"/>
              <a:gd name="connsiteX152" fmla="*/ 137405 w 994371"/>
              <a:gd name="connsiteY152" fmla="*/ 208841 h 358818"/>
              <a:gd name="connsiteX153" fmla="*/ 138309 w 994371"/>
              <a:gd name="connsiteY153" fmla="*/ 211064 h 358818"/>
              <a:gd name="connsiteX154" fmla="*/ 139212 w 994371"/>
              <a:gd name="connsiteY154" fmla="*/ 213280 h 358818"/>
              <a:gd name="connsiteX155" fmla="*/ 140116 w 994371"/>
              <a:gd name="connsiteY155" fmla="*/ 215491 h 358818"/>
              <a:gd name="connsiteX156" fmla="*/ 141020 w 994371"/>
              <a:gd name="connsiteY156" fmla="*/ 217697 h 358818"/>
              <a:gd name="connsiteX157" fmla="*/ 141924 w 994371"/>
              <a:gd name="connsiteY157" fmla="*/ 219896 h 358818"/>
              <a:gd name="connsiteX158" fmla="*/ 142829 w 994371"/>
              <a:gd name="connsiteY158" fmla="*/ 222089 h 358818"/>
              <a:gd name="connsiteX159" fmla="*/ 143733 w 994371"/>
              <a:gd name="connsiteY159" fmla="*/ 224275 h 358818"/>
              <a:gd name="connsiteX160" fmla="*/ 144636 w 994371"/>
              <a:gd name="connsiteY160" fmla="*/ 226455 h 358818"/>
              <a:gd name="connsiteX161" fmla="*/ 145540 w 994371"/>
              <a:gd name="connsiteY161" fmla="*/ 228627 h 358818"/>
              <a:gd name="connsiteX162" fmla="*/ 146444 w 994371"/>
              <a:gd name="connsiteY162" fmla="*/ 230790 h 358818"/>
              <a:gd name="connsiteX163" fmla="*/ 147347 w 994371"/>
              <a:gd name="connsiteY163" fmla="*/ 232946 h 358818"/>
              <a:gd name="connsiteX164" fmla="*/ 148253 w 994371"/>
              <a:gd name="connsiteY164" fmla="*/ 235094 h 358818"/>
              <a:gd name="connsiteX165" fmla="*/ 149156 w 994371"/>
              <a:gd name="connsiteY165" fmla="*/ 237232 h 358818"/>
              <a:gd name="connsiteX166" fmla="*/ 150060 w 994371"/>
              <a:gd name="connsiteY166" fmla="*/ 239362 h 358818"/>
              <a:gd name="connsiteX167" fmla="*/ 150964 w 994371"/>
              <a:gd name="connsiteY167" fmla="*/ 241483 h 358818"/>
              <a:gd name="connsiteX168" fmla="*/ 151868 w 994371"/>
              <a:gd name="connsiteY168" fmla="*/ 243593 h 358818"/>
              <a:gd name="connsiteX169" fmla="*/ 152771 w 994371"/>
              <a:gd name="connsiteY169" fmla="*/ 245693 h 358818"/>
              <a:gd name="connsiteX170" fmla="*/ 153677 w 994371"/>
              <a:gd name="connsiteY170" fmla="*/ 247783 h 358818"/>
              <a:gd name="connsiteX171" fmla="*/ 154580 w 994371"/>
              <a:gd name="connsiteY171" fmla="*/ 249862 h 358818"/>
              <a:gd name="connsiteX172" fmla="*/ 155484 w 994371"/>
              <a:gd name="connsiteY172" fmla="*/ 251931 h 358818"/>
              <a:gd name="connsiteX173" fmla="*/ 156388 w 994371"/>
              <a:gd name="connsiteY173" fmla="*/ 253986 h 358818"/>
              <a:gd name="connsiteX174" fmla="*/ 157291 w 994371"/>
              <a:gd name="connsiteY174" fmla="*/ 256031 h 358818"/>
              <a:gd name="connsiteX175" fmla="*/ 158195 w 994371"/>
              <a:gd name="connsiteY175" fmla="*/ 258064 h 358818"/>
              <a:gd name="connsiteX176" fmla="*/ 159100 w 994371"/>
              <a:gd name="connsiteY176" fmla="*/ 260084 h 358818"/>
              <a:gd name="connsiteX177" fmla="*/ 160004 w 994371"/>
              <a:gd name="connsiteY177" fmla="*/ 262091 h 358818"/>
              <a:gd name="connsiteX178" fmla="*/ 160908 w 994371"/>
              <a:gd name="connsiteY178" fmla="*/ 264086 h 358818"/>
              <a:gd name="connsiteX179" fmla="*/ 161812 w 994371"/>
              <a:gd name="connsiteY179" fmla="*/ 266066 h 358818"/>
              <a:gd name="connsiteX180" fmla="*/ 162715 w 994371"/>
              <a:gd name="connsiteY180" fmla="*/ 268033 h 358818"/>
              <a:gd name="connsiteX181" fmla="*/ 163619 w 994371"/>
              <a:gd name="connsiteY181" fmla="*/ 269986 h 358818"/>
              <a:gd name="connsiteX182" fmla="*/ 164524 w 994371"/>
              <a:gd name="connsiteY182" fmla="*/ 271925 h 358818"/>
              <a:gd name="connsiteX183" fmla="*/ 165428 w 994371"/>
              <a:gd name="connsiteY183" fmla="*/ 273849 h 358818"/>
              <a:gd name="connsiteX184" fmla="*/ 166332 w 994371"/>
              <a:gd name="connsiteY184" fmla="*/ 275759 h 358818"/>
              <a:gd name="connsiteX185" fmla="*/ 167235 w 994371"/>
              <a:gd name="connsiteY185" fmla="*/ 277653 h 358818"/>
              <a:gd name="connsiteX186" fmla="*/ 168139 w 994371"/>
              <a:gd name="connsiteY186" fmla="*/ 279532 h 358818"/>
              <a:gd name="connsiteX187" fmla="*/ 169043 w 994371"/>
              <a:gd name="connsiteY187" fmla="*/ 281394 h 358818"/>
              <a:gd name="connsiteX188" fmla="*/ 169948 w 994371"/>
              <a:gd name="connsiteY188" fmla="*/ 283241 h 358818"/>
              <a:gd name="connsiteX189" fmla="*/ 170852 w 994371"/>
              <a:gd name="connsiteY189" fmla="*/ 285072 h 358818"/>
              <a:gd name="connsiteX190" fmla="*/ 171756 w 994371"/>
              <a:gd name="connsiteY190" fmla="*/ 286886 h 358818"/>
              <a:gd name="connsiteX191" fmla="*/ 172659 w 994371"/>
              <a:gd name="connsiteY191" fmla="*/ 288681 h 358818"/>
              <a:gd name="connsiteX192" fmla="*/ 173563 w 994371"/>
              <a:gd name="connsiteY192" fmla="*/ 290461 h 358818"/>
              <a:gd name="connsiteX193" fmla="*/ 174467 w 994371"/>
              <a:gd name="connsiteY193" fmla="*/ 292223 h 358818"/>
              <a:gd name="connsiteX194" fmla="*/ 175372 w 994371"/>
              <a:gd name="connsiteY194" fmla="*/ 293967 h 358818"/>
              <a:gd name="connsiteX195" fmla="*/ 176276 w 994371"/>
              <a:gd name="connsiteY195" fmla="*/ 295693 h 358818"/>
              <a:gd name="connsiteX196" fmla="*/ 177179 w 994371"/>
              <a:gd name="connsiteY196" fmla="*/ 297401 h 358818"/>
              <a:gd name="connsiteX197" fmla="*/ 178083 w 994371"/>
              <a:gd name="connsiteY197" fmla="*/ 299090 h 358818"/>
              <a:gd name="connsiteX198" fmla="*/ 178987 w 994371"/>
              <a:gd name="connsiteY198" fmla="*/ 300760 h 358818"/>
              <a:gd name="connsiteX199" fmla="*/ 179890 w 994371"/>
              <a:gd name="connsiteY199" fmla="*/ 302411 h 358818"/>
              <a:gd name="connsiteX200" fmla="*/ 180796 w 994371"/>
              <a:gd name="connsiteY200" fmla="*/ 304043 h 358818"/>
              <a:gd name="connsiteX201" fmla="*/ 181700 w 994371"/>
              <a:gd name="connsiteY201" fmla="*/ 305654 h 358818"/>
              <a:gd name="connsiteX202" fmla="*/ 182603 w 994371"/>
              <a:gd name="connsiteY202" fmla="*/ 307245 h 358818"/>
              <a:gd name="connsiteX203" fmla="*/ 183507 w 994371"/>
              <a:gd name="connsiteY203" fmla="*/ 308818 h 358818"/>
              <a:gd name="connsiteX204" fmla="*/ 184411 w 994371"/>
              <a:gd name="connsiteY204" fmla="*/ 310370 h 358818"/>
              <a:gd name="connsiteX205" fmla="*/ 185314 w 994371"/>
              <a:gd name="connsiteY205" fmla="*/ 311900 h 358818"/>
              <a:gd name="connsiteX206" fmla="*/ 186220 w 994371"/>
              <a:gd name="connsiteY206" fmla="*/ 313410 h 358818"/>
              <a:gd name="connsiteX207" fmla="*/ 187123 w 994371"/>
              <a:gd name="connsiteY207" fmla="*/ 314898 h 358818"/>
              <a:gd name="connsiteX208" fmla="*/ 188027 w 994371"/>
              <a:gd name="connsiteY208" fmla="*/ 316365 h 358818"/>
              <a:gd name="connsiteX209" fmla="*/ 188931 w 994371"/>
              <a:gd name="connsiteY209" fmla="*/ 317811 h 358818"/>
              <a:gd name="connsiteX210" fmla="*/ 189834 w 994371"/>
              <a:gd name="connsiteY210" fmla="*/ 319234 h 358818"/>
              <a:gd name="connsiteX211" fmla="*/ 190738 w 994371"/>
              <a:gd name="connsiteY211" fmla="*/ 320636 h 358818"/>
              <a:gd name="connsiteX212" fmla="*/ 191644 w 994371"/>
              <a:gd name="connsiteY212" fmla="*/ 322015 h 358818"/>
              <a:gd name="connsiteX213" fmla="*/ 192547 w 994371"/>
              <a:gd name="connsiteY213" fmla="*/ 323372 h 358818"/>
              <a:gd name="connsiteX214" fmla="*/ 193451 w 994371"/>
              <a:gd name="connsiteY214" fmla="*/ 324706 h 358818"/>
              <a:gd name="connsiteX215" fmla="*/ 194355 w 994371"/>
              <a:gd name="connsiteY215" fmla="*/ 326017 h 358818"/>
              <a:gd name="connsiteX216" fmla="*/ 195258 w 994371"/>
              <a:gd name="connsiteY216" fmla="*/ 327304 h 358818"/>
              <a:gd name="connsiteX217" fmla="*/ 196162 w 994371"/>
              <a:gd name="connsiteY217" fmla="*/ 328568 h 358818"/>
              <a:gd name="connsiteX218" fmla="*/ 197067 w 994371"/>
              <a:gd name="connsiteY218" fmla="*/ 329811 h 358818"/>
              <a:gd name="connsiteX219" fmla="*/ 197971 w 994371"/>
              <a:gd name="connsiteY219" fmla="*/ 331027 h 358818"/>
              <a:gd name="connsiteX220" fmla="*/ 198875 w 994371"/>
              <a:gd name="connsiteY220" fmla="*/ 332221 h 358818"/>
              <a:gd name="connsiteX221" fmla="*/ 199778 w 994371"/>
              <a:gd name="connsiteY221" fmla="*/ 333389 h 358818"/>
              <a:gd name="connsiteX222" fmla="*/ 200682 w 994371"/>
              <a:gd name="connsiteY222" fmla="*/ 334535 h 358818"/>
              <a:gd name="connsiteX223" fmla="*/ 201586 w 994371"/>
              <a:gd name="connsiteY223" fmla="*/ 335655 h 358818"/>
              <a:gd name="connsiteX224" fmla="*/ 202491 w 994371"/>
              <a:gd name="connsiteY224" fmla="*/ 336752 h 358818"/>
              <a:gd name="connsiteX225" fmla="*/ 203395 w 994371"/>
              <a:gd name="connsiteY225" fmla="*/ 337821 h 358818"/>
              <a:gd name="connsiteX226" fmla="*/ 204299 w 994371"/>
              <a:gd name="connsiteY226" fmla="*/ 338868 h 358818"/>
              <a:gd name="connsiteX227" fmla="*/ 205202 w 994371"/>
              <a:gd name="connsiteY227" fmla="*/ 339888 h 358818"/>
              <a:gd name="connsiteX228" fmla="*/ 206106 w 994371"/>
              <a:gd name="connsiteY228" fmla="*/ 340883 h 358818"/>
              <a:gd name="connsiteX229" fmla="*/ 207010 w 994371"/>
              <a:gd name="connsiteY229" fmla="*/ 341853 h 358818"/>
              <a:gd name="connsiteX230" fmla="*/ 207913 w 994371"/>
              <a:gd name="connsiteY230" fmla="*/ 342797 h 358818"/>
              <a:gd name="connsiteX231" fmla="*/ 208819 w 994371"/>
              <a:gd name="connsiteY231" fmla="*/ 343715 h 358818"/>
              <a:gd name="connsiteX232" fmla="*/ 209722 w 994371"/>
              <a:gd name="connsiteY232" fmla="*/ 344607 h 358818"/>
              <a:gd name="connsiteX233" fmla="*/ 210626 w 994371"/>
              <a:gd name="connsiteY233" fmla="*/ 345474 h 358818"/>
              <a:gd name="connsiteX234" fmla="*/ 211530 w 994371"/>
              <a:gd name="connsiteY234" fmla="*/ 346315 h 358818"/>
              <a:gd name="connsiteX235" fmla="*/ 212434 w 994371"/>
              <a:gd name="connsiteY235" fmla="*/ 347129 h 358818"/>
              <a:gd name="connsiteX236" fmla="*/ 213337 w 994371"/>
              <a:gd name="connsiteY236" fmla="*/ 347915 h 358818"/>
              <a:gd name="connsiteX237" fmla="*/ 214243 w 994371"/>
              <a:gd name="connsiteY237" fmla="*/ 348676 h 358818"/>
              <a:gd name="connsiteX238" fmla="*/ 215146 w 994371"/>
              <a:gd name="connsiteY238" fmla="*/ 349410 h 358818"/>
              <a:gd name="connsiteX239" fmla="*/ 216050 w 994371"/>
              <a:gd name="connsiteY239" fmla="*/ 350118 h 358818"/>
              <a:gd name="connsiteX240" fmla="*/ 216954 w 994371"/>
              <a:gd name="connsiteY240" fmla="*/ 350797 h 358818"/>
              <a:gd name="connsiteX241" fmla="*/ 217857 w 994371"/>
              <a:gd name="connsiteY241" fmla="*/ 351450 h 358818"/>
              <a:gd name="connsiteX242" fmla="*/ 218761 w 994371"/>
              <a:gd name="connsiteY242" fmla="*/ 352076 h 358818"/>
              <a:gd name="connsiteX243" fmla="*/ 219666 w 994371"/>
              <a:gd name="connsiteY243" fmla="*/ 352674 h 358818"/>
              <a:gd name="connsiteX244" fmla="*/ 220570 w 994371"/>
              <a:gd name="connsiteY244" fmla="*/ 353246 h 358818"/>
              <a:gd name="connsiteX245" fmla="*/ 221474 w 994371"/>
              <a:gd name="connsiteY245" fmla="*/ 353790 h 358818"/>
              <a:gd name="connsiteX246" fmla="*/ 222377 w 994371"/>
              <a:gd name="connsiteY246" fmla="*/ 354305 h 358818"/>
              <a:gd name="connsiteX247" fmla="*/ 223281 w 994371"/>
              <a:gd name="connsiteY247" fmla="*/ 354795 h 358818"/>
              <a:gd name="connsiteX248" fmla="*/ 224185 w 994371"/>
              <a:gd name="connsiteY248" fmla="*/ 355256 h 358818"/>
              <a:gd name="connsiteX249" fmla="*/ 225090 w 994371"/>
              <a:gd name="connsiteY249" fmla="*/ 355689 h 358818"/>
              <a:gd name="connsiteX250" fmla="*/ 225994 w 994371"/>
              <a:gd name="connsiteY250" fmla="*/ 356095 h 358818"/>
              <a:gd name="connsiteX251" fmla="*/ 226898 w 994371"/>
              <a:gd name="connsiteY251" fmla="*/ 356472 h 358818"/>
              <a:gd name="connsiteX252" fmla="*/ 227801 w 994371"/>
              <a:gd name="connsiteY252" fmla="*/ 356822 h 358818"/>
              <a:gd name="connsiteX253" fmla="*/ 228705 w 994371"/>
              <a:gd name="connsiteY253" fmla="*/ 357143 h 358818"/>
              <a:gd name="connsiteX254" fmla="*/ 229609 w 994371"/>
              <a:gd name="connsiteY254" fmla="*/ 357437 h 358818"/>
              <a:gd name="connsiteX255" fmla="*/ 230514 w 994371"/>
              <a:gd name="connsiteY255" fmla="*/ 357701 h 358818"/>
              <a:gd name="connsiteX256" fmla="*/ 231418 w 994371"/>
              <a:gd name="connsiteY256" fmla="*/ 357938 h 358818"/>
              <a:gd name="connsiteX257" fmla="*/ 232321 w 994371"/>
              <a:gd name="connsiteY257" fmla="*/ 358148 h 358818"/>
              <a:gd name="connsiteX258" fmla="*/ 233225 w 994371"/>
              <a:gd name="connsiteY258" fmla="*/ 358329 h 358818"/>
              <a:gd name="connsiteX259" fmla="*/ 234129 w 994371"/>
              <a:gd name="connsiteY259" fmla="*/ 358480 h 358818"/>
              <a:gd name="connsiteX260" fmla="*/ 235033 w 994371"/>
              <a:gd name="connsiteY260" fmla="*/ 358605 h 358818"/>
              <a:gd name="connsiteX261" fmla="*/ 235938 w 994371"/>
              <a:gd name="connsiteY261" fmla="*/ 358701 h 358818"/>
              <a:gd name="connsiteX262" fmla="*/ 236842 w 994371"/>
              <a:gd name="connsiteY262" fmla="*/ 358769 h 358818"/>
              <a:gd name="connsiteX263" fmla="*/ 237745 w 994371"/>
              <a:gd name="connsiteY263" fmla="*/ 358807 h 358818"/>
              <a:gd name="connsiteX264" fmla="*/ 238649 w 994371"/>
              <a:gd name="connsiteY264" fmla="*/ 358819 h 358818"/>
              <a:gd name="connsiteX265" fmla="*/ 239553 w 994371"/>
              <a:gd name="connsiteY265" fmla="*/ 358801 h 358818"/>
              <a:gd name="connsiteX266" fmla="*/ 240456 w 994371"/>
              <a:gd name="connsiteY266" fmla="*/ 358756 h 358818"/>
              <a:gd name="connsiteX267" fmla="*/ 241362 w 994371"/>
              <a:gd name="connsiteY267" fmla="*/ 358681 h 358818"/>
              <a:gd name="connsiteX268" fmla="*/ 242265 w 994371"/>
              <a:gd name="connsiteY268" fmla="*/ 358580 h 358818"/>
              <a:gd name="connsiteX269" fmla="*/ 243169 w 994371"/>
              <a:gd name="connsiteY269" fmla="*/ 358448 h 358818"/>
              <a:gd name="connsiteX270" fmla="*/ 244073 w 994371"/>
              <a:gd name="connsiteY270" fmla="*/ 358289 h 358818"/>
              <a:gd name="connsiteX271" fmla="*/ 244977 w 994371"/>
              <a:gd name="connsiteY271" fmla="*/ 358103 h 358818"/>
              <a:gd name="connsiteX272" fmla="*/ 245880 w 994371"/>
              <a:gd name="connsiteY272" fmla="*/ 357887 h 358818"/>
              <a:gd name="connsiteX273" fmla="*/ 246786 w 994371"/>
              <a:gd name="connsiteY273" fmla="*/ 357643 h 358818"/>
              <a:gd name="connsiteX274" fmla="*/ 247689 w 994371"/>
              <a:gd name="connsiteY274" fmla="*/ 357372 h 358818"/>
              <a:gd name="connsiteX275" fmla="*/ 248593 w 994371"/>
              <a:gd name="connsiteY275" fmla="*/ 357071 h 358818"/>
              <a:gd name="connsiteX276" fmla="*/ 249497 w 994371"/>
              <a:gd name="connsiteY276" fmla="*/ 356744 h 358818"/>
              <a:gd name="connsiteX277" fmla="*/ 250400 w 994371"/>
              <a:gd name="connsiteY277" fmla="*/ 356389 h 358818"/>
              <a:gd name="connsiteX278" fmla="*/ 251306 w 994371"/>
              <a:gd name="connsiteY278" fmla="*/ 356005 h 358818"/>
              <a:gd name="connsiteX279" fmla="*/ 252209 w 994371"/>
              <a:gd name="connsiteY279" fmla="*/ 355593 h 358818"/>
              <a:gd name="connsiteX280" fmla="*/ 253113 w 994371"/>
              <a:gd name="connsiteY280" fmla="*/ 355153 h 358818"/>
              <a:gd name="connsiteX281" fmla="*/ 254017 w 994371"/>
              <a:gd name="connsiteY281" fmla="*/ 354686 h 358818"/>
              <a:gd name="connsiteX282" fmla="*/ 254921 w 994371"/>
              <a:gd name="connsiteY282" fmla="*/ 354191 h 358818"/>
              <a:gd name="connsiteX283" fmla="*/ 255824 w 994371"/>
              <a:gd name="connsiteY283" fmla="*/ 353669 h 358818"/>
              <a:gd name="connsiteX284" fmla="*/ 256728 w 994371"/>
              <a:gd name="connsiteY284" fmla="*/ 353118 h 358818"/>
              <a:gd name="connsiteX285" fmla="*/ 257633 w 994371"/>
              <a:gd name="connsiteY285" fmla="*/ 352541 h 358818"/>
              <a:gd name="connsiteX286" fmla="*/ 258537 w 994371"/>
              <a:gd name="connsiteY286" fmla="*/ 351937 h 358818"/>
              <a:gd name="connsiteX287" fmla="*/ 259441 w 994371"/>
              <a:gd name="connsiteY287" fmla="*/ 351304 h 358818"/>
              <a:gd name="connsiteX288" fmla="*/ 260344 w 994371"/>
              <a:gd name="connsiteY288" fmla="*/ 350644 h 358818"/>
              <a:gd name="connsiteX289" fmla="*/ 261248 w 994371"/>
              <a:gd name="connsiteY289" fmla="*/ 349958 h 358818"/>
              <a:gd name="connsiteX290" fmla="*/ 262153 w 994371"/>
              <a:gd name="connsiteY290" fmla="*/ 349245 h 358818"/>
              <a:gd name="connsiteX291" fmla="*/ 263057 w 994371"/>
              <a:gd name="connsiteY291" fmla="*/ 348505 h 358818"/>
              <a:gd name="connsiteX292" fmla="*/ 263961 w 994371"/>
              <a:gd name="connsiteY292" fmla="*/ 347739 h 358818"/>
              <a:gd name="connsiteX293" fmla="*/ 264865 w 994371"/>
              <a:gd name="connsiteY293" fmla="*/ 346945 h 358818"/>
              <a:gd name="connsiteX294" fmla="*/ 265768 w 994371"/>
              <a:gd name="connsiteY294" fmla="*/ 346126 h 358818"/>
              <a:gd name="connsiteX295" fmla="*/ 266672 w 994371"/>
              <a:gd name="connsiteY295" fmla="*/ 345280 h 358818"/>
              <a:gd name="connsiteX296" fmla="*/ 267576 w 994371"/>
              <a:gd name="connsiteY296" fmla="*/ 344406 h 358818"/>
              <a:gd name="connsiteX297" fmla="*/ 268481 w 994371"/>
              <a:gd name="connsiteY297" fmla="*/ 343509 h 358818"/>
              <a:gd name="connsiteX298" fmla="*/ 269385 w 994371"/>
              <a:gd name="connsiteY298" fmla="*/ 342584 h 358818"/>
              <a:gd name="connsiteX299" fmla="*/ 270288 w 994371"/>
              <a:gd name="connsiteY299" fmla="*/ 341634 h 358818"/>
              <a:gd name="connsiteX300" fmla="*/ 271192 w 994371"/>
              <a:gd name="connsiteY300" fmla="*/ 340659 h 358818"/>
              <a:gd name="connsiteX301" fmla="*/ 272096 w 994371"/>
              <a:gd name="connsiteY301" fmla="*/ 339657 h 358818"/>
              <a:gd name="connsiteX302" fmla="*/ 273001 w 994371"/>
              <a:gd name="connsiteY302" fmla="*/ 338632 h 358818"/>
              <a:gd name="connsiteX303" fmla="*/ 273905 w 994371"/>
              <a:gd name="connsiteY303" fmla="*/ 337579 h 358818"/>
              <a:gd name="connsiteX304" fmla="*/ 274809 w 994371"/>
              <a:gd name="connsiteY304" fmla="*/ 336502 h 358818"/>
              <a:gd name="connsiteX305" fmla="*/ 275712 w 994371"/>
              <a:gd name="connsiteY305" fmla="*/ 335403 h 358818"/>
              <a:gd name="connsiteX306" fmla="*/ 276616 w 994371"/>
              <a:gd name="connsiteY306" fmla="*/ 334276 h 358818"/>
              <a:gd name="connsiteX307" fmla="*/ 277520 w 994371"/>
              <a:gd name="connsiteY307" fmla="*/ 333125 h 358818"/>
              <a:gd name="connsiteX308" fmla="*/ 278423 w 994371"/>
              <a:gd name="connsiteY308" fmla="*/ 331951 h 358818"/>
              <a:gd name="connsiteX309" fmla="*/ 279329 w 994371"/>
              <a:gd name="connsiteY309" fmla="*/ 330751 h 358818"/>
              <a:gd name="connsiteX310" fmla="*/ 280232 w 994371"/>
              <a:gd name="connsiteY310" fmla="*/ 329529 h 358818"/>
              <a:gd name="connsiteX311" fmla="*/ 281136 w 994371"/>
              <a:gd name="connsiteY311" fmla="*/ 328283 h 358818"/>
              <a:gd name="connsiteX312" fmla="*/ 282040 w 994371"/>
              <a:gd name="connsiteY312" fmla="*/ 327014 h 358818"/>
              <a:gd name="connsiteX313" fmla="*/ 282943 w 994371"/>
              <a:gd name="connsiteY313" fmla="*/ 325719 h 358818"/>
              <a:gd name="connsiteX314" fmla="*/ 283849 w 994371"/>
              <a:gd name="connsiteY314" fmla="*/ 324404 h 358818"/>
              <a:gd name="connsiteX315" fmla="*/ 284753 w 994371"/>
              <a:gd name="connsiteY315" fmla="*/ 323065 h 358818"/>
              <a:gd name="connsiteX316" fmla="*/ 285656 w 994371"/>
              <a:gd name="connsiteY316" fmla="*/ 321703 h 358818"/>
              <a:gd name="connsiteX317" fmla="*/ 286560 w 994371"/>
              <a:gd name="connsiteY317" fmla="*/ 320319 h 358818"/>
              <a:gd name="connsiteX318" fmla="*/ 287464 w 994371"/>
              <a:gd name="connsiteY318" fmla="*/ 318912 h 358818"/>
              <a:gd name="connsiteX319" fmla="*/ 288367 w 994371"/>
              <a:gd name="connsiteY319" fmla="*/ 317483 h 358818"/>
              <a:gd name="connsiteX320" fmla="*/ 289271 w 994371"/>
              <a:gd name="connsiteY320" fmla="*/ 316033 h 358818"/>
              <a:gd name="connsiteX321" fmla="*/ 290176 w 994371"/>
              <a:gd name="connsiteY321" fmla="*/ 314560 h 358818"/>
              <a:gd name="connsiteX322" fmla="*/ 291080 w 994371"/>
              <a:gd name="connsiteY322" fmla="*/ 313066 h 358818"/>
              <a:gd name="connsiteX323" fmla="*/ 291984 w 994371"/>
              <a:gd name="connsiteY323" fmla="*/ 311553 h 358818"/>
              <a:gd name="connsiteX324" fmla="*/ 292887 w 994371"/>
              <a:gd name="connsiteY324" fmla="*/ 310018 h 358818"/>
              <a:gd name="connsiteX325" fmla="*/ 293791 w 994371"/>
              <a:gd name="connsiteY325" fmla="*/ 308461 h 358818"/>
              <a:gd name="connsiteX326" fmla="*/ 294696 w 994371"/>
              <a:gd name="connsiteY326" fmla="*/ 306885 h 358818"/>
              <a:gd name="connsiteX327" fmla="*/ 295600 w 994371"/>
              <a:gd name="connsiteY327" fmla="*/ 305288 h 358818"/>
              <a:gd name="connsiteX328" fmla="*/ 296504 w 994371"/>
              <a:gd name="connsiteY328" fmla="*/ 303672 h 358818"/>
              <a:gd name="connsiteX329" fmla="*/ 297408 w 994371"/>
              <a:gd name="connsiteY329" fmla="*/ 302036 h 358818"/>
              <a:gd name="connsiteX330" fmla="*/ 298311 w 994371"/>
              <a:gd name="connsiteY330" fmla="*/ 300381 h 358818"/>
              <a:gd name="connsiteX331" fmla="*/ 299215 w 994371"/>
              <a:gd name="connsiteY331" fmla="*/ 298707 h 358818"/>
              <a:gd name="connsiteX332" fmla="*/ 300119 w 994371"/>
              <a:gd name="connsiteY332" fmla="*/ 297012 h 358818"/>
              <a:gd name="connsiteX333" fmla="*/ 301024 w 994371"/>
              <a:gd name="connsiteY333" fmla="*/ 295301 h 358818"/>
              <a:gd name="connsiteX334" fmla="*/ 301928 w 994371"/>
              <a:gd name="connsiteY334" fmla="*/ 293572 h 358818"/>
              <a:gd name="connsiteX335" fmla="*/ 302831 w 994371"/>
              <a:gd name="connsiteY335" fmla="*/ 291823 h 358818"/>
              <a:gd name="connsiteX336" fmla="*/ 303735 w 994371"/>
              <a:gd name="connsiteY336" fmla="*/ 290057 h 358818"/>
              <a:gd name="connsiteX337" fmla="*/ 304639 w 994371"/>
              <a:gd name="connsiteY337" fmla="*/ 288273 h 358818"/>
              <a:gd name="connsiteX338" fmla="*/ 305544 w 994371"/>
              <a:gd name="connsiteY338" fmla="*/ 286474 h 358818"/>
              <a:gd name="connsiteX339" fmla="*/ 306448 w 994371"/>
              <a:gd name="connsiteY339" fmla="*/ 284655 h 358818"/>
              <a:gd name="connsiteX340" fmla="*/ 307352 w 994371"/>
              <a:gd name="connsiteY340" fmla="*/ 282821 h 358818"/>
              <a:gd name="connsiteX341" fmla="*/ 308255 w 994371"/>
              <a:gd name="connsiteY341" fmla="*/ 280970 h 358818"/>
              <a:gd name="connsiteX342" fmla="*/ 309159 w 994371"/>
              <a:gd name="connsiteY342" fmla="*/ 279105 h 358818"/>
              <a:gd name="connsiteX343" fmla="*/ 310063 w 994371"/>
              <a:gd name="connsiteY343" fmla="*/ 277222 h 358818"/>
              <a:gd name="connsiteX344" fmla="*/ 310966 w 994371"/>
              <a:gd name="connsiteY344" fmla="*/ 275325 h 358818"/>
              <a:gd name="connsiteX345" fmla="*/ 311872 w 994371"/>
              <a:gd name="connsiteY345" fmla="*/ 273412 h 358818"/>
              <a:gd name="connsiteX346" fmla="*/ 312775 w 994371"/>
              <a:gd name="connsiteY346" fmla="*/ 271485 h 358818"/>
              <a:gd name="connsiteX347" fmla="*/ 313679 w 994371"/>
              <a:gd name="connsiteY347" fmla="*/ 269543 h 358818"/>
              <a:gd name="connsiteX348" fmla="*/ 314583 w 994371"/>
              <a:gd name="connsiteY348" fmla="*/ 267586 h 358818"/>
              <a:gd name="connsiteX349" fmla="*/ 315487 w 994371"/>
              <a:gd name="connsiteY349" fmla="*/ 265616 h 358818"/>
              <a:gd name="connsiteX350" fmla="*/ 316392 w 994371"/>
              <a:gd name="connsiteY350" fmla="*/ 263631 h 358818"/>
              <a:gd name="connsiteX351" fmla="*/ 317296 w 994371"/>
              <a:gd name="connsiteY351" fmla="*/ 261634 h 358818"/>
              <a:gd name="connsiteX352" fmla="*/ 318199 w 994371"/>
              <a:gd name="connsiteY352" fmla="*/ 259624 h 358818"/>
              <a:gd name="connsiteX353" fmla="*/ 319103 w 994371"/>
              <a:gd name="connsiteY353" fmla="*/ 257600 h 358818"/>
              <a:gd name="connsiteX354" fmla="*/ 320007 w 994371"/>
              <a:gd name="connsiteY354" fmla="*/ 255565 h 358818"/>
              <a:gd name="connsiteX355" fmla="*/ 320910 w 994371"/>
              <a:gd name="connsiteY355" fmla="*/ 253519 h 358818"/>
              <a:gd name="connsiteX356" fmla="*/ 321814 w 994371"/>
              <a:gd name="connsiteY356" fmla="*/ 251459 h 358818"/>
              <a:gd name="connsiteX357" fmla="*/ 322719 w 994371"/>
              <a:gd name="connsiteY357" fmla="*/ 249389 h 358818"/>
              <a:gd name="connsiteX358" fmla="*/ 323623 w 994371"/>
              <a:gd name="connsiteY358" fmla="*/ 247308 h 358818"/>
              <a:gd name="connsiteX359" fmla="*/ 324527 w 994371"/>
              <a:gd name="connsiteY359" fmla="*/ 245214 h 358818"/>
              <a:gd name="connsiteX360" fmla="*/ 325430 w 994371"/>
              <a:gd name="connsiteY360" fmla="*/ 243113 h 358818"/>
              <a:gd name="connsiteX361" fmla="*/ 326334 w 994371"/>
              <a:gd name="connsiteY361" fmla="*/ 241000 h 358818"/>
              <a:gd name="connsiteX362" fmla="*/ 327240 w 994371"/>
              <a:gd name="connsiteY362" fmla="*/ 238877 h 358818"/>
              <a:gd name="connsiteX363" fmla="*/ 328143 w 994371"/>
              <a:gd name="connsiteY363" fmla="*/ 236746 h 358818"/>
              <a:gd name="connsiteX364" fmla="*/ 329047 w 994371"/>
              <a:gd name="connsiteY364" fmla="*/ 234606 h 358818"/>
              <a:gd name="connsiteX365" fmla="*/ 329951 w 994371"/>
              <a:gd name="connsiteY365" fmla="*/ 232456 h 358818"/>
              <a:gd name="connsiteX366" fmla="*/ 330854 w 994371"/>
              <a:gd name="connsiteY366" fmla="*/ 230299 h 358818"/>
              <a:gd name="connsiteX367" fmla="*/ 331758 w 994371"/>
              <a:gd name="connsiteY367" fmla="*/ 228132 h 358818"/>
              <a:gd name="connsiteX368" fmla="*/ 332662 w 994371"/>
              <a:gd name="connsiteY368" fmla="*/ 225958 h 358818"/>
              <a:gd name="connsiteX369" fmla="*/ 333567 w 994371"/>
              <a:gd name="connsiteY369" fmla="*/ 223778 h 358818"/>
              <a:gd name="connsiteX370" fmla="*/ 334471 w 994371"/>
              <a:gd name="connsiteY370" fmla="*/ 221589 h 358818"/>
              <a:gd name="connsiteX371" fmla="*/ 335374 w 994371"/>
              <a:gd name="connsiteY371" fmla="*/ 219394 h 358818"/>
              <a:gd name="connsiteX372" fmla="*/ 336278 w 994371"/>
              <a:gd name="connsiteY372" fmla="*/ 217193 h 358818"/>
              <a:gd name="connsiteX373" fmla="*/ 337182 w 994371"/>
              <a:gd name="connsiteY373" fmla="*/ 214987 h 358818"/>
              <a:gd name="connsiteX374" fmla="*/ 338086 w 994371"/>
              <a:gd name="connsiteY374" fmla="*/ 212775 h 358818"/>
              <a:gd name="connsiteX375" fmla="*/ 338991 w 994371"/>
              <a:gd name="connsiteY375" fmla="*/ 210557 h 358818"/>
              <a:gd name="connsiteX376" fmla="*/ 339895 w 994371"/>
              <a:gd name="connsiteY376" fmla="*/ 208334 h 358818"/>
              <a:gd name="connsiteX377" fmla="*/ 340798 w 994371"/>
              <a:gd name="connsiteY377" fmla="*/ 206106 h 358818"/>
              <a:gd name="connsiteX378" fmla="*/ 341702 w 994371"/>
              <a:gd name="connsiteY378" fmla="*/ 203875 h 358818"/>
              <a:gd name="connsiteX379" fmla="*/ 342606 w 994371"/>
              <a:gd name="connsiteY379" fmla="*/ 201640 h 358818"/>
              <a:gd name="connsiteX380" fmla="*/ 343511 w 994371"/>
              <a:gd name="connsiteY380" fmla="*/ 199402 h 358818"/>
              <a:gd name="connsiteX381" fmla="*/ 344415 w 994371"/>
              <a:gd name="connsiteY381" fmla="*/ 197159 h 358818"/>
              <a:gd name="connsiteX382" fmla="*/ 345318 w 994371"/>
              <a:gd name="connsiteY382" fmla="*/ 194915 h 358818"/>
              <a:gd name="connsiteX383" fmla="*/ 346222 w 994371"/>
              <a:gd name="connsiteY383" fmla="*/ 192667 h 358818"/>
              <a:gd name="connsiteX384" fmla="*/ 347126 w 994371"/>
              <a:gd name="connsiteY384" fmla="*/ 190418 h 358818"/>
              <a:gd name="connsiteX385" fmla="*/ 348030 w 994371"/>
              <a:gd name="connsiteY385" fmla="*/ 188167 h 358818"/>
              <a:gd name="connsiteX386" fmla="*/ 348933 w 994371"/>
              <a:gd name="connsiteY386" fmla="*/ 185915 h 358818"/>
              <a:gd name="connsiteX387" fmla="*/ 349839 w 994371"/>
              <a:gd name="connsiteY387" fmla="*/ 183660 h 358818"/>
              <a:gd name="connsiteX388" fmla="*/ 350742 w 994371"/>
              <a:gd name="connsiteY388" fmla="*/ 181406 h 358818"/>
              <a:gd name="connsiteX389" fmla="*/ 351646 w 994371"/>
              <a:gd name="connsiteY389" fmla="*/ 179152 h 358818"/>
              <a:gd name="connsiteX390" fmla="*/ 352550 w 994371"/>
              <a:gd name="connsiteY390" fmla="*/ 176898 h 358818"/>
              <a:gd name="connsiteX391" fmla="*/ 353453 w 994371"/>
              <a:gd name="connsiteY391" fmla="*/ 174643 h 358818"/>
              <a:gd name="connsiteX392" fmla="*/ 354359 w 994371"/>
              <a:gd name="connsiteY392" fmla="*/ 172391 h 358818"/>
              <a:gd name="connsiteX393" fmla="*/ 355262 w 994371"/>
              <a:gd name="connsiteY393" fmla="*/ 170138 h 358818"/>
              <a:gd name="connsiteX394" fmla="*/ 356166 w 994371"/>
              <a:gd name="connsiteY394" fmla="*/ 167887 h 358818"/>
              <a:gd name="connsiteX395" fmla="*/ 357070 w 994371"/>
              <a:gd name="connsiteY395" fmla="*/ 165638 h 358818"/>
              <a:gd name="connsiteX396" fmla="*/ 357974 w 994371"/>
              <a:gd name="connsiteY396" fmla="*/ 163392 h 358818"/>
              <a:gd name="connsiteX397" fmla="*/ 358877 w 994371"/>
              <a:gd name="connsiteY397" fmla="*/ 161148 h 358818"/>
              <a:gd name="connsiteX398" fmla="*/ 359781 w 994371"/>
              <a:gd name="connsiteY398" fmla="*/ 158907 h 358818"/>
              <a:gd name="connsiteX399" fmla="*/ 360686 w 994371"/>
              <a:gd name="connsiteY399" fmla="*/ 156669 h 358818"/>
              <a:gd name="connsiteX400" fmla="*/ 361590 w 994371"/>
              <a:gd name="connsiteY400" fmla="*/ 154433 h 358818"/>
              <a:gd name="connsiteX401" fmla="*/ 362494 w 994371"/>
              <a:gd name="connsiteY401" fmla="*/ 152204 h 358818"/>
              <a:gd name="connsiteX402" fmla="*/ 363397 w 994371"/>
              <a:gd name="connsiteY402" fmla="*/ 149978 h 358818"/>
              <a:gd name="connsiteX403" fmla="*/ 364301 w 994371"/>
              <a:gd name="connsiteY403" fmla="*/ 147755 h 358818"/>
              <a:gd name="connsiteX404" fmla="*/ 365206 w 994371"/>
              <a:gd name="connsiteY404" fmla="*/ 145539 h 358818"/>
              <a:gd name="connsiteX405" fmla="*/ 366110 w 994371"/>
              <a:gd name="connsiteY405" fmla="*/ 143328 h 358818"/>
              <a:gd name="connsiteX406" fmla="*/ 367014 w 994371"/>
              <a:gd name="connsiteY406" fmla="*/ 141122 h 358818"/>
              <a:gd name="connsiteX407" fmla="*/ 367917 w 994371"/>
              <a:gd name="connsiteY407" fmla="*/ 138923 h 358818"/>
              <a:gd name="connsiteX408" fmla="*/ 368821 w 994371"/>
              <a:gd name="connsiteY408" fmla="*/ 136730 h 358818"/>
              <a:gd name="connsiteX409" fmla="*/ 369725 w 994371"/>
              <a:gd name="connsiteY409" fmla="*/ 134544 h 358818"/>
              <a:gd name="connsiteX410" fmla="*/ 370629 w 994371"/>
              <a:gd name="connsiteY410" fmla="*/ 132364 h 358818"/>
              <a:gd name="connsiteX411" fmla="*/ 371534 w 994371"/>
              <a:gd name="connsiteY411" fmla="*/ 130192 h 358818"/>
              <a:gd name="connsiteX412" fmla="*/ 372438 w 994371"/>
              <a:gd name="connsiteY412" fmla="*/ 128028 h 358818"/>
              <a:gd name="connsiteX413" fmla="*/ 373341 w 994371"/>
              <a:gd name="connsiteY413" fmla="*/ 125872 h 358818"/>
              <a:gd name="connsiteX414" fmla="*/ 374245 w 994371"/>
              <a:gd name="connsiteY414" fmla="*/ 123724 h 358818"/>
              <a:gd name="connsiteX415" fmla="*/ 375149 w 994371"/>
              <a:gd name="connsiteY415" fmla="*/ 121586 h 358818"/>
              <a:gd name="connsiteX416" fmla="*/ 376054 w 994371"/>
              <a:gd name="connsiteY416" fmla="*/ 119456 h 358818"/>
              <a:gd name="connsiteX417" fmla="*/ 376958 w 994371"/>
              <a:gd name="connsiteY417" fmla="*/ 117336 h 358818"/>
              <a:gd name="connsiteX418" fmla="*/ 377862 w 994371"/>
              <a:gd name="connsiteY418" fmla="*/ 115226 h 358818"/>
              <a:gd name="connsiteX419" fmla="*/ 378765 w 994371"/>
              <a:gd name="connsiteY419" fmla="*/ 113125 h 358818"/>
              <a:gd name="connsiteX420" fmla="*/ 379669 w 994371"/>
              <a:gd name="connsiteY420" fmla="*/ 111036 h 358818"/>
              <a:gd name="connsiteX421" fmla="*/ 380573 w 994371"/>
              <a:gd name="connsiteY421" fmla="*/ 108957 h 358818"/>
              <a:gd name="connsiteX422" fmla="*/ 381476 w 994371"/>
              <a:gd name="connsiteY422" fmla="*/ 106889 h 358818"/>
              <a:gd name="connsiteX423" fmla="*/ 382382 w 994371"/>
              <a:gd name="connsiteY423" fmla="*/ 104832 h 358818"/>
              <a:gd name="connsiteX424" fmla="*/ 383285 w 994371"/>
              <a:gd name="connsiteY424" fmla="*/ 102788 h 358818"/>
              <a:gd name="connsiteX425" fmla="*/ 384189 w 994371"/>
              <a:gd name="connsiteY425" fmla="*/ 100756 h 358818"/>
              <a:gd name="connsiteX426" fmla="*/ 385093 w 994371"/>
              <a:gd name="connsiteY426" fmla="*/ 98735 h 358818"/>
              <a:gd name="connsiteX427" fmla="*/ 385996 w 994371"/>
              <a:gd name="connsiteY427" fmla="*/ 96728 h 358818"/>
              <a:gd name="connsiteX428" fmla="*/ 386902 w 994371"/>
              <a:gd name="connsiteY428" fmla="*/ 94734 h 358818"/>
              <a:gd name="connsiteX429" fmla="*/ 387805 w 994371"/>
              <a:gd name="connsiteY429" fmla="*/ 92753 h 358818"/>
              <a:gd name="connsiteX430" fmla="*/ 388709 w 994371"/>
              <a:gd name="connsiteY430" fmla="*/ 90786 h 358818"/>
              <a:gd name="connsiteX431" fmla="*/ 389613 w 994371"/>
              <a:gd name="connsiteY431" fmla="*/ 88833 h 358818"/>
              <a:gd name="connsiteX432" fmla="*/ 390517 w 994371"/>
              <a:gd name="connsiteY432" fmla="*/ 86894 h 358818"/>
              <a:gd name="connsiteX433" fmla="*/ 391420 w 994371"/>
              <a:gd name="connsiteY433" fmla="*/ 84969 h 358818"/>
              <a:gd name="connsiteX434" fmla="*/ 392324 w 994371"/>
              <a:gd name="connsiteY434" fmla="*/ 83060 h 358818"/>
              <a:gd name="connsiteX435" fmla="*/ 393229 w 994371"/>
              <a:gd name="connsiteY435" fmla="*/ 81166 h 358818"/>
              <a:gd name="connsiteX436" fmla="*/ 394133 w 994371"/>
              <a:gd name="connsiteY436" fmla="*/ 79287 h 358818"/>
              <a:gd name="connsiteX437" fmla="*/ 395037 w 994371"/>
              <a:gd name="connsiteY437" fmla="*/ 77424 h 358818"/>
              <a:gd name="connsiteX438" fmla="*/ 395940 w 994371"/>
              <a:gd name="connsiteY438" fmla="*/ 75578 h 358818"/>
              <a:gd name="connsiteX439" fmla="*/ 396844 w 994371"/>
              <a:gd name="connsiteY439" fmla="*/ 73747 h 358818"/>
              <a:gd name="connsiteX440" fmla="*/ 397749 w 994371"/>
              <a:gd name="connsiteY440" fmla="*/ 71934 h 358818"/>
              <a:gd name="connsiteX441" fmla="*/ 398653 w 994371"/>
              <a:gd name="connsiteY441" fmla="*/ 70137 h 358818"/>
              <a:gd name="connsiteX442" fmla="*/ 399557 w 994371"/>
              <a:gd name="connsiteY442" fmla="*/ 68358 h 358818"/>
              <a:gd name="connsiteX443" fmla="*/ 400461 w 994371"/>
              <a:gd name="connsiteY443" fmla="*/ 66595 h 358818"/>
              <a:gd name="connsiteX444" fmla="*/ 401364 w 994371"/>
              <a:gd name="connsiteY444" fmla="*/ 64851 h 358818"/>
              <a:gd name="connsiteX445" fmla="*/ 402268 w 994371"/>
              <a:gd name="connsiteY445" fmla="*/ 63125 h 358818"/>
              <a:gd name="connsiteX446" fmla="*/ 403172 w 994371"/>
              <a:gd name="connsiteY446" fmla="*/ 61418 h 358818"/>
              <a:gd name="connsiteX447" fmla="*/ 404077 w 994371"/>
              <a:gd name="connsiteY447" fmla="*/ 59729 h 358818"/>
              <a:gd name="connsiteX448" fmla="*/ 404981 w 994371"/>
              <a:gd name="connsiteY448" fmla="*/ 58059 h 358818"/>
              <a:gd name="connsiteX449" fmla="*/ 405884 w 994371"/>
              <a:gd name="connsiteY449" fmla="*/ 56408 h 358818"/>
              <a:gd name="connsiteX450" fmla="*/ 406788 w 994371"/>
              <a:gd name="connsiteY450" fmla="*/ 54776 h 358818"/>
              <a:gd name="connsiteX451" fmla="*/ 407692 w 994371"/>
              <a:gd name="connsiteY451" fmla="*/ 53165 h 358818"/>
              <a:gd name="connsiteX452" fmla="*/ 408597 w 994371"/>
              <a:gd name="connsiteY452" fmla="*/ 51573 h 358818"/>
              <a:gd name="connsiteX453" fmla="*/ 409501 w 994371"/>
              <a:gd name="connsiteY453" fmla="*/ 50001 h 358818"/>
              <a:gd name="connsiteX454" fmla="*/ 410405 w 994371"/>
              <a:gd name="connsiteY454" fmla="*/ 48450 h 358818"/>
              <a:gd name="connsiteX455" fmla="*/ 411308 w 994371"/>
              <a:gd name="connsiteY455" fmla="*/ 46919 h 358818"/>
              <a:gd name="connsiteX456" fmla="*/ 412212 w 994371"/>
              <a:gd name="connsiteY456" fmla="*/ 45409 h 358818"/>
              <a:gd name="connsiteX457" fmla="*/ 413116 w 994371"/>
              <a:gd name="connsiteY457" fmla="*/ 43921 h 358818"/>
              <a:gd name="connsiteX458" fmla="*/ 414019 w 994371"/>
              <a:gd name="connsiteY458" fmla="*/ 42454 h 358818"/>
              <a:gd name="connsiteX459" fmla="*/ 414925 w 994371"/>
              <a:gd name="connsiteY459" fmla="*/ 41008 h 358818"/>
              <a:gd name="connsiteX460" fmla="*/ 415828 w 994371"/>
              <a:gd name="connsiteY460" fmla="*/ 39585 h 358818"/>
              <a:gd name="connsiteX461" fmla="*/ 416732 w 994371"/>
              <a:gd name="connsiteY461" fmla="*/ 38183 h 358818"/>
              <a:gd name="connsiteX462" fmla="*/ 417636 w 994371"/>
              <a:gd name="connsiteY462" fmla="*/ 36804 h 358818"/>
              <a:gd name="connsiteX463" fmla="*/ 418539 w 994371"/>
              <a:gd name="connsiteY463" fmla="*/ 35447 h 358818"/>
              <a:gd name="connsiteX464" fmla="*/ 419445 w 994371"/>
              <a:gd name="connsiteY464" fmla="*/ 34113 h 358818"/>
              <a:gd name="connsiteX465" fmla="*/ 420349 w 994371"/>
              <a:gd name="connsiteY465" fmla="*/ 32802 h 358818"/>
              <a:gd name="connsiteX466" fmla="*/ 421252 w 994371"/>
              <a:gd name="connsiteY466" fmla="*/ 31514 h 358818"/>
              <a:gd name="connsiteX467" fmla="*/ 422156 w 994371"/>
              <a:gd name="connsiteY467" fmla="*/ 30250 h 358818"/>
              <a:gd name="connsiteX468" fmla="*/ 423060 w 994371"/>
              <a:gd name="connsiteY468" fmla="*/ 29009 h 358818"/>
              <a:gd name="connsiteX469" fmla="*/ 423963 w 994371"/>
              <a:gd name="connsiteY469" fmla="*/ 27791 h 358818"/>
              <a:gd name="connsiteX470" fmla="*/ 424867 w 994371"/>
              <a:gd name="connsiteY470" fmla="*/ 26598 h 358818"/>
              <a:gd name="connsiteX471" fmla="*/ 425772 w 994371"/>
              <a:gd name="connsiteY471" fmla="*/ 25429 h 358818"/>
              <a:gd name="connsiteX472" fmla="*/ 426676 w 994371"/>
              <a:gd name="connsiteY472" fmla="*/ 24284 h 358818"/>
              <a:gd name="connsiteX473" fmla="*/ 427580 w 994371"/>
              <a:gd name="connsiteY473" fmla="*/ 23164 h 358818"/>
              <a:gd name="connsiteX474" fmla="*/ 428483 w 994371"/>
              <a:gd name="connsiteY474" fmla="*/ 22068 h 358818"/>
              <a:gd name="connsiteX475" fmla="*/ 429387 w 994371"/>
              <a:gd name="connsiteY475" fmla="*/ 20997 h 358818"/>
              <a:gd name="connsiteX476" fmla="*/ 430293 w 994371"/>
              <a:gd name="connsiteY476" fmla="*/ 19951 h 358818"/>
              <a:gd name="connsiteX477" fmla="*/ 431196 w 994371"/>
              <a:gd name="connsiteY477" fmla="*/ 18931 h 358818"/>
              <a:gd name="connsiteX478" fmla="*/ 432100 w 994371"/>
              <a:gd name="connsiteY478" fmla="*/ 17935 h 358818"/>
              <a:gd name="connsiteX479" fmla="*/ 433004 w 994371"/>
              <a:gd name="connsiteY479" fmla="*/ 16965 h 358818"/>
              <a:gd name="connsiteX480" fmla="*/ 433907 w 994371"/>
              <a:gd name="connsiteY480" fmla="*/ 16021 h 358818"/>
              <a:gd name="connsiteX481" fmla="*/ 434811 w 994371"/>
              <a:gd name="connsiteY481" fmla="*/ 15103 h 358818"/>
              <a:gd name="connsiteX482" fmla="*/ 435715 w 994371"/>
              <a:gd name="connsiteY482" fmla="*/ 14211 h 358818"/>
              <a:gd name="connsiteX483" fmla="*/ 436620 w 994371"/>
              <a:gd name="connsiteY483" fmla="*/ 13344 h 358818"/>
              <a:gd name="connsiteX484" fmla="*/ 437524 w 994371"/>
              <a:gd name="connsiteY484" fmla="*/ 12504 h 358818"/>
              <a:gd name="connsiteX485" fmla="*/ 438427 w 994371"/>
              <a:gd name="connsiteY485" fmla="*/ 11690 h 358818"/>
              <a:gd name="connsiteX486" fmla="*/ 439331 w 994371"/>
              <a:gd name="connsiteY486" fmla="*/ 10903 h 358818"/>
              <a:gd name="connsiteX487" fmla="*/ 440235 w 994371"/>
              <a:gd name="connsiteY487" fmla="*/ 10142 h 358818"/>
              <a:gd name="connsiteX488" fmla="*/ 441140 w 994371"/>
              <a:gd name="connsiteY488" fmla="*/ 9409 h 358818"/>
              <a:gd name="connsiteX489" fmla="*/ 442044 w 994371"/>
              <a:gd name="connsiteY489" fmla="*/ 8702 h 358818"/>
              <a:gd name="connsiteX490" fmla="*/ 442948 w 994371"/>
              <a:gd name="connsiteY490" fmla="*/ 8021 h 358818"/>
              <a:gd name="connsiteX491" fmla="*/ 443851 w 994371"/>
              <a:gd name="connsiteY491" fmla="*/ 7368 h 358818"/>
              <a:gd name="connsiteX492" fmla="*/ 444755 w 994371"/>
              <a:gd name="connsiteY492" fmla="*/ 6742 h 358818"/>
              <a:gd name="connsiteX493" fmla="*/ 445659 w 994371"/>
              <a:gd name="connsiteY493" fmla="*/ 6144 h 358818"/>
              <a:gd name="connsiteX494" fmla="*/ 446562 w 994371"/>
              <a:gd name="connsiteY494" fmla="*/ 5572 h 358818"/>
              <a:gd name="connsiteX495" fmla="*/ 447468 w 994371"/>
              <a:gd name="connsiteY495" fmla="*/ 5029 h 358818"/>
              <a:gd name="connsiteX496" fmla="*/ 448371 w 994371"/>
              <a:gd name="connsiteY496" fmla="*/ 4512 h 358818"/>
              <a:gd name="connsiteX497" fmla="*/ 449275 w 994371"/>
              <a:gd name="connsiteY497" fmla="*/ 4024 h 358818"/>
              <a:gd name="connsiteX498" fmla="*/ 450179 w 994371"/>
              <a:gd name="connsiteY498" fmla="*/ 3563 h 358818"/>
              <a:gd name="connsiteX499" fmla="*/ 451083 w 994371"/>
              <a:gd name="connsiteY499" fmla="*/ 3130 h 358818"/>
              <a:gd name="connsiteX500" fmla="*/ 451988 w 994371"/>
              <a:gd name="connsiteY500" fmla="*/ 2724 h 358818"/>
              <a:gd name="connsiteX501" fmla="*/ 452892 w 994371"/>
              <a:gd name="connsiteY501" fmla="*/ 2347 h 358818"/>
              <a:gd name="connsiteX502" fmla="*/ 453795 w 994371"/>
              <a:gd name="connsiteY502" fmla="*/ 1997 h 358818"/>
              <a:gd name="connsiteX503" fmla="*/ 454699 w 994371"/>
              <a:gd name="connsiteY503" fmla="*/ 1676 h 358818"/>
              <a:gd name="connsiteX504" fmla="*/ 455603 w 994371"/>
              <a:gd name="connsiteY504" fmla="*/ 1382 h 358818"/>
              <a:gd name="connsiteX505" fmla="*/ 456506 w 994371"/>
              <a:gd name="connsiteY505" fmla="*/ 1117 h 358818"/>
              <a:gd name="connsiteX506" fmla="*/ 457410 w 994371"/>
              <a:gd name="connsiteY506" fmla="*/ 880 h 358818"/>
              <a:gd name="connsiteX507" fmla="*/ 458315 w 994371"/>
              <a:gd name="connsiteY507" fmla="*/ 671 h 358818"/>
              <a:gd name="connsiteX508" fmla="*/ 459219 w 994371"/>
              <a:gd name="connsiteY508" fmla="*/ 490 h 358818"/>
              <a:gd name="connsiteX509" fmla="*/ 460123 w 994371"/>
              <a:gd name="connsiteY509" fmla="*/ 338 h 358818"/>
              <a:gd name="connsiteX510" fmla="*/ 461027 w 994371"/>
              <a:gd name="connsiteY510" fmla="*/ 214 h 358818"/>
              <a:gd name="connsiteX511" fmla="*/ 461930 w 994371"/>
              <a:gd name="connsiteY511" fmla="*/ 118 h 358818"/>
              <a:gd name="connsiteX512" fmla="*/ 462836 w 994371"/>
              <a:gd name="connsiteY512" fmla="*/ 50 h 358818"/>
              <a:gd name="connsiteX513" fmla="*/ 463739 w 994371"/>
              <a:gd name="connsiteY513" fmla="*/ 11 h 358818"/>
              <a:gd name="connsiteX514" fmla="*/ 464643 w 994371"/>
              <a:gd name="connsiteY514" fmla="*/ 0 h 358818"/>
              <a:gd name="connsiteX515" fmla="*/ 465547 w 994371"/>
              <a:gd name="connsiteY515" fmla="*/ 17 h 358818"/>
              <a:gd name="connsiteX516" fmla="*/ 466450 w 994371"/>
              <a:gd name="connsiteY516" fmla="*/ 63 h 358818"/>
              <a:gd name="connsiteX517" fmla="*/ 467354 w 994371"/>
              <a:gd name="connsiteY517" fmla="*/ 137 h 358818"/>
              <a:gd name="connsiteX518" fmla="*/ 468258 w 994371"/>
              <a:gd name="connsiteY518" fmla="*/ 240 h 358818"/>
              <a:gd name="connsiteX519" fmla="*/ 469163 w 994371"/>
              <a:gd name="connsiteY519" fmla="*/ 370 h 358818"/>
              <a:gd name="connsiteX520" fmla="*/ 470067 w 994371"/>
              <a:gd name="connsiteY520" fmla="*/ 529 h 358818"/>
              <a:gd name="connsiteX521" fmla="*/ 470970 w 994371"/>
              <a:gd name="connsiteY521" fmla="*/ 716 h 358818"/>
              <a:gd name="connsiteX522" fmla="*/ 471874 w 994371"/>
              <a:gd name="connsiteY522" fmla="*/ 932 h 358818"/>
              <a:gd name="connsiteX523" fmla="*/ 472778 w 994371"/>
              <a:gd name="connsiteY523" fmla="*/ 1175 h 358818"/>
              <a:gd name="connsiteX524" fmla="*/ 473683 w 994371"/>
              <a:gd name="connsiteY524" fmla="*/ 1447 h 358818"/>
              <a:gd name="connsiteX525" fmla="*/ 474587 w 994371"/>
              <a:gd name="connsiteY525" fmla="*/ 1747 h 358818"/>
              <a:gd name="connsiteX526" fmla="*/ 475491 w 994371"/>
              <a:gd name="connsiteY526" fmla="*/ 2075 h 358818"/>
              <a:gd name="connsiteX527" fmla="*/ 476394 w 994371"/>
              <a:gd name="connsiteY527" fmla="*/ 2431 h 358818"/>
              <a:gd name="connsiteX528" fmla="*/ 477298 w 994371"/>
              <a:gd name="connsiteY528" fmla="*/ 2814 h 358818"/>
              <a:gd name="connsiteX529" fmla="*/ 478202 w 994371"/>
              <a:gd name="connsiteY529" fmla="*/ 3226 h 358818"/>
              <a:gd name="connsiteX530" fmla="*/ 479107 w 994371"/>
              <a:gd name="connsiteY530" fmla="*/ 3666 h 358818"/>
              <a:gd name="connsiteX531" fmla="*/ 480011 w 994371"/>
              <a:gd name="connsiteY531" fmla="*/ 4133 h 358818"/>
              <a:gd name="connsiteX532" fmla="*/ 480914 w 994371"/>
              <a:gd name="connsiteY532" fmla="*/ 4628 h 358818"/>
              <a:gd name="connsiteX533" fmla="*/ 481818 w 994371"/>
              <a:gd name="connsiteY533" fmla="*/ 5150 h 358818"/>
              <a:gd name="connsiteX534" fmla="*/ 482722 w 994371"/>
              <a:gd name="connsiteY534" fmla="*/ 5700 h 358818"/>
              <a:gd name="connsiteX535" fmla="*/ 483626 w 994371"/>
              <a:gd name="connsiteY535" fmla="*/ 6278 h 358818"/>
              <a:gd name="connsiteX536" fmla="*/ 484529 w 994371"/>
              <a:gd name="connsiteY536" fmla="*/ 6883 h 358818"/>
              <a:gd name="connsiteX537" fmla="*/ 485435 w 994371"/>
              <a:gd name="connsiteY537" fmla="*/ 7515 h 358818"/>
              <a:gd name="connsiteX538" fmla="*/ 486338 w 994371"/>
              <a:gd name="connsiteY538" fmla="*/ 8174 h 358818"/>
              <a:gd name="connsiteX539" fmla="*/ 487242 w 994371"/>
              <a:gd name="connsiteY539" fmla="*/ 8860 h 358818"/>
              <a:gd name="connsiteX540" fmla="*/ 488146 w 994371"/>
              <a:gd name="connsiteY540" fmla="*/ 9574 h 358818"/>
              <a:gd name="connsiteX541" fmla="*/ 489049 w 994371"/>
              <a:gd name="connsiteY541" fmla="*/ 10314 h 358818"/>
              <a:gd name="connsiteX542" fmla="*/ 489955 w 994371"/>
              <a:gd name="connsiteY542" fmla="*/ 11080 h 358818"/>
              <a:gd name="connsiteX543" fmla="*/ 490858 w 994371"/>
              <a:gd name="connsiteY543" fmla="*/ 11874 h 358818"/>
              <a:gd name="connsiteX544" fmla="*/ 491762 w 994371"/>
              <a:gd name="connsiteY544" fmla="*/ 12693 h 358818"/>
              <a:gd name="connsiteX545" fmla="*/ 492666 w 994371"/>
              <a:gd name="connsiteY545" fmla="*/ 13539 h 358818"/>
              <a:gd name="connsiteX546" fmla="*/ 493570 w 994371"/>
              <a:gd name="connsiteY546" fmla="*/ 14412 h 358818"/>
              <a:gd name="connsiteX547" fmla="*/ 494473 w 994371"/>
              <a:gd name="connsiteY547" fmla="*/ 15310 h 358818"/>
              <a:gd name="connsiteX548" fmla="*/ 495377 w 994371"/>
              <a:gd name="connsiteY548" fmla="*/ 16234 h 358818"/>
              <a:gd name="connsiteX549" fmla="*/ 496282 w 994371"/>
              <a:gd name="connsiteY549" fmla="*/ 17184 h 358818"/>
              <a:gd name="connsiteX550" fmla="*/ 497186 w 994371"/>
              <a:gd name="connsiteY550" fmla="*/ 18160 h 358818"/>
              <a:gd name="connsiteX551" fmla="*/ 498090 w 994371"/>
              <a:gd name="connsiteY551" fmla="*/ 19161 h 358818"/>
              <a:gd name="connsiteX552" fmla="*/ 498993 w 994371"/>
              <a:gd name="connsiteY552" fmla="*/ 20188 h 358818"/>
              <a:gd name="connsiteX553" fmla="*/ 499897 w 994371"/>
              <a:gd name="connsiteY553" fmla="*/ 21239 h 358818"/>
              <a:gd name="connsiteX554" fmla="*/ 500802 w 994371"/>
              <a:gd name="connsiteY554" fmla="*/ 22316 h 358818"/>
              <a:gd name="connsiteX555" fmla="*/ 501706 w 994371"/>
              <a:gd name="connsiteY555" fmla="*/ 23417 h 358818"/>
              <a:gd name="connsiteX556" fmla="*/ 502610 w 994371"/>
              <a:gd name="connsiteY556" fmla="*/ 24543 h 358818"/>
              <a:gd name="connsiteX557" fmla="*/ 503514 w 994371"/>
              <a:gd name="connsiteY557" fmla="*/ 25693 h 358818"/>
              <a:gd name="connsiteX558" fmla="*/ 504417 w 994371"/>
              <a:gd name="connsiteY558" fmla="*/ 26868 h 358818"/>
              <a:gd name="connsiteX559" fmla="*/ 505321 w 994371"/>
              <a:gd name="connsiteY559" fmla="*/ 28067 h 358818"/>
              <a:gd name="connsiteX560" fmla="*/ 506225 w 994371"/>
              <a:gd name="connsiteY560" fmla="*/ 29289 h 358818"/>
              <a:gd name="connsiteX561" fmla="*/ 507130 w 994371"/>
              <a:gd name="connsiteY561" fmla="*/ 30536 h 358818"/>
              <a:gd name="connsiteX562" fmla="*/ 508034 w 994371"/>
              <a:gd name="connsiteY562" fmla="*/ 31806 h 358818"/>
              <a:gd name="connsiteX563" fmla="*/ 508937 w 994371"/>
              <a:gd name="connsiteY563" fmla="*/ 33099 h 358818"/>
              <a:gd name="connsiteX564" fmla="*/ 509841 w 994371"/>
              <a:gd name="connsiteY564" fmla="*/ 34415 h 358818"/>
              <a:gd name="connsiteX565" fmla="*/ 510745 w 994371"/>
              <a:gd name="connsiteY565" fmla="*/ 35754 h 358818"/>
              <a:gd name="connsiteX566" fmla="*/ 511650 w 994371"/>
              <a:gd name="connsiteY566" fmla="*/ 37116 h 358818"/>
              <a:gd name="connsiteX567" fmla="*/ 512554 w 994371"/>
              <a:gd name="connsiteY567" fmla="*/ 38501 h 358818"/>
              <a:gd name="connsiteX568" fmla="*/ 513458 w 994371"/>
              <a:gd name="connsiteY568" fmla="*/ 39907 h 358818"/>
              <a:gd name="connsiteX569" fmla="*/ 514361 w 994371"/>
              <a:gd name="connsiteY569" fmla="*/ 41336 h 358818"/>
              <a:gd name="connsiteX570" fmla="*/ 515265 w 994371"/>
              <a:gd name="connsiteY570" fmla="*/ 42786 h 358818"/>
              <a:gd name="connsiteX571" fmla="*/ 516169 w 994371"/>
              <a:gd name="connsiteY571" fmla="*/ 44258 h 358818"/>
              <a:gd name="connsiteX572" fmla="*/ 517072 w 994371"/>
              <a:gd name="connsiteY572" fmla="*/ 45752 h 358818"/>
              <a:gd name="connsiteX573" fmla="*/ 517978 w 994371"/>
              <a:gd name="connsiteY573" fmla="*/ 47266 h 358818"/>
              <a:gd name="connsiteX574" fmla="*/ 518881 w 994371"/>
              <a:gd name="connsiteY574" fmla="*/ 48802 h 358818"/>
              <a:gd name="connsiteX575" fmla="*/ 519785 w 994371"/>
              <a:gd name="connsiteY575" fmla="*/ 50357 h 358818"/>
              <a:gd name="connsiteX576" fmla="*/ 520689 w 994371"/>
              <a:gd name="connsiteY576" fmla="*/ 51934 h 358818"/>
              <a:gd name="connsiteX577" fmla="*/ 521592 w 994371"/>
              <a:gd name="connsiteY577" fmla="*/ 53530 h 358818"/>
              <a:gd name="connsiteX578" fmla="*/ 522498 w 994371"/>
              <a:gd name="connsiteY578" fmla="*/ 55147 h 358818"/>
              <a:gd name="connsiteX579" fmla="*/ 523402 w 994371"/>
              <a:gd name="connsiteY579" fmla="*/ 56783 h 358818"/>
              <a:gd name="connsiteX580" fmla="*/ 524305 w 994371"/>
              <a:gd name="connsiteY580" fmla="*/ 58438 h 358818"/>
              <a:gd name="connsiteX581" fmla="*/ 525209 w 994371"/>
              <a:gd name="connsiteY581" fmla="*/ 60112 h 358818"/>
              <a:gd name="connsiteX582" fmla="*/ 526113 w 994371"/>
              <a:gd name="connsiteY582" fmla="*/ 61806 h 358818"/>
              <a:gd name="connsiteX583" fmla="*/ 527016 w 994371"/>
              <a:gd name="connsiteY583" fmla="*/ 63517 h 358818"/>
              <a:gd name="connsiteX584" fmla="*/ 527920 w 994371"/>
              <a:gd name="connsiteY584" fmla="*/ 65248 h 358818"/>
              <a:gd name="connsiteX585" fmla="*/ 528825 w 994371"/>
              <a:gd name="connsiteY585" fmla="*/ 66996 h 358818"/>
              <a:gd name="connsiteX586" fmla="*/ 529729 w 994371"/>
              <a:gd name="connsiteY586" fmla="*/ 68762 h 358818"/>
              <a:gd name="connsiteX587" fmla="*/ 530633 w 994371"/>
              <a:gd name="connsiteY587" fmla="*/ 70545 h 358818"/>
              <a:gd name="connsiteX588" fmla="*/ 531536 w 994371"/>
              <a:gd name="connsiteY588" fmla="*/ 72346 h 358818"/>
              <a:gd name="connsiteX589" fmla="*/ 532440 w 994371"/>
              <a:gd name="connsiteY589" fmla="*/ 74163 h 358818"/>
              <a:gd name="connsiteX590" fmla="*/ 533346 w 994371"/>
              <a:gd name="connsiteY590" fmla="*/ 75997 h 358818"/>
              <a:gd name="connsiteX591" fmla="*/ 534249 w 994371"/>
              <a:gd name="connsiteY591" fmla="*/ 77848 h 358818"/>
              <a:gd name="connsiteX592" fmla="*/ 535153 w 994371"/>
              <a:gd name="connsiteY592" fmla="*/ 79714 h 358818"/>
              <a:gd name="connsiteX593" fmla="*/ 536057 w 994371"/>
              <a:gd name="connsiteY593" fmla="*/ 81596 h 358818"/>
              <a:gd name="connsiteX594" fmla="*/ 536960 w 994371"/>
              <a:gd name="connsiteY594" fmla="*/ 83494 h 358818"/>
              <a:gd name="connsiteX595" fmla="*/ 537864 w 994371"/>
              <a:gd name="connsiteY595" fmla="*/ 85407 h 358818"/>
              <a:gd name="connsiteX596" fmla="*/ 538768 w 994371"/>
              <a:gd name="connsiteY596" fmla="*/ 87335 h 358818"/>
              <a:gd name="connsiteX597" fmla="*/ 539673 w 994371"/>
              <a:gd name="connsiteY597" fmla="*/ 89277 h 358818"/>
              <a:gd name="connsiteX598" fmla="*/ 540577 w 994371"/>
              <a:gd name="connsiteY598" fmla="*/ 91233 h 358818"/>
              <a:gd name="connsiteX599" fmla="*/ 541480 w 994371"/>
              <a:gd name="connsiteY599" fmla="*/ 93204 h 358818"/>
              <a:gd name="connsiteX600" fmla="*/ 542384 w 994371"/>
              <a:gd name="connsiteY600" fmla="*/ 95188 h 358818"/>
              <a:gd name="connsiteX601" fmla="*/ 543288 w 994371"/>
              <a:gd name="connsiteY601" fmla="*/ 97185 h 358818"/>
              <a:gd name="connsiteX602" fmla="*/ 544193 w 994371"/>
              <a:gd name="connsiteY602" fmla="*/ 99195 h 358818"/>
              <a:gd name="connsiteX603" fmla="*/ 545097 w 994371"/>
              <a:gd name="connsiteY603" fmla="*/ 101218 h 358818"/>
              <a:gd name="connsiteX604" fmla="*/ 546001 w 994371"/>
              <a:gd name="connsiteY604" fmla="*/ 103253 h 358818"/>
              <a:gd name="connsiteX605" fmla="*/ 546904 w 994371"/>
              <a:gd name="connsiteY605" fmla="*/ 105300 h 358818"/>
              <a:gd name="connsiteX606" fmla="*/ 547808 w 994371"/>
              <a:gd name="connsiteY606" fmla="*/ 107359 h 358818"/>
              <a:gd name="connsiteX607" fmla="*/ 548712 w 994371"/>
              <a:gd name="connsiteY607" fmla="*/ 109430 h 358818"/>
              <a:gd name="connsiteX608" fmla="*/ 549615 w 994371"/>
              <a:gd name="connsiteY608" fmla="*/ 111511 h 358818"/>
              <a:gd name="connsiteX609" fmla="*/ 550521 w 994371"/>
              <a:gd name="connsiteY609" fmla="*/ 113603 h 358818"/>
              <a:gd name="connsiteX610" fmla="*/ 551424 w 994371"/>
              <a:gd name="connsiteY610" fmla="*/ 115706 h 358818"/>
              <a:gd name="connsiteX611" fmla="*/ 552328 w 994371"/>
              <a:gd name="connsiteY611" fmla="*/ 117819 h 358818"/>
              <a:gd name="connsiteX612" fmla="*/ 553232 w 994371"/>
              <a:gd name="connsiteY612" fmla="*/ 119941 h 358818"/>
              <a:gd name="connsiteX613" fmla="*/ 554136 w 994371"/>
              <a:gd name="connsiteY613" fmla="*/ 122073 h 358818"/>
              <a:gd name="connsiteX614" fmla="*/ 555041 w 994371"/>
              <a:gd name="connsiteY614" fmla="*/ 124213 h 358818"/>
              <a:gd name="connsiteX615" fmla="*/ 555945 w 994371"/>
              <a:gd name="connsiteY615" fmla="*/ 126363 h 358818"/>
              <a:gd name="connsiteX616" fmla="*/ 556848 w 994371"/>
              <a:gd name="connsiteY616" fmla="*/ 128521 h 358818"/>
              <a:gd name="connsiteX617" fmla="*/ 557752 w 994371"/>
              <a:gd name="connsiteY617" fmla="*/ 130687 h 358818"/>
              <a:gd name="connsiteX618" fmla="*/ 558656 w 994371"/>
              <a:gd name="connsiteY618" fmla="*/ 132860 h 358818"/>
              <a:gd name="connsiteX619" fmla="*/ 559559 w 994371"/>
              <a:gd name="connsiteY619" fmla="*/ 135040 h 358818"/>
              <a:gd name="connsiteX620" fmla="*/ 560463 w 994371"/>
              <a:gd name="connsiteY620" fmla="*/ 137228 h 358818"/>
              <a:gd name="connsiteX621" fmla="*/ 561368 w 994371"/>
              <a:gd name="connsiteY621" fmla="*/ 139424 h 358818"/>
              <a:gd name="connsiteX622" fmla="*/ 562272 w 994371"/>
              <a:gd name="connsiteY622" fmla="*/ 141625 h 358818"/>
              <a:gd name="connsiteX623" fmla="*/ 563176 w 994371"/>
              <a:gd name="connsiteY623" fmla="*/ 143831 h 358818"/>
              <a:gd name="connsiteX624" fmla="*/ 564080 w 994371"/>
              <a:gd name="connsiteY624" fmla="*/ 146044 h 358818"/>
              <a:gd name="connsiteX625" fmla="*/ 564983 w 994371"/>
              <a:gd name="connsiteY625" fmla="*/ 148262 h 358818"/>
              <a:gd name="connsiteX626" fmla="*/ 565889 w 994371"/>
              <a:gd name="connsiteY626" fmla="*/ 150485 h 358818"/>
              <a:gd name="connsiteX627" fmla="*/ 566792 w 994371"/>
              <a:gd name="connsiteY627" fmla="*/ 152712 h 358818"/>
              <a:gd name="connsiteX628" fmla="*/ 567696 w 994371"/>
              <a:gd name="connsiteY628" fmla="*/ 154943 h 358818"/>
              <a:gd name="connsiteX629" fmla="*/ 568600 w 994371"/>
              <a:gd name="connsiteY629" fmla="*/ 157179 h 358818"/>
              <a:gd name="connsiteX630" fmla="*/ 569503 w 994371"/>
              <a:gd name="connsiteY630" fmla="*/ 159417 h 358818"/>
              <a:gd name="connsiteX631" fmla="*/ 570407 w 994371"/>
              <a:gd name="connsiteY631" fmla="*/ 161659 h 358818"/>
              <a:gd name="connsiteX632" fmla="*/ 571311 w 994371"/>
              <a:gd name="connsiteY632" fmla="*/ 163904 h 358818"/>
              <a:gd name="connsiteX633" fmla="*/ 572216 w 994371"/>
              <a:gd name="connsiteY633" fmla="*/ 166151 h 358818"/>
              <a:gd name="connsiteX634" fmla="*/ 573120 w 994371"/>
              <a:gd name="connsiteY634" fmla="*/ 168401 h 358818"/>
              <a:gd name="connsiteX635" fmla="*/ 574023 w 994371"/>
              <a:gd name="connsiteY635" fmla="*/ 170652 h 358818"/>
              <a:gd name="connsiteX636" fmla="*/ 574927 w 994371"/>
              <a:gd name="connsiteY636" fmla="*/ 172904 h 358818"/>
              <a:gd name="connsiteX637" fmla="*/ 575831 w 994371"/>
              <a:gd name="connsiteY637" fmla="*/ 175158 h 358818"/>
              <a:gd name="connsiteX638" fmla="*/ 576736 w 994371"/>
              <a:gd name="connsiteY638" fmla="*/ 177413 h 358818"/>
              <a:gd name="connsiteX639" fmla="*/ 577640 w 994371"/>
              <a:gd name="connsiteY639" fmla="*/ 179667 h 358818"/>
              <a:gd name="connsiteX640" fmla="*/ 578544 w 994371"/>
              <a:gd name="connsiteY640" fmla="*/ 181921 h 358818"/>
              <a:gd name="connsiteX641" fmla="*/ 579447 w 994371"/>
              <a:gd name="connsiteY641" fmla="*/ 184175 h 358818"/>
              <a:gd name="connsiteX642" fmla="*/ 580351 w 994371"/>
              <a:gd name="connsiteY642" fmla="*/ 186428 h 358818"/>
              <a:gd name="connsiteX643" fmla="*/ 581255 w 994371"/>
              <a:gd name="connsiteY643" fmla="*/ 188681 h 358818"/>
              <a:gd name="connsiteX644" fmla="*/ 582158 w 994371"/>
              <a:gd name="connsiteY644" fmla="*/ 190931 h 358818"/>
              <a:gd name="connsiteX645" fmla="*/ 583064 w 994371"/>
              <a:gd name="connsiteY645" fmla="*/ 193181 h 358818"/>
              <a:gd name="connsiteX646" fmla="*/ 583967 w 994371"/>
              <a:gd name="connsiteY646" fmla="*/ 195427 h 358818"/>
              <a:gd name="connsiteX647" fmla="*/ 584871 w 994371"/>
              <a:gd name="connsiteY647" fmla="*/ 197671 h 358818"/>
              <a:gd name="connsiteX648" fmla="*/ 585775 w 994371"/>
              <a:gd name="connsiteY648" fmla="*/ 199912 h 358818"/>
              <a:gd name="connsiteX649" fmla="*/ 586679 w 994371"/>
              <a:gd name="connsiteY649" fmla="*/ 202150 h 358818"/>
              <a:gd name="connsiteX650" fmla="*/ 587584 w 994371"/>
              <a:gd name="connsiteY650" fmla="*/ 204385 h 358818"/>
              <a:gd name="connsiteX651" fmla="*/ 588488 w 994371"/>
              <a:gd name="connsiteY651" fmla="*/ 206615 h 358818"/>
              <a:gd name="connsiteX652" fmla="*/ 589391 w 994371"/>
              <a:gd name="connsiteY652" fmla="*/ 208841 h 358818"/>
              <a:gd name="connsiteX653" fmla="*/ 590295 w 994371"/>
              <a:gd name="connsiteY653" fmla="*/ 211064 h 358818"/>
              <a:gd name="connsiteX654" fmla="*/ 591199 w 994371"/>
              <a:gd name="connsiteY654" fmla="*/ 213280 h 358818"/>
              <a:gd name="connsiteX655" fmla="*/ 592102 w 994371"/>
              <a:gd name="connsiteY655" fmla="*/ 215491 h 358818"/>
              <a:gd name="connsiteX656" fmla="*/ 593006 w 994371"/>
              <a:gd name="connsiteY656" fmla="*/ 217697 h 358818"/>
              <a:gd name="connsiteX657" fmla="*/ 593911 w 994371"/>
              <a:gd name="connsiteY657" fmla="*/ 219896 h 358818"/>
              <a:gd name="connsiteX658" fmla="*/ 594815 w 994371"/>
              <a:gd name="connsiteY658" fmla="*/ 222089 h 358818"/>
              <a:gd name="connsiteX659" fmla="*/ 595719 w 994371"/>
              <a:gd name="connsiteY659" fmla="*/ 224275 h 358818"/>
              <a:gd name="connsiteX660" fmla="*/ 596623 w 994371"/>
              <a:gd name="connsiteY660" fmla="*/ 226455 h 358818"/>
              <a:gd name="connsiteX661" fmla="*/ 597526 w 994371"/>
              <a:gd name="connsiteY661" fmla="*/ 228627 h 358818"/>
              <a:gd name="connsiteX662" fmla="*/ 598432 w 994371"/>
              <a:gd name="connsiteY662" fmla="*/ 230790 h 358818"/>
              <a:gd name="connsiteX663" fmla="*/ 599335 w 994371"/>
              <a:gd name="connsiteY663" fmla="*/ 232946 h 358818"/>
              <a:gd name="connsiteX664" fmla="*/ 600239 w 994371"/>
              <a:gd name="connsiteY664" fmla="*/ 235094 h 358818"/>
              <a:gd name="connsiteX665" fmla="*/ 601143 w 994371"/>
              <a:gd name="connsiteY665" fmla="*/ 237232 h 358818"/>
              <a:gd name="connsiteX666" fmla="*/ 602046 w 994371"/>
              <a:gd name="connsiteY666" fmla="*/ 239362 h 358818"/>
              <a:gd name="connsiteX667" fmla="*/ 602950 w 994371"/>
              <a:gd name="connsiteY667" fmla="*/ 241483 h 358818"/>
              <a:gd name="connsiteX668" fmla="*/ 603854 w 994371"/>
              <a:gd name="connsiteY668" fmla="*/ 243593 h 358818"/>
              <a:gd name="connsiteX669" fmla="*/ 604759 w 994371"/>
              <a:gd name="connsiteY669" fmla="*/ 245693 h 358818"/>
              <a:gd name="connsiteX670" fmla="*/ 605663 w 994371"/>
              <a:gd name="connsiteY670" fmla="*/ 247783 h 358818"/>
              <a:gd name="connsiteX671" fmla="*/ 606567 w 994371"/>
              <a:gd name="connsiteY671" fmla="*/ 249862 h 358818"/>
              <a:gd name="connsiteX672" fmla="*/ 607470 w 994371"/>
              <a:gd name="connsiteY672" fmla="*/ 251931 h 358818"/>
              <a:gd name="connsiteX673" fmla="*/ 608374 w 994371"/>
              <a:gd name="connsiteY673" fmla="*/ 253986 h 358818"/>
              <a:gd name="connsiteX674" fmla="*/ 609278 w 994371"/>
              <a:gd name="connsiteY674" fmla="*/ 256031 h 358818"/>
              <a:gd name="connsiteX675" fmla="*/ 610183 w 994371"/>
              <a:gd name="connsiteY675" fmla="*/ 258064 h 358818"/>
              <a:gd name="connsiteX676" fmla="*/ 611087 w 994371"/>
              <a:gd name="connsiteY676" fmla="*/ 260084 h 358818"/>
              <a:gd name="connsiteX677" fmla="*/ 611990 w 994371"/>
              <a:gd name="connsiteY677" fmla="*/ 262091 h 358818"/>
              <a:gd name="connsiteX678" fmla="*/ 612894 w 994371"/>
              <a:gd name="connsiteY678" fmla="*/ 264086 h 358818"/>
              <a:gd name="connsiteX679" fmla="*/ 613798 w 994371"/>
              <a:gd name="connsiteY679" fmla="*/ 266066 h 358818"/>
              <a:gd name="connsiteX680" fmla="*/ 614703 w 994371"/>
              <a:gd name="connsiteY680" fmla="*/ 268033 h 358818"/>
              <a:gd name="connsiteX681" fmla="*/ 615607 w 994371"/>
              <a:gd name="connsiteY681" fmla="*/ 269986 h 358818"/>
              <a:gd name="connsiteX682" fmla="*/ 616510 w 994371"/>
              <a:gd name="connsiteY682" fmla="*/ 271925 h 358818"/>
              <a:gd name="connsiteX683" fmla="*/ 617414 w 994371"/>
              <a:gd name="connsiteY683" fmla="*/ 273849 h 358818"/>
              <a:gd name="connsiteX684" fmla="*/ 618318 w 994371"/>
              <a:gd name="connsiteY684" fmla="*/ 275759 h 358818"/>
              <a:gd name="connsiteX685" fmla="*/ 619222 w 994371"/>
              <a:gd name="connsiteY685" fmla="*/ 277653 h 358818"/>
              <a:gd name="connsiteX686" fmla="*/ 620125 w 994371"/>
              <a:gd name="connsiteY686" fmla="*/ 279532 h 358818"/>
              <a:gd name="connsiteX687" fmla="*/ 621031 w 994371"/>
              <a:gd name="connsiteY687" fmla="*/ 281394 h 358818"/>
              <a:gd name="connsiteX688" fmla="*/ 621934 w 994371"/>
              <a:gd name="connsiteY688" fmla="*/ 283241 h 358818"/>
              <a:gd name="connsiteX689" fmla="*/ 622838 w 994371"/>
              <a:gd name="connsiteY689" fmla="*/ 285072 h 358818"/>
              <a:gd name="connsiteX690" fmla="*/ 623742 w 994371"/>
              <a:gd name="connsiteY690" fmla="*/ 286886 h 358818"/>
              <a:gd name="connsiteX691" fmla="*/ 624645 w 994371"/>
              <a:gd name="connsiteY691" fmla="*/ 288681 h 358818"/>
              <a:gd name="connsiteX692" fmla="*/ 625551 w 994371"/>
              <a:gd name="connsiteY692" fmla="*/ 290461 h 358818"/>
              <a:gd name="connsiteX693" fmla="*/ 626455 w 994371"/>
              <a:gd name="connsiteY693" fmla="*/ 292223 h 358818"/>
              <a:gd name="connsiteX694" fmla="*/ 627358 w 994371"/>
              <a:gd name="connsiteY694" fmla="*/ 293967 h 358818"/>
              <a:gd name="connsiteX695" fmla="*/ 628262 w 994371"/>
              <a:gd name="connsiteY695" fmla="*/ 295693 h 358818"/>
              <a:gd name="connsiteX696" fmla="*/ 629166 w 994371"/>
              <a:gd name="connsiteY696" fmla="*/ 297401 h 358818"/>
              <a:gd name="connsiteX697" fmla="*/ 630069 w 994371"/>
              <a:gd name="connsiteY697" fmla="*/ 299090 h 358818"/>
              <a:gd name="connsiteX698" fmla="*/ 630973 w 994371"/>
              <a:gd name="connsiteY698" fmla="*/ 300760 h 358818"/>
              <a:gd name="connsiteX699" fmla="*/ 631878 w 994371"/>
              <a:gd name="connsiteY699" fmla="*/ 302411 h 358818"/>
              <a:gd name="connsiteX700" fmla="*/ 632782 w 994371"/>
              <a:gd name="connsiteY700" fmla="*/ 304043 h 358818"/>
              <a:gd name="connsiteX701" fmla="*/ 633686 w 994371"/>
              <a:gd name="connsiteY701" fmla="*/ 305654 h 358818"/>
              <a:gd name="connsiteX702" fmla="*/ 634589 w 994371"/>
              <a:gd name="connsiteY702" fmla="*/ 307245 h 358818"/>
              <a:gd name="connsiteX703" fmla="*/ 635493 w 994371"/>
              <a:gd name="connsiteY703" fmla="*/ 308818 h 358818"/>
              <a:gd name="connsiteX704" fmla="*/ 636398 w 994371"/>
              <a:gd name="connsiteY704" fmla="*/ 310370 h 358818"/>
              <a:gd name="connsiteX705" fmla="*/ 637302 w 994371"/>
              <a:gd name="connsiteY705" fmla="*/ 311900 h 358818"/>
              <a:gd name="connsiteX706" fmla="*/ 638206 w 994371"/>
              <a:gd name="connsiteY706" fmla="*/ 313410 h 358818"/>
              <a:gd name="connsiteX707" fmla="*/ 639110 w 994371"/>
              <a:gd name="connsiteY707" fmla="*/ 314898 h 358818"/>
              <a:gd name="connsiteX708" fmla="*/ 640013 w 994371"/>
              <a:gd name="connsiteY708" fmla="*/ 316365 h 358818"/>
              <a:gd name="connsiteX709" fmla="*/ 640917 w 994371"/>
              <a:gd name="connsiteY709" fmla="*/ 317811 h 358818"/>
              <a:gd name="connsiteX710" fmla="*/ 641821 w 994371"/>
              <a:gd name="connsiteY710" fmla="*/ 319234 h 358818"/>
              <a:gd name="connsiteX711" fmla="*/ 642726 w 994371"/>
              <a:gd name="connsiteY711" fmla="*/ 320636 h 358818"/>
              <a:gd name="connsiteX712" fmla="*/ 643630 w 994371"/>
              <a:gd name="connsiteY712" fmla="*/ 322015 h 358818"/>
              <a:gd name="connsiteX713" fmla="*/ 644533 w 994371"/>
              <a:gd name="connsiteY713" fmla="*/ 323372 h 358818"/>
              <a:gd name="connsiteX714" fmla="*/ 645437 w 994371"/>
              <a:gd name="connsiteY714" fmla="*/ 324706 h 358818"/>
              <a:gd name="connsiteX715" fmla="*/ 646341 w 994371"/>
              <a:gd name="connsiteY715" fmla="*/ 326017 h 358818"/>
              <a:gd name="connsiteX716" fmla="*/ 647246 w 994371"/>
              <a:gd name="connsiteY716" fmla="*/ 327304 h 358818"/>
              <a:gd name="connsiteX717" fmla="*/ 648150 w 994371"/>
              <a:gd name="connsiteY717" fmla="*/ 328568 h 358818"/>
              <a:gd name="connsiteX718" fmla="*/ 649054 w 994371"/>
              <a:gd name="connsiteY718" fmla="*/ 329811 h 358818"/>
              <a:gd name="connsiteX719" fmla="*/ 649957 w 994371"/>
              <a:gd name="connsiteY719" fmla="*/ 331027 h 358818"/>
              <a:gd name="connsiteX720" fmla="*/ 650861 w 994371"/>
              <a:gd name="connsiteY720" fmla="*/ 332221 h 358818"/>
              <a:gd name="connsiteX721" fmla="*/ 651765 w 994371"/>
              <a:gd name="connsiteY721" fmla="*/ 333389 h 358818"/>
              <a:gd name="connsiteX722" fmla="*/ 652668 w 994371"/>
              <a:gd name="connsiteY722" fmla="*/ 334535 h 358818"/>
              <a:gd name="connsiteX723" fmla="*/ 653574 w 994371"/>
              <a:gd name="connsiteY723" fmla="*/ 335655 h 358818"/>
              <a:gd name="connsiteX724" fmla="*/ 654477 w 994371"/>
              <a:gd name="connsiteY724" fmla="*/ 336752 h 358818"/>
              <a:gd name="connsiteX725" fmla="*/ 655381 w 994371"/>
              <a:gd name="connsiteY725" fmla="*/ 337821 h 358818"/>
              <a:gd name="connsiteX726" fmla="*/ 656285 w 994371"/>
              <a:gd name="connsiteY726" fmla="*/ 338868 h 358818"/>
              <a:gd name="connsiteX727" fmla="*/ 657189 w 994371"/>
              <a:gd name="connsiteY727" fmla="*/ 339888 h 358818"/>
              <a:gd name="connsiteX728" fmla="*/ 658094 w 994371"/>
              <a:gd name="connsiteY728" fmla="*/ 340883 h 358818"/>
              <a:gd name="connsiteX729" fmla="*/ 658998 w 994371"/>
              <a:gd name="connsiteY729" fmla="*/ 341853 h 358818"/>
              <a:gd name="connsiteX730" fmla="*/ 659901 w 994371"/>
              <a:gd name="connsiteY730" fmla="*/ 342797 h 358818"/>
              <a:gd name="connsiteX731" fmla="*/ 660805 w 994371"/>
              <a:gd name="connsiteY731" fmla="*/ 343715 h 358818"/>
              <a:gd name="connsiteX732" fmla="*/ 661709 w 994371"/>
              <a:gd name="connsiteY732" fmla="*/ 344607 h 358818"/>
              <a:gd name="connsiteX733" fmla="*/ 662612 w 994371"/>
              <a:gd name="connsiteY733" fmla="*/ 345474 h 358818"/>
              <a:gd name="connsiteX734" fmla="*/ 663516 w 994371"/>
              <a:gd name="connsiteY734" fmla="*/ 346315 h 358818"/>
              <a:gd name="connsiteX735" fmla="*/ 664421 w 994371"/>
              <a:gd name="connsiteY735" fmla="*/ 347129 h 358818"/>
              <a:gd name="connsiteX736" fmla="*/ 665325 w 994371"/>
              <a:gd name="connsiteY736" fmla="*/ 347915 h 358818"/>
              <a:gd name="connsiteX737" fmla="*/ 666229 w 994371"/>
              <a:gd name="connsiteY737" fmla="*/ 348676 h 358818"/>
              <a:gd name="connsiteX738" fmla="*/ 667132 w 994371"/>
              <a:gd name="connsiteY738" fmla="*/ 349410 h 358818"/>
              <a:gd name="connsiteX739" fmla="*/ 668036 w 994371"/>
              <a:gd name="connsiteY739" fmla="*/ 350118 h 358818"/>
              <a:gd name="connsiteX740" fmla="*/ 668940 w 994371"/>
              <a:gd name="connsiteY740" fmla="*/ 350797 h 358818"/>
              <a:gd name="connsiteX741" fmla="*/ 669845 w 994371"/>
              <a:gd name="connsiteY741" fmla="*/ 351450 h 358818"/>
              <a:gd name="connsiteX742" fmla="*/ 670749 w 994371"/>
              <a:gd name="connsiteY742" fmla="*/ 352076 h 358818"/>
              <a:gd name="connsiteX743" fmla="*/ 671653 w 994371"/>
              <a:gd name="connsiteY743" fmla="*/ 352674 h 358818"/>
              <a:gd name="connsiteX744" fmla="*/ 672556 w 994371"/>
              <a:gd name="connsiteY744" fmla="*/ 353246 h 358818"/>
              <a:gd name="connsiteX745" fmla="*/ 673460 w 994371"/>
              <a:gd name="connsiteY745" fmla="*/ 353790 h 358818"/>
              <a:gd name="connsiteX746" fmla="*/ 674364 w 994371"/>
              <a:gd name="connsiteY746" fmla="*/ 354305 h 358818"/>
              <a:gd name="connsiteX747" fmla="*/ 675269 w 994371"/>
              <a:gd name="connsiteY747" fmla="*/ 354795 h 358818"/>
              <a:gd name="connsiteX748" fmla="*/ 676173 w 994371"/>
              <a:gd name="connsiteY748" fmla="*/ 355256 h 358818"/>
              <a:gd name="connsiteX749" fmla="*/ 677076 w 994371"/>
              <a:gd name="connsiteY749" fmla="*/ 355689 h 358818"/>
              <a:gd name="connsiteX750" fmla="*/ 677980 w 994371"/>
              <a:gd name="connsiteY750" fmla="*/ 356095 h 358818"/>
              <a:gd name="connsiteX751" fmla="*/ 678884 w 994371"/>
              <a:gd name="connsiteY751" fmla="*/ 356472 h 358818"/>
              <a:gd name="connsiteX752" fmla="*/ 679789 w 994371"/>
              <a:gd name="connsiteY752" fmla="*/ 356822 h 358818"/>
              <a:gd name="connsiteX753" fmla="*/ 680693 w 994371"/>
              <a:gd name="connsiteY753" fmla="*/ 357143 h 358818"/>
              <a:gd name="connsiteX754" fmla="*/ 681597 w 994371"/>
              <a:gd name="connsiteY754" fmla="*/ 357437 h 358818"/>
              <a:gd name="connsiteX755" fmla="*/ 682500 w 994371"/>
              <a:gd name="connsiteY755" fmla="*/ 357701 h 358818"/>
              <a:gd name="connsiteX756" fmla="*/ 683404 w 994371"/>
              <a:gd name="connsiteY756" fmla="*/ 357938 h 358818"/>
              <a:gd name="connsiteX757" fmla="*/ 684308 w 994371"/>
              <a:gd name="connsiteY757" fmla="*/ 358148 h 358818"/>
              <a:gd name="connsiteX758" fmla="*/ 685213 w 994371"/>
              <a:gd name="connsiteY758" fmla="*/ 358329 h 358818"/>
              <a:gd name="connsiteX759" fmla="*/ 686117 w 994371"/>
              <a:gd name="connsiteY759" fmla="*/ 358480 h 358818"/>
              <a:gd name="connsiteX760" fmla="*/ 687020 w 994371"/>
              <a:gd name="connsiteY760" fmla="*/ 358605 h 358818"/>
              <a:gd name="connsiteX761" fmla="*/ 687924 w 994371"/>
              <a:gd name="connsiteY761" fmla="*/ 358701 h 358818"/>
              <a:gd name="connsiteX762" fmla="*/ 688828 w 994371"/>
              <a:gd name="connsiteY762" fmla="*/ 358769 h 358818"/>
              <a:gd name="connsiteX763" fmla="*/ 689732 w 994371"/>
              <a:gd name="connsiteY763" fmla="*/ 358807 h 358818"/>
              <a:gd name="connsiteX764" fmla="*/ 690635 w 994371"/>
              <a:gd name="connsiteY764" fmla="*/ 358819 h 358818"/>
              <a:gd name="connsiteX765" fmla="*/ 691541 w 994371"/>
              <a:gd name="connsiteY765" fmla="*/ 358801 h 358818"/>
              <a:gd name="connsiteX766" fmla="*/ 692444 w 994371"/>
              <a:gd name="connsiteY766" fmla="*/ 358756 h 358818"/>
              <a:gd name="connsiteX767" fmla="*/ 693348 w 994371"/>
              <a:gd name="connsiteY767" fmla="*/ 358681 h 358818"/>
              <a:gd name="connsiteX768" fmla="*/ 694252 w 994371"/>
              <a:gd name="connsiteY768" fmla="*/ 358580 h 358818"/>
              <a:gd name="connsiteX769" fmla="*/ 695155 w 994371"/>
              <a:gd name="connsiteY769" fmla="*/ 358448 h 358818"/>
              <a:gd name="connsiteX770" fmla="*/ 696059 w 994371"/>
              <a:gd name="connsiteY770" fmla="*/ 358289 h 358818"/>
              <a:gd name="connsiteX771" fmla="*/ 696964 w 994371"/>
              <a:gd name="connsiteY771" fmla="*/ 358103 h 358818"/>
              <a:gd name="connsiteX772" fmla="*/ 697868 w 994371"/>
              <a:gd name="connsiteY772" fmla="*/ 357887 h 358818"/>
              <a:gd name="connsiteX773" fmla="*/ 698772 w 994371"/>
              <a:gd name="connsiteY773" fmla="*/ 357643 h 358818"/>
              <a:gd name="connsiteX774" fmla="*/ 699676 w 994371"/>
              <a:gd name="connsiteY774" fmla="*/ 357372 h 358818"/>
              <a:gd name="connsiteX775" fmla="*/ 700579 w 994371"/>
              <a:gd name="connsiteY775" fmla="*/ 357071 h 358818"/>
              <a:gd name="connsiteX776" fmla="*/ 701485 w 994371"/>
              <a:gd name="connsiteY776" fmla="*/ 356744 h 358818"/>
              <a:gd name="connsiteX777" fmla="*/ 702388 w 994371"/>
              <a:gd name="connsiteY777" fmla="*/ 356389 h 358818"/>
              <a:gd name="connsiteX778" fmla="*/ 703292 w 994371"/>
              <a:gd name="connsiteY778" fmla="*/ 356005 h 358818"/>
              <a:gd name="connsiteX779" fmla="*/ 704196 w 994371"/>
              <a:gd name="connsiteY779" fmla="*/ 355593 h 358818"/>
              <a:gd name="connsiteX780" fmla="*/ 705099 w 994371"/>
              <a:gd name="connsiteY780" fmla="*/ 355153 h 358818"/>
              <a:gd name="connsiteX781" fmla="*/ 706003 w 994371"/>
              <a:gd name="connsiteY781" fmla="*/ 354686 h 358818"/>
              <a:gd name="connsiteX782" fmla="*/ 706908 w 994371"/>
              <a:gd name="connsiteY782" fmla="*/ 354191 h 358818"/>
              <a:gd name="connsiteX783" fmla="*/ 707812 w 994371"/>
              <a:gd name="connsiteY783" fmla="*/ 353669 h 358818"/>
              <a:gd name="connsiteX784" fmla="*/ 708716 w 994371"/>
              <a:gd name="connsiteY784" fmla="*/ 353118 h 358818"/>
              <a:gd name="connsiteX785" fmla="*/ 709620 w 994371"/>
              <a:gd name="connsiteY785" fmla="*/ 352541 h 358818"/>
              <a:gd name="connsiteX786" fmla="*/ 710523 w 994371"/>
              <a:gd name="connsiteY786" fmla="*/ 351937 h 358818"/>
              <a:gd name="connsiteX787" fmla="*/ 711427 w 994371"/>
              <a:gd name="connsiteY787" fmla="*/ 351304 h 358818"/>
              <a:gd name="connsiteX788" fmla="*/ 712331 w 994371"/>
              <a:gd name="connsiteY788" fmla="*/ 350644 h 358818"/>
              <a:gd name="connsiteX789" fmla="*/ 713236 w 994371"/>
              <a:gd name="connsiteY789" fmla="*/ 349958 h 358818"/>
              <a:gd name="connsiteX790" fmla="*/ 714140 w 994371"/>
              <a:gd name="connsiteY790" fmla="*/ 349245 h 358818"/>
              <a:gd name="connsiteX791" fmla="*/ 715043 w 994371"/>
              <a:gd name="connsiteY791" fmla="*/ 348505 h 358818"/>
              <a:gd name="connsiteX792" fmla="*/ 715947 w 994371"/>
              <a:gd name="connsiteY792" fmla="*/ 347739 h 358818"/>
              <a:gd name="connsiteX793" fmla="*/ 716851 w 994371"/>
              <a:gd name="connsiteY793" fmla="*/ 346945 h 358818"/>
              <a:gd name="connsiteX794" fmla="*/ 717754 w 994371"/>
              <a:gd name="connsiteY794" fmla="*/ 346126 h 358818"/>
              <a:gd name="connsiteX795" fmla="*/ 718660 w 994371"/>
              <a:gd name="connsiteY795" fmla="*/ 345280 h 358818"/>
              <a:gd name="connsiteX796" fmla="*/ 719563 w 994371"/>
              <a:gd name="connsiteY796" fmla="*/ 344406 h 358818"/>
              <a:gd name="connsiteX797" fmla="*/ 720467 w 994371"/>
              <a:gd name="connsiteY797" fmla="*/ 343509 h 358818"/>
              <a:gd name="connsiteX798" fmla="*/ 721371 w 994371"/>
              <a:gd name="connsiteY798" fmla="*/ 342584 h 358818"/>
              <a:gd name="connsiteX799" fmla="*/ 722275 w 994371"/>
              <a:gd name="connsiteY799" fmla="*/ 341634 h 358818"/>
              <a:gd name="connsiteX800" fmla="*/ 723180 w 994371"/>
              <a:gd name="connsiteY800" fmla="*/ 340659 h 358818"/>
              <a:gd name="connsiteX801" fmla="*/ 724084 w 994371"/>
              <a:gd name="connsiteY801" fmla="*/ 339657 h 358818"/>
              <a:gd name="connsiteX802" fmla="*/ 724987 w 994371"/>
              <a:gd name="connsiteY802" fmla="*/ 338632 h 358818"/>
              <a:gd name="connsiteX803" fmla="*/ 725891 w 994371"/>
              <a:gd name="connsiteY803" fmla="*/ 337579 h 358818"/>
              <a:gd name="connsiteX804" fmla="*/ 726795 w 994371"/>
              <a:gd name="connsiteY804" fmla="*/ 336502 h 358818"/>
              <a:gd name="connsiteX805" fmla="*/ 727698 w 994371"/>
              <a:gd name="connsiteY805" fmla="*/ 335403 h 358818"/>
              <a:gd name="connsiteX806" fmla="*/ 728604 w 994371"/>
              <a:gd name="connsiteY806" fmla="*/ 334276 h 358818"/>
              <a:gd name="connsiteX807" fmla="*/ 729508 w 994371"/>
              <a:gd name="connsiteY807" fmla="*/ 333125 h 358818"/>
              <a:gd name="connsiteX808" fmla="*/ 730411 w 994371"/>
              <a:gd name="connsiteY808" fmla="*/ 331951 h 358818"/>
              <a:gd name="connsiteX809" fmla="*/ 731315 w 994371"/>
              <a:gd name="connsiteY809" fmla="*/ 330751 h 358818"/>
              <a:gd name="connsiteX810" fmla="*/ 732219 w 994371"/>
              <a:gd name="connsiteY810" fmla="*/ 329529 h 358818"/>
              <a:gd name="connsiteX811" fmla="*/ 733122 w 994371"/>
              <a:gd name="connsiteY811" fmla="*/ 328283 h 358818"/>
              <a:gd name="connsiteX812" fmla="*/ 734026 w 994371"/>
              <a:gd name="connsiteY812" fmla="*/ 327014 h 358818"/>
              <a:gd name="connsiteX813" fmla="*/ 734931 w 994371"/>
              <a:gd name="connsiteY813" fmla="*/ 325719 h 358818"/>
              <a:gd name="connsiteX814" fmla="*/ 735835 w 994371"/>
              <a:gd name="connsiteY814" fmla="*/ 324404 h 358818"/>
              <a:gd name="connsiteX815" fmla="*/ 736739 w 994371"/>
              <a:gd name="connsiteY815" fmla="*/ 323065 h 358818"/>
              <a:gd name="connsiteX816" fmla="*/ 737642 w 994371"/>
              <a:gd name="connsiteY816" fmla="*/ 321703 h 358818"/>
              <a:gd name="connsiteX817" fmla="*/ 738546 w 994371"/>
              <a:gd name="connsiteY817" fmla="*/ 320319 h 358818"/>
              <a:gd name="connsiteX818" fmla="*/ 739450 w 994371"/>
              <a:gd name="connsiteY818" fmla="*/ 318912 h 358818"/>
              <a:gd name="connsiteX819" fmla="*/ 740355 w 994371"/>
              <a:gd name="connsiteY819" fmla="*/ 317483 h 358818"/>
              <a:gd name="connsiteX820" fmla="*/ 741259 w 994371"/>
              <a:gd name="connsiteY820" fmla="*/ 316033 h 358818"/>
              <a:gd name="connsiteX821" fmla="*/ 742163 w 994371"/>
              <a:gd name="connsiteY821" fmla="*/ 314560 h 358818"/>
              <a:gd name="connsiteX822" fmla="*/ 743066 w 994371"/>
              <a:gd name="connsiteY822" fmla="*/ 313066 h 358818"/>
              <a:gd name="connsiteX823" fmla="*/ 743970 w 994371"/>
              <a:gd name="connsiteY823" fmla="*/ 311553 h 358818"/>
              <a:gd name="connsiteX824" fmla="*/ 744875 w 994371"/>
              <a:gd name="connsiteY824" fmla="*/ 310018 h 358818"/>
              <a:gd name="connsiteX825" fmla="*/ 745779 w 994371"/>
              <a:gd name="connsiteY825" fmla="*/ 308461 h 358818"/>
              <a:gd name="connsiteX826" fmla="*/ 746683 w 994371"/>
              <a:gd name="connsiteY826" fmla="*/ 306885 h 358818"/>
              <a:gd name="connsiteX827" fmla="*/ 747586 w 994371"/>
              <a:gd name="connsiteY827" fmla="*/ 305288 h 358818"/>
              <a:gd name="connsiteX828" fmla="*/ 748490 w 994371"/>
              <a:gd name="connsiteY828" fmla="*/ 303672 h 358818"/>
              <a:gd name="connsiteX829" fmla="*/ 749394 w 994371"/>
              <a:gd name="connsiteY829" fmla="*/ 302036 h 358818"/>
              <a:gd name="connsiteX830" fmla="*/ 750299 w 994371"/>
              <a:gd name="connsiteY830" fmla="*/ 300381 h 358818"/>
              <a:gd name="connsiteX831" fmla="*/ 751203 w 994371"/>
              <a:gd name="connsiteY831" fmla="*/ 298707 h 358818"/>
              <a:gd name="connsiteX832" fmla="*/ 752107 w 994371"/>
              <a:gd name="connsiteY832" fmla="*/ 297012 h 358818"/>
              <a:gd name="connsiteX833" fmla="*/ 753010 w 994371"/>
              <a:gd name="connsiteY833" fmla="*/ 295301 h 358818"/>
              <a:gd name="connsiteX834" fmla="*/ 753914 w 994371"/>
              <a:gd name="connsiteY834" fmla="*/ 293572 h 358818"/>
              <a:gd name="connsiteX835" fmla="*/ 754818 w 994371"/>
              <a:gd name="connsiteY835" fmla="*/ 291823 h 358818"/>
              <a:gd name="connsiteX836" fmla="*/ 755723 w 994371"/>
              <a:gd name="connsiteY836" fmla="*/ 290057 h 358818"/>
              <a:gd name="connsiteX837" fmla="*/ 756627 w 994371"/>
              <a:gd name="connsiteY837" fmla="*/ 288273 h 358818"/>
              <a:gd name="connsiteX838" fmla="*/ 757530 w 994371"/>
              <a:gd name="connsiteY838" fmla="*/ 286474 h 358818"/>
              <a:gd name="connsiteX839" fmla="*/ 758434 w 994371"/>
              <a:gd name="connsiteY839" fmla="*/ 284655 h 358818"/>
              <a:gd name="connsiteX840" fmla="*/ 759338 w 994371"/>
              <a:gd name="connsiteY840" fmla="*/ 282821 h 358818"/>
              <a:gd name="connsiteX841" fmla="*/ 760241 w 994371"/>
              <a:gd name="connsiteY841" fmla="*/ 280970 h 358818"/>
              <a:gd name="connsiteX842" fmla="*/ 761145 w 994371"/>
              <a:gd name="connsiteY842" fmla="*/ 279105 h 358818"/>
              <a:gd name="connsiteX843" fmla="*/ 762050 w 994371"/>
              <a:gd name="connsiteY843" fmla="*/ 277222 h 358818"/>
              <a:gd name="connsiteX844" fmla="*/ 762954 w 994371"/>
              <a:gd name="connsiteY844" fmla="*/ 275325 h 358818"/>
              <a:gd name="connsiteX845" fmla="*/ 763858 w 994371"/>
              <a:gd name="connsiteY845" fmla="*/ 273412 h 358818"/>
              <a:gd name="connsiteX846" fmla="*/ 764762 w 994371"/>
              <a:gd name="connsiteY846" fmla="*/ 271485 h 358818"/>
              <a:gd name="connsiteX847" fmla="*/ 765665 w 994371"/>
              <a:gd name="connsiteY847" fmla="*/ 269543 h 358818"/>
              <a:gd name="connsiteX848" fmla="*/ 766569 w 994371"/>
              <a:gd name="connsiteY848" fmla="*/ 267586 h 358818"/>
              <a:gd name="connsiteX849" fmla="*/ 767474 w 994371"/>
              <a:gd name="connsiteY849" fmla="*/ 265616 h 358818"/>
              <a:gd name="connsiteX850" fmla="*/ 768378 w 994371"/>
              <a:gd name="connsiteY850" fmla="*/ 263631 h 358818"/>
              <a:gd name="connsiteX851" fmla="*/ 769282 w 994371"/>
              <a:gd name="connsiteY851" fmla="*/ 261634 h 358818"/>
              <a:gd name="connsiteX852" fmla="*/ 770185 w 994371"/>
              <a:gd name="connsiteY852" fmla="*/ 259624 h 358818"/>
              <a:gd name="connsiteX853" fmla="*/ 771089 w 994371"/>
              <a:gd name="connsiteY853" fmla="*/ 257600 h 358818"/>
              <a:gd name="connsiteX854" fmla="*/ 771995 w 994371"/>
              <a:gd name="connsiteY854" fmla="*/ 255565 h 358818"/>
              <a:gd name="connsiteX855" fmla="*/ 772898 w 994371"/>
              <a:gd name="connsiteY855" fmla="*/ 253519 h 358818"/>
              <a:gd name="connsiteX856" fmla="*/ 773802 w 994371"/>
              <a:gd name="connsiteY856" fmla="*/ 251459 h 358818"/>
              <a:gd name="connsiteX857" fmla="*/ 774706 w 994371"/>
              <a:gd name="connsiteY857" fmla="*/ 249389 h 358818"/>
              <a:gd name="connsiteX858" fmla="*/ 775609 w 994371"/>
              <a:gd name="connsiteY858" fmla="*/ 247308 h 358818"/>
              <a:gd name="connsiteX859" fmla="*/ 776513 w 994371"/>
              <a:gd name="connsiteY859" fmla="*/ 245214 h 358818"/>
              <a:gd name="connsiteX860" fmla="*/ 777418 w 994371"/>
              <a:gd name="connsiteY860" fmla="*/ 243113 h 358818"/>
              <a:gd name="connsiteX861" fmla="*/ 778322 w 994371"/>
              <a:gd name="connsiteY861" fmla="*/ 241000 h 358818"/>
              <a:gd name="connsiteX862" fmla="*/ 779226 w 994371"/>
              <a:gd name="connsiteY862" fmla="*/ 238877 h 358818"/>
              <a:gd name="connsiteX863" fmla="*/ 780129 w 994371"/>
              <a:gd name="connsiteY863" fmla="*/ 236746 h 358818"/>
              <a:gd name="connsiteX864" fmla="*/ 781033 w 994371"/>
              <a:gd name="connsiteY864" fmla="*/ 234606 h 358818"/>
              <a:gd name="connsiteX865" fmla="*/ 781937 w 994371"/>
              <a:gd name="connsiteY865" fmla="*/ 232456 h 358818"/>
              <a:gd name="connsiteX866" fmla="*/ 782841 w 994371"/>
              <a:gd name="connsiteY866" fmla="*/ 230299 h 358818"/>
              <a:gd name="connsiteX867" fmla="*/ 783746 w 994371"/>
              <a:gd name="connsiteY867" fmla="*/ 228132 h 358818"/>
              <a:gd name="connsiteX868" fmla="*/ 784650 w 994371"/>
              <a:gd name="connsiteY868" fmla="*/ 225958 h 358818"/>
              <a:gd name="connsiteX869" fmla="*/ 785553 w 994371"/>
              <a:gd name="connsiteY869" fmla="*/ 223778 h 358818"/>
              <a:gd name="connsiteX870" fmla="*/ 786457 w 994371"/>
              <a:gd name="connsiteY870" fmla="*/ 221589 h 358818"/>
              <a:gd name="connsiteX871" fmla="*/ 787361 w 994371"/>
              <a:gd name="connsiteY871" fmla="*/ 219394 h 358818"/>
              <a:gd name="connsiteX872" fmla="*/ 788264 w 994371"/>
              <a:gd name="connsiteY872" fmla="*/ 217193 h 358818"/>
              <a:gd name="connsiteX873" fmla="*/ 789170 w 994371"/>
              <a:gd name="connsiteY873" fmla="*/ 214987 h 358818"/>
              <a:gd name="connsiteX874" fmla="*/ 790073 w 994371"/>
              <a:gd name="connsiteY874" fmla="*/ 212775 h 358818"/>
              <a:gd name="connsiteX875" fmla="*/ 790977 w 994371"/>
              <a:gd name="connsiteY875" fmla="*/ 210557 h 358818"/>
              <a:gd name="connsiteX876" fmla="*/ 791881 w 994371"/>
              <a:gd name="connsiteY876" fmla="*/ 208334 h 358818"/>
              <a:gd name="connsiteX877" fmla="*/ 792785 w 994371"/>
              <a:gd name="connsiteY877" fmla="*/ 206106 h 358818"/>
              <a:gd name="connsiteX878" fmla="*/ 793690 w 994371"/>
              <a:gd name="connsiteY878" fmla="*/ 203875 h 358818"/>
              <a:gd name="connsiteX879" fmla="*/ 794594 w 994371"/>
              <a:gd name="connsiteY879" fmla="*/ 201640 h 358818"/>
              <a:gd name="connsiteX880" fmla="*/ 795497 w 994371"/>
              <a:gd name="connsiteY880" fmla="*/ 199402 h 358818"/>
              <a:gd name="connsiteX881" fmla="*/ 796401 w 994371"/>
              <a:gd name="connsiteY881" fmla="*/ 197159 h 358818"/>
              <a:gd name="connsiteX882" fmla="*/ 797305 w 994371"/>
              <a:gd name="connsiteY882" fmla="*/ 194915 h 358818"/>
              <a:gd name="connsiteX883" fmla="*/ 798208 w 994371"/>
              <a:gd name="connsiteY883" fmla="*/ 192667 h 358818"/>
              <a:gd name="connsiteX884" fmla="*/ 799114 w 994371"/>
              <a:gd name="connsiteY884" fmla="*/ 190418 h 358818"/>
              <a:gd name="connsiteX885" fmla="*/ 800017 w 994371"/>
              <a:gd name="connsiteY885" fmla="*/ 188167 h 358818"/>
              <a:gd name="connsiteX886" fmla="*/ 800921 w 994371"/>
              <a:gd name="connsiteY886" fmla="*/ 185915 h 358818"/>
              <a:gd name="connsiteX887" fmla="*/ 801825 w 994371"/>
              <a:gd name="connsiteY887" fmla="*/ 183660 h 358818"/>
              <a:gd name="connsiteX888" fmla="*/ 802728 w 994371"/>
              <a:gd name="connsiteY888" fmla="*/ 181406 h 358818"/>
              <a:gd name="connsiteX889" fmla="*/ 803632 w 994371"/>
              <a:gd name="connsiteY889" fmla="*/ 179152 h 358818"/>
              <a:gd name="connsiteX890" fmla="*/ 804536 w 994371"/>
              <a:gd name="connsiteY890" fmla="*/ 176898 h 358818"/>
              <a:gd name="connsiteX891" fmla="*/ 805441 w 994371"/>
              <a:gd name="connsiteY891" fmla="*/ 174643 h 358818"/>
              <a:gd name="connsiteX892" fmla="*/ 806345 w 994371"/>
              <a:gd name="connsiteY892" fmla="*/ 172391 h 358818"/>
              <a:gd name="connsiteX893" fmla="*/ 807249 w 994371"/>
              <a:gd name="connsiteY893" fmla="*/ 170138 h 358818"/>
              <a:gd name="connsiteX894" fmla="*/ 808152 w 994371"/>
              <a:gd name="connsiteY894" fmla="*/ 167887 h 358818"/>
              <a:gd name="connsiteX895" fmla="*/ 809056 w 994371"/>
              <a:gd name="connsiteY895" fmla="*/ 165638 h 358818"/>
              <a:gd name="connsiteX896" fmla="*/ 809960 w 994371"/>
              <a:gd name="connsiteY896" fmla="*/ 163392 h 358818"/>
              <a:gd name="connsiteX897" fmla="*/ 810865 w 994371"/>
              <a:gd name="connsiteY897" fmla="*/ 161148 h 358818"/>
              <a:gd name="connsiteX898" fmla="*/ 811769 w 994371"/>
              <a:gd name="connsiteY898" fmla="*/ 158907 h 358818"/>
              <a:gd name="connsiteX899" fmla="*/ 812672 w 994371"/>
              <a:gd name="connsiteY899" fmla="*/ 156669 h 358818"/>
              <a:gd name="connsiteX900" fmla="*/ 813576 w 994371"/>
              <a:gd name="connsiteY900" fmla="*/ 154433 h 358818"/>
              <a:gd name="connsiteX901" fmla="*/ 814480 w 994371"/>
              <a:gd name="connsiteY901" fmla="*/ 152204 h 358818"/>
              <a:gd name="connsiteX902" fmla="*/ 815385 w 994371"/>
              <a:gd name="connsiteY902" fmla="*/ 149978 h 358818"/>
              <a:gd name="connsiteX903" fmla="*/ 816289 w 994371"/>
              <a:gd name="connsiteY903" fmla="*/ 147755 h 358818"/>
              <a:gd name="connsiteX904" fmla="*/ 817193 w 994371"/>
              <a:gd name="connsiteY904" fmla="*/ 145539 h 358818"/>
              <a:gd name="connsiteX905" fmla="*/ 818096 w 994371"/>
              <a:gd name="connsiteY905" fmla="*/ 143328 h 358818"/>
              <a:gd name="connsiteX906" fmla="*/ 819000 w 994371"/>
              <a:gd name="connsiteY906" fmla="*/ 141122 h 358818"/>
              <a:gd name="connsiteX907" fmla="*/ 819904 w 994371"/>
              <a:gd name="connsiteY907" fmla="*/ 138923 h 358818"/>
              <a:gd name="connsiteX908" fmla="*/ 820809 w 994371"/>
              <a:gd name="connsiteY908" fmla="*/ 136730 h 358818"/>
              <a:gd name="connsiteX909" fmla="*/ 821713 w 994371"/>
              <a:gd name="connsiteY909" fmla="*/ 134544 h 358818"/>
              <a:gd name="connsiteX910" fmla="*/ 822617 w 994371"/>
              <a:gd name="connsiteY910" fmla="*/ 132364 h 358818"/>
              <a:gd name="connsiteX911" fmla="*/ 823520 w 994371"/>
              <a:gd name="connsiteY911" fmla="*/ 130192 h 358818"/>
              <a:gd name="connsiteX912" fmla="*/ 824424 w 994371"/>
              <a:gd name="connsiteY912" fmla="*/ 128028 h 358818"/>
              <a:gd name="connsiteX913" fmla="*/ 825328 w 994371"/>
              <a:gd name="connsiteY913" fmla="*/ 125872 h 358818"/>
              <a:gd name="connsiteX914" fmla="*/ 826231 w 994371"/>
              <a:gd name="connsiteY914" fmla="*/ 123724 h 358818"/>
              <a:gd name="connsiteX915" fmla="*/ 827137 w 994371"/>
              <a:gd name="connsiteY915" fmla="*/ 121586 h 358818"/>
              <a:gd name="connsiteX916" fmla="*/ 828040 w 994371"/>
              <a:gd name="connsiteY916" fmla="*/ 119456 h 358818"/>
              <a:gd name="connsiteX917" fmla="*/ 828944 w 994371"/>
              <a:gd name="connsiteY917" fmla="*/ 117336 h 358818"/>
              <a:gd name="connsiteX918" fmla="*/ 829848 w 994371"/>
              <a:gd name="connsiteY918" fmla="*/ 115226 h 358818"/>
              <a:gd name="connsiteX919" fmla="*/ 830751 w 994371"/>
              <a:gd name="connsiteY919" fmla="*/ 113125 h 358818"/>
              <a:gd name="connsiteX920" fmla="*/ 831655 w 994371"/>
              <a:gd name="connsiteY920" fmla="*/ 111036 h 358818"/>
              <a:gd name="connsiteX921" fmla="*/ 832560 w 994371"/>
              <a:gd name="connsiteY921" fmla="*/ 108957 h 358818"/>
              <a:gd name="connsiteX922" fmla="*/ 833464 w 994371"/>
              <a:gd name="connsiteY922" fmla="*/ 106889 h 358818"/>
              <a:gd name="connsiteX923" fmla="*/ 834368 w 994371"/>
              <a:gd name="connsiteY923" fmla="*/ 104832 h 358818"/>
              <a:gd name="connsiteX924" fmla="*/ 835272 w 994371"/>
              <a:gd name="connsiteY924" fmla="*/ 102788 h 358818"/>
              <a:gd name="connsiteX925" fmla="*/ 836175 w 994371"/>
              <a:gd name="connsiteY925" fmla="*/ 100756 h 358818"/>
              <a:gd name="connsiteX926" fmla="*/ 837081 w 994371"/>
              <a:gd name="connsiteY926" fmla="*/ 98735 h 358818"/>
              <a:gd name="connsiteX927" fmla="*/ 837984 w 994371"/>
              <a:gd name="connsiteY927" fmla="*/ 96728 h 358818"/>
              <a:gd name="connsiteX928" fmla="*/ 838888 w 994371"/>
              <a:gd name="connsiteY928" fmla="*/ 94734 h 358818"/>
              <a:gd name="connsiteX929" fmla="*/ 839792 w 994371"/>
              <a:gd name="connsiteY929" fmla="*/ 92753 h 358818"/>
              <a:gd name="connsiteX930" fmla="*/ 840695 w 994371"/>
              <a:gd name="connsiteY930" fmla="*/ 90786 h 358818"/>
              <a:gd name="connsiteX931" fmla="*/ 841599 w 994371"/>
              <a:gd name="connsiteY931" fmla="*/ 88833 h 358818"/>
              <a:gd name="connsiteX932" fmla="*/ 842504 w 994371"/>
              <a:gd name="connsiteY932" fmla="*/ 86894 h 358818"/>
              <a:gd name="connsiteX933" fmla="*/ 843408 w 994371"/>
              <a:gd name="connsiteY933" fmla="*/ 84969 h 358818"/>
              <a:gd name="connsiteX934" fmla="*/ 844312 w 994371"/>
              <a:gd name="connsiteY934" fmla="*/ 83060 h 358818"/>
              <a:gd name="connsiteX935" fmla="*/ 845216 w 994371"/>
              <a:gd name="connsiteY935" fmla="*/ 81166 h 358818"/>
              <a:gd name="connsiteX936" fmla="*/ 846119 w 994371"/>
              <a:gd name="connsiteY936" fmla="*/ 79287 h 358818"/>
              <a:gd name="connsiteX937" fmla="*/ 847023 w 994371"/>
              <a:gd name="connsiteY937" fmla="*/ 77424 h 358818"/>
              <a:gd name="connsiteX938" fmla="*/ 847927 w 994371"/>
              <a:gd name="connsiteY938" fmla="*/ 75578 h 358818"/>
              <a:gd name="connsiteX939" fmla="*/ 848832 w 994371"/>
              <a:gd name="connsiteY939" fmla="*/ 73747 h 358818"/>
              <a:gd name="connsiteX940" fmla="*/ 849736 w 994371"/>
              <a:gd name="connsiteY940" fmla="*/ 71934 h 358818"/>
              <a:gd name="connsiteX941" fmla="*/ 850639 w 994371"/>
              <a:gd name="connsiteY941" fmla="*/ 70137 h 358818"/>
              <a:gd name="connsiteX942" fmla="*/ 851543 w 994371"/>
              <a:gd name="connsiteY942" fmla="*/ 68358 h 358818"/>
              <a:gd name="connsiteX943" fmla="*/ 852447 w 994371"/>
              <a:gd name="connsiteY943" fmla="*/ 66595 h 358818"/>
              <a:gd name="connsiteX944" fmla="*/ 853350 w 994371"/>
              <a:gd name="connsiteY944" fmla="*/ 64851 h 358818"/>
              <a:gd name="connsiteX945" fmla="*/ 854256 w 994371"/>
              <a:gd name="connsiteY945" fmla="*/ 63125 h 358818"/>
              <a:gd name="connsiteX946" fmla="*/ 855160 w 994371"/>
              <a:gd name="connsiteY946" fmla="*/ 61418 h 358818"/>
              <a:gd name="connsiteX947" fmla="*/ 856063 w 994371"/>
              <a:gd name="connsiteY947" fmla="*/ 59729 h 358818"/>
              <a:gd name="connsiteX948" fmla="*/ 856967 w 994371"/>
              <a:gd name="connsiteY948" fmla="*/ 58059 h 358818"/>
              <a:gd name="connsiteX949" fmla="*/ 857871 w 994371"/>
              <a:gd name="connsiteY949" fmla="*/ 56408 h 358818"/>
              <a:gd name="connsiteX950" fmla="*/ 858776 w 994371"/>
              <a:gd name="connsiteY950" fmla="*/ 54776 h 358818"/>
              <a:gd name="connsiteX951" fmla="*/ 859680 w 994371"/>
              <a:gd name="connsiteY951" fmla="*/ 53165 h 358818"/>
              <a:gd name="connsiteX952" fmla="*/ 860583 w 994371"/>
              <a:gd name="connsiteY952" fmla="*/ 51573 h 358818"/>
              <a:gd name="connsiteX953" fmla="*/ 861487 w 994371"/>
              <a:gd name="connsiteY953" fmla="*/ 50001 h 358818"/>
              <a:gd name="connsiteX954" fmla="*/ 862391 w 994371"/>
              <a:gd name="connsiteY954" fmla="*/ 48450 h 358818"/>
              <a:gd name="connsiteX955" fmla="*/ 863294 w 994371"/>
              <a:gd name="connsiteY955" fmla="*/ 46919 h 358818"/>
              <a:gd name="connsiteX956" fmla="*/ 864200 w 994371"/>
              <a:gd name="connsiteY956" fmla="*/ 45409 h 358818"/>
              <a:gd name="connsiteX957" fmla="*/ 865104 w 994371"/>
              <a:gd name="connsiteY957" fmla="*/ 43921 h 358818"/>
              <a:gd name="connsiteX958" fmla="*/ 866007 w 994371"/>
              <a:gd name="connsiteY958" fmla="*/ 42454 h 358818"/>
              <a:gd name="connsiteX959" fmla="*/ 866911 w 994371"/>
              <a:gd name="connsiteY959" fmla="*/ 41008 h 358818"/>
              <a:gd name="connsiteX960" fmla="*/ 867815 w 994371"/>
              <a:gd name="connsiteY960" fmla="*/ 39585 h 358818"/>
              <a:gd name="connsiteX961" fmla="*/ 868718 w 994371"/>
              <a:gd name="connsiteY961" fmla="*/ 38183 h 358818"/>
              <a:gd name="connsiteX962" fmla="*/ 869622 w 994371"/>
              <a:gd name="connsiteY962" fmla="*/ 36804 h 358818"/>
              <a:gd name="connsiteX963" fmla="*/ 870527 w 994371"/>
              <a:gd name="connsiteY963" fmla="*/ 35447 h 358818"/>
              <a:gd name="connsiteX964" fmla="*/ 871431 w 994371"/>
              <a:gd name="connsiteY964" fmla="*/ 34113 h 358818"/>
              <a:gd name="connsiteX965" fmla="*/ 872335 w 994371"/>
              <a:gd name="connsiteY965" fmla="*/ 32802 h 358818"/>
              <a:gd name="connsiteX966" fmla="*/ 873238 w 994371"/>
              <a:gd name="connsiteY966" fmla="*/ 31514 h 358818"/>
              <a:gd name="connsiteX967" fmla="*/ 874142 w 994371"/>
              <a:gd name="connsiteY967" fmla="*/ 30250 h 358818"/>
              <a:gd name="connsiteX968" fmla="*/ 875046 w 994371"/>
              <a:gd name="connsiteY968" fmla="*/ 29009 h 358818"/>
              <a:gd name="connsiteX969" fmla="*/ 875951 w 994371"/>
              <a:gd name="connsiteY969" fmla="*/ 27791 h 358818"/>
              <a:gd name="connsiteX970" fmla="*/ 876855 w 994371"/>
              <a:gd name="connsiteY970" fmla="*/ 26598 h 358818"/>
              <a:gd name="connsiteX971" fmla="*/ 877759 w 994371"/>
              <a:gd name="connsiteY971" fmla="*/ 25429 h 358818"/>
              <a:gd name="connsiteX972" fmla="*/ 878662 w 994371"/>
              <a:gd name="connsiteY972" fmla="*/ 24284 h 358818"/>
              <a:gd name="connsiteX973" fmla="*/ 879566 w 994371"/>
              <a:gd name="connsiteY973" fmla="*/ 23164 h 358818"/>
              <a:gd name="connsiteX974" fmla="*/ 880470 w 994371"/>
              <a:gd name="connsiteY974" fmla="*/ 22068 h 358818"/>
              <a:gd name="connsiteX975" fmla="*/ 881375 w 994371"/>
              <a:gd name="connsiteY975" fmla="*/ 20997 h 358818"/>
              <a:gd name="connsiteX976" fmla="*/ 882279 w 994371"/>
              <a:gd name="connsiteY976" fmla="*/ 19951 h 358818"/>
              <a:gd name="connsiteX977" fmla="*/ 883182 w 994371"/>
              <a:gd name="connsiteY977" fmla="*/ 18931 h 358818"/>
              <a:gd name="connsiteX978" fmla="*/ 884086 w 994371"/>
              <a:gd name="connsiteY978" fmla="*/ 17935 h 358818"/>
              <a:gd name="connsiteX979" fmla="*/ 884990 w 994371"/>
              <a:gd name="connsiteY979" fmla="*/ 16965 h 358818"/>
              <a:gd name="connsiteX980" fmla="*/ 885895 w 994371"/>
              <a:gd name="connsiteY980" fmla="*/ 16021 h 358818"/>
              <a:gd name="connsiteX981" fmla="*/ 886799 w 994371"/>
              <a:gd name="connsiteY981" fmla="*/ 15103 h 358818"/>
              <a:gd name="connsiteX982" fmla="*/ 887703 w 994371"/>
              <a:gd name="connsiteY982" fmla="*/ 14211 h 358818"/>
              <a:gd name="connsiteX983" fmla="*/ 888606 w 994371"/>
              <a:gd name="connsiteY983" fmla="*/ 13344 h 358818"/>
              <a:gd name="connsiteX984" fmla="*/ 889510 w 994371"/>
              <a:gd name="connsiteY984" fmla="*/ 12504 h 358818"/>
              <a:gd name="connsiteX985" fmla="*/ 890414 w 994371"/>
              <a:gd name="connsiteY985" fmla="*/ 11690 h 358818"/>
              <a:gd name="connsiteX986" fmla="*/ 891319 w 994371"/>
              <a:gd name="connsiteY986" fmla="*/ 10903 h 358818"/>
              <a:gd name="connsiteX987" fmla="*/ 892223 w 994371"/>
              <a:gd name="connsiteY987" fmla="*/ 10142 h 358818"/>
              <a:gd name="connsiteX988" fmla="*/ 893126 w 994371"/>
              <a:gd name="connsiteY988" fmla="*/ 9409 h 358818"/>
              <a:gd name="connsiteX989" fmla="*/ 894030 w 994371"/>
              <a:gd name="connsiteY989" fmla="*/ 8702 h 358818"/>
              <a:gd name="connsiteX990" fmla="*/ 894934 w 994371"/>
              <a:gd name="connsiteY990" fmla="*/ 8021 h 358818"/>
              <a:gd name="connsiteX991" fmla="*/ 895837 w 994371"/>
              <a:gd name="connsiteY991" fmla="*/ 7368 h 358818"/>
              <a:gd name="connsiteX992" fmla="*/ 896741 w 994371"/>
              <a:gd name="connsiteY992" fmla="*/ 6742 h 358818"/>
              <a:gd name="connsiteX993" fmla="*/ 897647 w 994371"/>
              <a:gd name="connsiteY993" fmla="*/ 6144 h 358818"/>
              <a:gd name="connsiteX994" fmla="*/ 898550 w 994371"/>
              <a:gd name="connsiteY994" fmla="*/ 5572 h 358818"/>
              <a:gd name="connsiteX995" fmla="*/ 899454 w 994371"/>
              <a:gd name="connsiteY995" fmla="*/ 5029 h 358818"/>
              <a:gd name="connsiteX996" fmla="*/ 900358 w 994371"/>
              <a:gd name="connsiteY996" fmla="*/ 4512 h 358818"/>
              <a:gd name="connsiteX997" fmla="*/ 901261 w 994371"/>
              <a:gd name="connsiteY997" fmla="*/ 4024 h 358818"/>
              <a:gd name="connsiteX998" fmla="*/ 902165 w 994371"/>
              <a:gd name="connsiteY998" fmla="*/ 3563 h 358818"/>
              <a:gd name="connsiteX999" fmla="*/ 903070 w 994371"/>
              <a:gd name="connsiteY999" fmla="*/ 3130 h 358818"/>
              <a:gd name="connsiteX1000" fmla="*/ 903974 w 994371"/>
              <a:gd name="connsiteY1000" fmla="*/ 2724 h 358818"/>
              <a:gd name="connsiteX1001" fmla="*/ 904878 w 994371"/>
              <a:gd name="connsiteY1001" fmla="*/ 2347 h 358818"/>
              <a:gd name="connsiteX1002" fmla="*/ 905782 w 994371"/>
              <a:gd name="connsiteY1002" fmla="*/ 1997 h 358818"/>
              <a:gd name="connsiteX1003" fmla="*/ 906685 w 994371"/>
              <a:gd name="connsiteY1003" fmla="*/ 1676 h 358818"/>
              <a:gd name="connsiteX1004" fmla="*/ 907591 w 994371"/>
              <a:gd name="connsiteY1004" fmla="*/ 1382 h 358818"/>
              <a:gd name="connsiteX1005" fmla="*/ 908494 w 994371"/>
              <a:gd name="connsiteY1005" fmla="*/ 1117 h 358818"/>
              <a:gd name="connsiteX1006" fmla="*/ 909398 w 994371"/>
              <a:gd name="connsiteY1006" fmla="*/ 880 h 358818"/>
              <a:gd name="connsiteX1007" fmla="*/ 910302 w 994371"/>
              <a:gd name="connsiteY1007" fmla="*/ 671 h 358818"/>
              <a:gd name="connsiteX1008" fmla="*/ 911205 w 994371"/>
              <a:gd name="connsiteY1008" fmla="*/ 490 h 358818"/>
              <a:gd name="connsiteX1009" fmla="*/ 912109 w 994371"/>
              <a:gd name="connsiteY1009" fmla="*/ 338 h 358818"/>
              <a:gd name="connsiteX1010" fmla="*/ 913014 w 994371"/>
              <a:gd name="connsiteY1010" fmla="*/ 214 h 358818"/>
              <a:gd name="connsiteX1011" fmla="*/ 913918 w 994371"/>
              <a:gd name="connsiteY1011" fmla="*/ 118 h 358818"/>
              <a:gd name="connsiteX1012" fmla="*/ 914822 w 994371"/>
              <a:gd name="connsiteY1012" fmla="*/ 50 h 358818"/>
              <a:gd name="connsiteX1013" fmla="*/ 915725 w 994371"/>
              <a:gd name="connsiteY1013" fmla="*/ 11 h 358818"/>
              <a:gd name="connsiteX1014" fmla="*/ 916629 w 994371"/>
              <a:gd name="connsiteY1014" fmla="*/ 0 h 358818"/>
              <a:gd name="connsiteX1015" fmla="*/ 917533 w 994371"/>
              <a:gd name="connsiteY1015" fmla="*/ 17 h 358818"/>
              <a:gd name="connsiteX1016" fmla="*/ 918437 w 994371"/>
              <a:gd name="connsiteY1016" fmla="*/ 63 h 358818"/>
              <a:gd name="connsiteX1017" fmla="*/ 919342 w 994371"/>
              <a:gd name="connsiteY1017" fmla="*/ 137 h 358818"/>
              <a:gd name="connsiteX1018" fmla="*/ 920246 w 994371"/>
              <a:gd name="connsiteY1018" fmla="*/ 240 h 358818"/>
              <a:gd name="connsiteX1019" fmla="*/ 921149 w 994371"/>
              <a:gd name="connsiteY1019" fmla="*/ 370 h 358818"/>
              <a:gd name="connsiteX1020" fmla="*/ 922053 w 994371"/>
              <a:gd name="connsiteY1020" fmla="*/ 529 h 358818"/>
              <a:gd name="connsiteX1021" fmla="*/ 922957 w 994371"/>
              <a:gd name="connsiteY1021" fmla="*/ 716 h 358818"/>
              <a:gd name="connsiteX1022" fmla="*/ 923860 w 994371"/>
              <a:gd name="connsiteY1022" fmla="*/ 932 h 358818"/>
              <a:gd name="connsiteX1023" fmla="*/ 924766 w 994371"/>
              <a:gd name="connsiteY1023" fmla="*/ 1175 h 358818"/>
              <a:gd name="connsiteX1024" fmla="*/ 925669 w 994371"/>
              <a:gd name="connsiteY1024" fmla="*/ 1447 h 358818"/>
              <a:gd name="connsiteX1025" fmla="*/ 926573 w 994371"/>
              <a:gd name="connsiteY1025" fmla="*/ 1747 h 358818"/>
              <a:gd name="connsiteX1026" fmla="*/ 927477 w 994371"/>
              <a:gd name="connsiteY1026" fmla="*/ 2075 h 358818"/>
              <a:gd name="connsiteX1027" fmla="*/ 928381 w 994371"/>
              <a:gd name="connsiteY1027" fmla="*/ 2431 h 358818"/>
              <a:gd name="connsiteX1028" fmla="*/ 929286 w 994371"/>
              <a:gd name="connsiteY1028" fmla="*/ 2814 h 358818"/>
              <a:gd name="connsiteX1029" fmla="*/ 930190 w 994371"/>
              <a:gd name="connsiteY1029" fmla="*/ 3226 h 358818"/>
              <a:gd name="connsiteX1030" fmla="*/ 931093 w 994371"/>
              <a:gd name="connsiteY1030" fmla="*/ 3666 h 358818"/>
              <a:gd name="connsiteX1031" fmla="*/ 931997 w 994371"/>
              <a:gd name="connsiteY1031" fmla="*/ 4133 h 358818"/>
              <a:gd name="connsiteX1032" fmla="*/ 932901 w 994371"/>
              <a:gd name="connsiteY1032" fmla="*/ 4628 h 358818"/>
              <a:gd name="connsiteX1033" fmla="*/ 933804 w 994371"/>
              <a:gd name="connsiteY1033" fmla="*/ 5150 h 358818"/>
              <a:gd name="connsiteX1034" fmla="*/ 934710 w 994371"/>
              <a:gd name="connsiteY1034" fmla="*/ 5700 h 358818"/>
              <a:gd name="connsiteX1035" fmla="*/ 935613 w 994371"/>
              <a:gd name="connsiteY1035" fmla="*/ 6278 h 358818"/>
              <a:gd name="connsiteX1036" fmla="*/ 936517 w 994371"/>
              <a:gd name="connsiteY1036" fmla="*/ 6883 h 358818"/>
              <a:gd name="connsiteX1037" fmla="*/ 937421 w 994371"/>
              <a:gd name="connsiteY1037" fmla="*/ 7515 h 358818"/>
              <a:gd name="connsiteX1038" fmla="*/ 938325 w 994371"/>
              <a:gd name="connsiteY1038" fmla="*/ 8174 h 358818"/>
              <a:gd name="connsiteX1039" fmla="*/ 939228 w 994371"/>
              <a:gd name="connsiteY1039" fmla="*/ 8860 h 358818"/>
              <a:gd name="connsiteX1040" fmla="*/ 940132 w 994371"/>
              <a:gd name="connsiteY1040" fmla="*/ 9574 h 358818"/>
              <a:gd name="connsiteX1041" fmla="*/ 941037 w 994371"/>
              <a:gd name="connsiteY1041" fmla="*/ 10314 h 358818"/>
              <a:gd name="connsiteX1042" fmla="*/ 941941 w 994371"/>
              <a:gd name="connsiteY1042" fmla="*/ 11080 h 358818"/>
              <a:gd name="connsiteX1043" fmla="*/ 942845 w 994371"/>
              <a:gd name="connsiteY1043" fmla="*/ 11874 h 358818"/>
              <a:gd name="connsiteX1044" fmla="*/ 943748 w 994371"/>
              <a:gd name="connsiteY1044" fmla="*/ 12693 h 358818"/>
              <a:gd name="connsiteX1045" fmla="*/ 944652 w 994371"/>
              <a:gd name="connsiteY1045" fmla="*/ 13539 h 358818"/>
              <a:gd name="connsiteX1046" fmla="*/ 945556 w 994371"/>
              <a:gd name="connsiteY1046" fmla="*/ 14412 h 358818"/>
              <a:gd name="connsiteX1047" fmla="*/ 946461 w 994371"/>
              <a:gd name="connsiteY1047" fmla="*/ 15310 h 358818"/>
              <a:gd name="connsiteX1048" fmla="*/ 947365 w 994371"/>
              <a:gd name="connsiteY1048" fmla="*/ 16234 h 358818"/>
              <a:gd name="connsiteX1049" fmla="*/ 948269 w 994371"/>
              <a:gd name="connsiteY1049" fmla="*/ 17184 h 358818"/>
              <a:gd name="connsiteX1050" fmla="*/ 949172 w 994371"/>
              <a:gd name="connsiteY1050" fmla="*/ 18160 h 358818"/>
              <a:gd name="connsiteX1051" fmla="*/ 950076 w 994371"/>
              <a:gd name="connsiteY1051" fmla="*/ 19161 h 358818"/>
              <a:gd name="connsiteX1052" fmla="*/ 950981 w 994371"/>
              <a:gd name="connsiteY1052" fmla="*/ 20188 h 358818"/>
              <a:gd name="connsiteX1053" fmla="*/ 951885 w 994371"/>
              <a:gd name="connsiteY1053" fmla="*/ 21239 h 358818"/>
              <a:gd name="connsiteX1054" fmla="*/ 952789 w 994371"/>
              <a:gd name="connsiteY1054" fmla="*/ 22316 h 358818"/>
              <a:gd name="connsiteX1055" fmla="*/ 953692 w 994371"/>
              <a:gd name="connsiteY1055" fmla="*/ 23417 h 358818"/>
              <a:gd name="connsiteX1056" fmla="*/ 954596 w 994371"/>
              <a:gd name="connsiteY1056" fmla="*/ 24543 h 358818"/>
              <a:gd name="connsiteX1057" fmla="*/ 955500 w 994371"/>
              <a:gd name="connsiteY1057" fmla="*/ 25693 h 358818"/>
              <a:gd name="connsiteX1058" fmla="*/ 956405 w 994371"/>
              <a:gd name="connsiteY1058" fmla="*/ 26868 h 358818"/>
              <a:gd name="connsiteX1059" fmla="*/ 957309 w 994371"/>
              <a:gd name="connsiteY1059" fmla="*/ 28067 h 358818"/>
              <a:gd name="connsiteX1060" fmla="*/ 958213 w 994371"/>
              <a:gd name="connsiteY1060" fmla="*/ 29289 h 358818"/>
              <a:gd name="connsiteX1061" fmla="*/ 959116 w 994371"/>
              <a:gd name="connsiteY1061" fmla="*/ 30536 h 358818"/>
              <a:gd name="connsiteX1062" fmla="*/ 960020 w 994371"/>
              <a:gd name="connsiteY1062" fmla="*/ 31806 h 358818"/>
              <a:gd name="connsiteX1063" fmla="*/ 960924 w 994371"/>
              <a:gd name="connsiteY1063" fmla="*/ 33099 h 358818"/>
              <a:gd name="connsiteX1064" fmla="*/ 961827 w 994371"/>
              <a:gd name="connsiteY1064" fmla="*/ 34415 h 358818"/>
              <a:gd name="connsiteX1065" fmla="*/ 962733 w 994371"/>
              <a:gd name="connsiteY1065" fmla="*/ 35754 h 358818"/>
              <a:gd name="connsiteX1066" fmla="*/ 963636 w 994371"/>
              <a:gd name="connsiteY1066" fmla="*/ 37116 h 358818"/>
              <a:gd name="connsiteX1067" fmla="*/ 964540 w 994371"/>
              <a:gd name="connsiteY1067" fmla="*/ 38501 h 358818"/>
              <a:gd name="connsiteX1068" fmla="*/ 965444 w 994371"/>
              <a:gd name="connsiteY1068" fmla="*/ 39907 h 358818"/>
              <a:gd name="connsiteX1069" fmla="*/ 966347 w 994371"/>
              <a:gd name="connsiteY1069" fmla="*/ 41336 h 358818"/>
              <a:gd name="connsiteX1070" fmla="*/ 967251 w 994371"/>
              <a:gd name="connsiteY1070" fmla="*/ 42786 h 358818"/>
              <a:gd name="connsiteX1071" fmla="*/ 968156 w 994371"/>
              <a:gd name="connsiteY1071" fmla="*/ 44258 h 358818"/>
              <a:gd name="connsiteX1072" fmla="*/ 969060 w 994371"/>
              <a:gd name="connsiteY1072" fmla="*/ 45752 h 358818"/>
              <a:gd name="connsiteX1073" fmla="*/ 969964 w 994371"/>
              <a:gd name="connsiteY1073" fmla="*/ 47266 h 358818"/>
              <a:gd name="connsiteX1074" fmla="*/ 970868 w 994371"/>
              <a:gd name="connsiteY1074" fmla="*/ 48802 h 358818"/>
              <a:gd name="connsiteX1075" fmla="*/ 971771 w 994371"/>
              <a:gd name="connsiteY1075" fmla="*/ 50357 h 358818"/>
              <a:gd name="connsiteX1076" fmla="*/ 972677 w 994371"/>
              <a:gd name="connsiteY1076" fmla="*/ 51934 h 358818"/>
              <a:gd name="connsiteX1077" fmla="*/ 973580 w 994371"/>
              <a:gd name="connsiteY1077" fmla="*/ 53530 h 358818"/>
              <a:gd name="connsiteX1078" fmla="*/ 974484 w 994371"/>
              <a:gd name="connsiteY1078" fmla="*/ 55147 h 358818"/>
              <a:gd name="connsiteX1079" fmla="*/ 975388 w 994371"/>
              <a:gd name="connsiteY1079" fmla="*/ 56783 h 358818"/>
              <a:gd name="connsiteX1080" fmla="*/ 976291 w 994371"/>
              <a:gd name="connsiteY1080" fmla="*/ 58438 h 358818"/>
              <a:gd name="connsiteX1081" fmla="*/ 977195 w 994371"/>
              <a:gd name="connsiteY1081" fmla="*/ 60112 h 358818"/>
              <a:gd name="connsiteX1082" fmla="*/ 978100 w 994371"/>
              <a:gd name="connsiteY1082" fmla="*/ 61806 h 358818"/>
              <a:gd name="connsiteX1083" fmla="*/ 979004 w 994371"/>
              <a:gd name="connsiteY1083" fmla="*/ 63517 h 358818"/>
              <a:gd name="connsiteX1084" fmla="*/ 979908 w 994371"/>
              <a:gd name="connsiteY1084" fmla="*/ 65248 h 358818"/>
              <a:gd name="connsiteX1085" fmla="*/ 980812 w 994371"/>
              <a:gd name="connsiteY1085" fmla="*/ 66996 h 358818"/>
              <a:gd name="connsiteX1086" fmla="*/ 981715 w 994371"/>
              <a:gd name="connsiteY1086" fmla="*/ 68762 h 358818"/>
              <a:gd name="connsiteX1087" fmla="*/ 982619 w 994371"/>
              <a:gd name="connsiteY1087" fmla="*/ 70545 h 358818"/>
              <a:gd name="connsiteX1088" fmla="*/ 983523 w 994371"/>
              <a:gd name="connsiteY1088" fmla="*/ 72346 h 358818"/>
              <a:gd name="connsiteX1089" fmla="*/ 984428 w 994371"/>
              <a:gd name="connsiteY1089" fmla="*/ 74163 h 358818"/>
              <a:gd name="connsiteX1090" fmla="*/ 985332 w 994371"/>
              <a:gd name="connsiteY1090" fmla="*/ 75997 h 358818"/>
              <a:gd name="connsiteX1091" fmla="*/ 986235 w 994371"/>
              <a:gd name="connsiteY1091" fmla="*/ 77848 h 358818"/>
              <a:gd name="connsiteX1092" fmla="*/ 987139 w 994371"/>
              <a:gd name="connsiteY1092" fmla="*/ 79714 h 358818"/>
              <a:gd name="connsiteX1093" fmla="*/ 988043 w 994371"/>
              <a:gd name="connsiteY1093" fmla="*/ 81596 h 358818"/>
              <a:gd name="connsiteX1094" fmla="*/ 988947 w 994371"/>
              <a:gd name="connsiteY1094" fmla="*/ 83494 h 358818"/>
              <a:gd name="connsiteX1095" fmla="*/ 989852 w 994371"/>
              <a:gd name="connsiteY1095" fmla="*/ 85407 h 358818"/>
              <a:gd name="connsiteX1096" fmla="*/ 990756 w 994371"/>
              <a:gd name="connsiteY1096" fmla="*/ 87335 h 358818"/>
              <a:gd name="connsiteX1097" fmla="*/ 991659 w 994371"/>
              <a:gd name="connsiteY1097" fmla="*/ 89277 h 358818"/>
              <a:gd name="connsiteX1098" fmla="*/ 992563 w 994371"/>
              <a:gd name="connsiteY1098" fmla="*/ 91233 h 358818"/>
              <a:gd name="connsiteX1099" fmla="*/ 993467 w 994371"/>
              <a:gd name="connsiteY1099" fmla="*/ 93204 h 358818"/>
              <a:gd name="connsiteX1100" fmla="*/ 994372 w 994371"/>
              <a:gd name="connsiteY1100" fmla="*/ 95188 h 358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</a:cxnLst>
            <a:rect l="l" t="t" r="r" b="b"/>
            <a:pathLst>
              <a:path w="994371" h="358818">
                <a:moveTo>
                  <a:pt x="0" y="2724"/>
                </a:moveTo>
                <a:lnTo>
                  <a:pt x="904" y="2347"/>
                </a:lnTo>
                <a:lnTo>
                  <a:pt x="1807" y="1997"/>
                </a:lnTo>
                <a:lnTo>
                  <a:pt x="2713" y="1676"/>
                </a:lnTo>
                <a:lnTo>
                  <a:pt x="3616" y="1382"/>
                </a:lnTo>
                <a:lnTo>
                  <a:pt x="4520" y="1117"/>
                </a:lnTo>
                <a:lnTo>
                  <a:pt x="5424" y="880"/>
                </a:lnTo>
                <a:lnTo>
                  <a:pt x="6328" y="671"/>
                </a:lnTo>
                <a:lnTo>
                  <a:pt x="7231" y="490"/>
                </a:lnTo>
                <a:lnTo>
                  <a:pt x="8137" y="338"/>
                </a:lnTo>
                <a:lnTo>
                  <a:pt x="9040" y="214"/>
                </a:lnTo>
                <a:lnTo>
                  <a:pt x="9944" y="118"/>
                </a:lnTo>
                <a:lnTo>
                  <a:pt x="10848" y="50"/>
                </a:lnTo>
                <a:lnTo>
                  <a:pt x="11751" y="11"/>
                </a:lnTo>
                <a:lnTo>
                  <a:pt x="12655" y="0"/>
                </a:lnTo>
                <a:lnTo>
                  <a:pt x="13560" y="17"/>
                </a:lnTo>
                <a:lnTo>
                  <a:pt x="14464" y="63"/>
                </a:lnTo>
                <a:lnTo>
                  <a:pt x="15368" y="137"/>
                </a:lnTo>
                <a:lnTo>
                  <a:pt x="16272" y="240"/>
                </a:lnTo>
                <a:lnTo>
                  <a:pt x="17175" y="370"/>
                </a:lnTo>
                <a:lnTo>
                  <a:pt x="18079" y="529"/>
                </a:lnTo>
                <a:lnTo>
                  <a:pt x="18984" y="716"/>
                </a:lnTo>
                <a:lnTo>
                  <a:pt x="19888" y="932"/>
                </a:lnTo>
                <a:lnTo>
                  <a:pt x="20792" y="1175"/>
                </a:lnTo>
                <a:lnTo>
                  <a:pt x="21695" y="1447"/>
                </a:lnTo>
                <a:lnTo>
                  <a:pt x="22599" y="1747"/>
                </a:lnTo>
                <a:lnTo>
                  <a:pt x="23503" y="2075"/>
                </a:lnTo>
                <a:lnTo>
                  <a:pt x="24408" y="2431"/>
                </a:lnTo>
                <a:lnTo>
                  <a:pt x="25312" y="2814"/>
                </a:lnTo>
                <a:lnTo>
                  <a:pt x="26216" y="3226"/>
                </a:lnTo>
                <a:lnTo>
                  <a:pt x="27119" y="3666"/>
                </a:lnTo>
                <a:lnTo>
                  <a:pt x="28023" y="4133"/>
                </a:lnTo>
                <a:lnTo>
                  <a:pt x="28927" y="4628"/>
                </a:lnTo>
                <a:lnTo>
                  <a:pt x="29832" y="5150"/>
                </a:lnTo>
                <a:lnTo>
                  <a:pt x="30736" y="5700"/>
                </a:lnTo>
                <a:lnTo>
                  <a:pt x="31639" y="6278"/>
                </a:lnTo>
                <a:lnTo>
                  <a:pt x="32543" y="6883"/>
                </a:lnTo>
                <a:lnTo>
                  <a:pt x="33447" y="7515"/>
                </a:lnTo>
                <a:lnTo>
                  <a:pt x="34352" y="8174"/>
                </a:lnTo>
                <a:lnTo>
                  <a:pt x="35256" y="8860"/>
                </a:lnTo>
                <a:lnTo>
                  <a:pt x="36160" y="9574"/>
                </a:lnTo>
                <a:lnTo>
                  <a:pt x="37063" y="10314"/>
                </a:lnTo>
                <a:lnTo>
                  <a:pt x="37967" y="11080"/>
                </a:lnTo>
                <a:lnTo>
                  <a:pt x="38871" y="11874"/>
                </a:lnTo>
                <a:lnTo>
                  <a:pt x="39776" y="12693"/>
                </a:lnTo>
                <a:lnTo>
                  <a:pt x="40680" y="13539"/>
                </a:lnTo>
                <a:lnTo>
                  <a:pt x="41583" y="14412"/>
                </a:lnTo>
                <a:lnTo>
                  <a:pt x="42487" y="15310"/>
                </a:lnTo>
                <a:lnTo>
                  <a:pt x="43391" y="16234"/>
                </a:lnTo>
                <a:lnTo>
                  <a:pt x="44294" y="17184"/>
                </a:lnTo>
                <a:lnTo>
                  <a:pt x="45200" y="18160"/>
                </a:lnTo>
                <a:lnTo>
                  <a:pt x="46103" y="19161"/>
                </a:lnTo>
                <a:lnTo>
                  <a:pt x="47007" y="20188"/>
                </a:lnTo>
                <a:lnTo>
                  <a:pt x="47911" y="21239"/>
                </a:lnTo>
                <a:lnTo>
                  <a:pt x="48815" y="22316"/>
                </a:lnTo>
                <a:lnTo>
                  <a:pt x="49718" y="23417"/>
                </a:lnTo>
                <a:lnTo>
                  <a:pt x="50624" y="24543"/>
                </a:lnTo>
                <a:lnTo>
                  <a:pt x="51527" y="25693"/>
                </a:lnTo>
                <a:lnTo>
                  <a:pt x="52431" y="26868"/>
                </a:lnTo>
                <a:lnTo>
                  <a:pt x="53335" y="28067"/>
                </a:lnTo>
                <a:lnTo>
                  <a:pt x="54238" y="29289"/>
                </a:lnTo>
                <a:lnTo>
                  <a:pt x="55142" y="30536"/>
                </a:lnTo>
                <a:lnTo>
                  <a:pt x="56047" y="31806"/>
                </a:lnTo>
                <a:lnTo>
                  <a:pt x="56951" y="33099"/>
                </a:lnTo>
                <a:lnTo>
                  <a:pt x="57855" y="34415"/>
                </a:lnTo>
                <a:lnTo>
                  <a:pt x="58759" y="35754"/>
                </a:lnTo>
                <a:lnTo>
                  <a:pt x="59662" y="37116"/>
                </a:lnTo>
                <a:lnTo>
                  <a:pt x="60566" y="38501"/>
                </a:lnTo>
                <a:lnTo>
                  <a:pt x="61471" y="39907"/>
                </a:lnTo>
                <a:lnTo>
                  <a:pt x="62375" y="41336"/>
                </a:lnTo>
                <a:lnTo>
                  <a:pt x="63279" y="42786"/>
                </a:lnTo>
                <a:lnTo>
                  <a:pt x="64182" y="44258"/>
                </a:lnTo>
                <a:lnTo>
                  <a:pt x="65086" y="45752"/>
                </a:lnTo>
                <a:lnTo>
                  <a:pt x="65990" y="47266"/>
                </a:lnTo>
                <a:lnTo>
                  <a:pt x="66893" y="48802"/>
                </a:lnTo>
                <a:lnTo>
                  <a:pt x="67799" y="50357"/>
                </a:lnTo>
                <a:lnTo>
                  <a:pt x="68703" y="51934"/>
                </a:lnTo>
                <a:lnTo>
                  <a:pt x="69606" y="53530"/>
                </a:lnTo>
                <a:lnTo>
                  <a:pt x="70510" y="55147"/>
                </a:lnTo>
                <a:lnTo>
                  <a:pt x="71414" y="56783"/>
                </a:lnTo>
                <a:lnTo>
                  <a:pt x="72317" y="58438"/>
                </a:lnTo>
                <a:lnTo>
                  <a:pt x="73223" y="60112"/>
                </a:lnTo>
                <a:lnTo>
                  <a:pt x="74126" y="61806"/>
                </a:lnTo>
                <a:lnTo>
                  <a:pt x="75030" y="63517"/>
                </a:lnTo>
                <a:lnTo>
                  <a:pt x="75934" y="65248"/>
                </a:lnTo>
                <a:lnTo>
                  <a:pt x="76837" y="66996"/>
                </a:lnTo>
                <a:lnTo>
                  <a:pt x="77741" y="68762"/>
                </a:lnTo>
                <a:lnTo>
                  <a:pt x="78647" y="70545"/>
                </a:lnTo>
                <a:lnTo>
                  <a:pt x="79550" y="72346"/>
                </a:lnTo>
                <a:lnTo>
                  <a:pt x="80454" y="74163"/>
                </a:lnTo>
                <a:lnTo>
                  <a:pt x="81358" y="75997"/>
                </a:lnTo>
                <a:lnTo>
                  <a:pt x="82261" y="77848"/>
                </a:lnTo>
                <a:lnTo>
                  <a:pt x="83165" y="79714"/>
                </a:lnTo>
                <a:lnTo>
                  <a:pt x="84070" y="81596"/>
                </a:lnTo>
                <a:lnTo>
                  <a:pt x="84974" y="83494"/>
                </a:lnTo>
                <a:lnTo>
                  <a:pt x="85878" y="85407"/>
                </a:lnTo>
                <a:lnTo>
                  <a:pt x="86781" y="87335"/>
                </a:lnTo>
                <a:lnTo>
                  <a:pt x="87685" y="89277"/>
                </a:lnTo>
                <a:lnTo>
                  <a:pt x="88589" y="91233"/>
                </a:lnTo>
                <a:lnTo>
                  <a:pt x="89494" y="93204"/>
                </a:lnTo>
                <a:lnTo>
                  <a:pt x="90398" y="95188"/>
                </a:lnTo>
                <a:lnTo>
                  <a:pt x="91302" y="97185"/>
                </a:lnTo>
                <a:lnTo>
                  <a:pt x="92205" y="99195"/>
                </a:lnTo>
                <a:lnTo>
                  <a:pt x="93109" y="101218"/>
                </a:lnTo>
                <a:lnTo>
                  <a:pt x="94013" y="103253"/>
                </a:lnTo>
                <a:lnTo>
                  <a:pt x="94918" y="105300"/>
                </a:lnTo>
                <a:lnTo>
                  <a:pt x="95822" y="107359"/>
                </a:lnTo>
                <a:lnTo>
                  <a:pt x="96725" y="109430"/>
                </a:lnTo>
                <a:lnTo>
                  <a:pt x="97629" y="111511"/>
                </a:lnTo>
                <a:lnTo>
                  <a:pt x="98533" y="113603"/>
                </a:lnTo>
                <a:lnTo>
                  <a:pt x="99437" y="115706"/>
                </a:lnTo>
                <a:lnTo>
                  <a:pt x="100342" y="117819"/>
                </a:lnTo>
                <a:lnTo>
                  <a:pt x="101246" y="119941"/>
                </a:lnTo>
                <a:lnTo>
                  <a:pt x="102149" y="122073"/>
                </a:lnTo>
                <a:lnTo>
                  <a:pt x="103053" y="124213"/>
                </a:lnTo>
                <a:lnTo>
                  <a:pt x="103957" y="126363"/>
                </a:lnTo>
                <a:lnTo>
                  <a:pt x="104860" y="128521"/>
                </a:lnTo>
                <a:lnTo>
                  <a:pt x="105766" y="130687"/>
                </a:lnTo>
                <a:lnTo>
                  <a:pt x="106669" y="132860"/>
                </a:lnTo>
                <a:lnTo>
                  <a:pt x="107573" y="135040"/>
                </a:lnTo>
                <a:lnTo>
                  <a:pt x="108477" y="137228"/>
                </a:lnTo>
                <a:lnTo>
                  <a:pt x="109381" y="139424"/>
                </a:lnTo>
                <a:lnTo>
                  <a:pt x="110284" y="141625"/>
                </a:lnTo>
                <a:lnTo>
                  <a:pt x="111190" y="143831"/>
                </a:lnTo>
                <a:lnTo>
                  <a:pt x="112093" y="146044"/>
                </a:lnTo>
                <a:lnTo>
                  <a:pt x="112997" y="148262"/>
                </a:lnTo>
                <a:lnTo>
                  <a:pt x="113901" y="150485"/>
                </a:lnTo>
                <a:lnTo>
                  <a:pt x="114804" y="152712"/>
                </a:lnTo>
                <a:lnTo>
                  <a:pt x="115708" y="154943"/>
                </a:lnTo>
                <a:lnTo>
                  <a:pt x="116613" y="157179"/>
                </a:lnTo>
                <a:lnTo>
                  <a:pt x="117517" y="159417"/>
                </a:lnTo>
                <a:lnTo>
                  <a:pt x="118421" y="161659"/>
                </a:lnTo>
                <a:lnTo>
                  <a:pt x="119324" y="163904"/>
                </a:lnTo>
                <a:lnTo>
                  <a:pt x="120228" y="166151"/>
                </a:lnTo>
                <a:lnTo>
                  <a:pt x="121132" y="168401"/>
                </a:lnTo>
                <a:lnTo>
                  <a:pt x="122037" y="170652"/>
                </a:lnTo>
                <a:lnTo>
                  <a:pt x="122941" y="172904"/>
                </a:lnTo>
                <a:lnTo>
                  <a:pt x="123845" y="175158"/>
                </a:lnTo>
                <a:lnTo>
                  <a:pt x="124748" y="177413"/>
                </a:lnTo>
                <a:lnTo>
                  <a:pt x="125652" y="179667"/>
                </a:lnTo>
                <a:lnTo>
                  <a:pt x="126556" y="181921"/>
                </a:lnTo>
                <a:lnTo>
                  <a:pt x="127461" y="184175"/>
                </a:lnTo>
                <a:lnTo>
                  <a:pt x="128365" y="186428"/>
                </a:lnTo>
                <a:lnTo>
                  <a:pt x="129268" y="188681"/>
                </a:lnTo>
                <a:lnTo>
                  <a:pt x="130172" y="190931"/>
                </a:lnTo>
                <a:lnTo>
                  <a:pt x="131076" y="193181"/>
                </a:lnTo>
                <a:lnTo>
                  <a:pt x="131980" y="195427"/>
                </a:lnTo>
                <a:lnTo>
                  <a:pt x="132885" y="197671"/>
                </a:lnTo>
                <a:lnTo>
                  <a:pt x="133789" y="199912"/>
                </a:lnTo>
                <a:lnTo>
                  <a:pt x="134692" y="202150"/>
                </a:lnTo>
                <a:lnTo>
                  <a:pt x="135596" y="204385"/>
                </a:lnTo>
                <a:lnTo>
                  <a:pt x="136500" y="206615"/>
                </a:lnTo>
                <a:lnTo>
                  <a:pt x="137405" y="208841"/>
                </a:lnTo>
                <a:lnTo>
                  <a:pt x="138309" y="211064"/>
                </a:lnTo>
                <a:lnTo>
                  <a:pt x="139212" y="213280"/>
                </a:lnTo>
                <a:lnTo>
                  <a:pt x="140116" y="215491"/>
                </a:lnTo>
                <a:lnTo>
                  <a:pt x="141020" y="217697"/>
                </a:lnTo>
                <a:lnTo>
                  <a:pt x="141924" y="219896"/>
                </a:lnTo>
                <a:lnTo>
                  <a:pt x="142829" y="222089"/>
                </a:lnTo>
                <a:lnTo>
                  <a:pt x="143733" y="224275"/>
                </a:lnTo>
                <a:lnTo>
                  <a:pt x="144636" y="226455"/>
                </a:lnTo>
                <a:lnTo>
                  <a:pt x="145540" y="228627"/>
                </a:lnTo>
                <a:lnTo>
                  <a:pt x="146444" y="230790"/>
                </a:lnTo>
                <a:lnTo>
                  <a:pt x="147347" y="232946"/>
                </a:lnTo>
                <a:lnTo>
                  <a:pt x="148253" y="235094"/>
                </a:lnTo>
                <a:lnTo>
                  <a:pt x="149156" y="237232"/>
                </a:lnTo>
                <a:lnTo>
                  <a:pt x="150060" y="239362"/>
                </a:lnTo>
                <a:lnTo>
                  <a:pt x="150964" y="241483"/>
                </a:lnTo>
                <a:lnTo>
                  <a:pt x="151868" y="243593"/>
                </a:lnTo>
                <a:lnTo>
                  <a:pt x="152771" y="245693"/>
                </a:lnTo>
                <a:lnTo>
                  <a:pt x="153677" y="247783"/>
                </a:lnTo>
                <a:lnTo>
                  <a:pt x="154580" y="249862"/>
                </a:lnTo>
                <a:lnTo>
                  <a:pt x="155484" y="251931"/>
                </a:lnTo>
                <a:lnTo>
                  <a:pt x="156388" y="253986"/>
                </a:lnTo>
                <a:lnTo>
                  <a:pt x="157291" y="256031"/>
                </a:lnTo>
                <a:lnTo>
                  <a:pt x="158195" y="258064"/>
                </a:lnTo>
                <a:lnTo>
                  <a:pt x="159100" y="260084"/>
                </a:lnTo>
                <a:lnTo>
                  <a:pt x="160004" y="262091"/>
                </a:lnTo>
                <a:lnTo>
                  <a:pt x="160908" y="264086"/>
                </a:lnTo>
                <a:lnTo>
                  <a:pt x="161812" y="266066"/>
                </a:lnTo>
                <a:lnTo>
                  <a:pt x="162715" y="268033"/>
                </a:lnTo>
                <a:lnTo>
                  <a:pt x="163619" y="269986"/>
                </a:lnTo>
                <a:lnTo>
                  <a:pt x="164524" y="271925"/>
                </a:lnTo>
                <a:lnTo>
                  <a:pt x="165428" y="273849"/>
                </a:lnTo>
                <a:lnTo>
                  <a:pt x="166332" y="275759"/>
                </a:lnTo>
                <a:lnTo>
                  <a:pt x="167235" y="277653"/>
                </a:lnTo>
                <a:lnTo>
                  <a:pt x="168139" y="279532"/>
                </a:lnTo>
                <a:lnTo>
                  <a:pt x="169043" y="281394"/>
                </a:lnTo>
                <a:lnTo>
                  <a:pt x="169948" y="283241"/>
                </a:lnTo>
                <a:lnTo>
                  <a:pt x="170852" y="285072"/>
                </a:lnTo>
                <a:lnTo>
                  <a:pt x="171756" y="286886"/>
                </a:lnTo>
                <a:lnTo>
                  <a:pt x="172659" y="288681"/>
                </a:lnTo>
                <a:lnTo>
                  <a:pt x="173563" y="290461"/>
                </a:lnTo>
                <a:lnTo>
                  <a:pt x="174467" y="292223"/>
                </a:lnTo>
                <a:lnTo>
                  <a:pt x="175372" y="293967"/>
                </a:lnTo>
                <a:lnTo>
                  <a:pt x="176276" y="295693"/>
                </a:lnTo>
                <a:lnTo>
                  <a:pt x="177179" y="297401"/>
                </a:lnTo>
                <a:lnTo>
                  <a:pt x="178083" y="299090"/>
                </a:lnTo>
                <a:lnTo>
                  <a:pt x="178987" y="300760"/>
                </a:lnTo>
                <a:lnTo>
                  <a:pt x="179890" y="302411"/>
                </a:lnTo>
                <a:lnTo>
                  <a:pt x="180796" y="304043"/>
                </a:lnTo>
                <a:lnTo>
                  <a:pt x="181700" y="305654"/>
                </a:lnTo>
                <a:lnTo>
                  <a:pt x="182603" y="307245"/>
                </a:lnTo>
                <a:lnTo>
                  <a:pt x="183507" y="308818"/>
                </a:lnTo>
                <a:lnTo>
                  <a:pt x="184411" y="310370"/>
                </a:lnTo>
                <a:lnTo>
                  <a:pt x="185314" y="311900"/>
                </a:lnTo>
                <a:lnTo>
                  <a:pt x="186220" y="313410"/>
                </a:lnTo>
                <a:lnTo>
                  <a:pt x="187123" y="314898"/>
                </a:lnTo>
                <a:lnTo>
                  <a:pt x="188027" y="316365"/>
                </a:lnTo>
                <a:lnTo>
                  <a:pt x="188931" y="317811"/>
                </a:lnTo>
                <a:lnTo>
                  <a:pt x="189834" y="319234"/>
                </a:lnTo>
                <a:lnTo>
                  <a:pt x="190738" y="320636"/>
                </a:lnTo>
                <a:lnTo>
                  <a:pt x="191644" y="322015"/>
                </a:lnTo>
                <a:lnTo>
                  <a:pt x="192547" y="323372"/>
                </a:lnTo>
                <a:lnTo>
                  <a:pt x="193451" y="324706"/>
                </a:lnTo>
                <a:lnTo>
                  <a:pt x="194355" y="326017"/>
                </a:lnTo>
                <a:lnTo>
                  <a:pt x="195258" y="327304"/>
                </a:lnTo>
                <a:lnTo>
                  <a:pt x="196162" y="328568"/>
                </a:lnTo>
                <a:lnTo>
                  <a:pt x="197067" y="329811"/>
                </a:lnTo>
                <a:lnTo>
                  <a:pt x="197971" y="331027"/>
                </a:lnTo>
                <a:lnTo>
                  <a:pt x="198875" y="332221"/>
                </a:lnTo>
                <a:lnTo>
                  <a:pt x="199778" y="333389"/>
                </a:lnTo>
                <a:lnTo>
                  <a:pt x="200682" y="334535"/>
                </a:lnTo>
                <a:lnTo>
                  <a:pt x="201586" y="335655"/>
                </a:lnTo>
                <a:lnTo>
                  <a:pt x="202491" y="336752"/>
                </a:lnTo>
                <a:lnTo>
                  <a:pt x="203395" y="337821"/>
                </a:lnTo>
                <a:lnTo>
                  <a:pt x="204299" y="338868"/>
                </a:lnTo>
                <a:lnTo>
                  <a:pt x="205202" y="339888"/>
                </a:lnTo>
                <a:lnTo>
                  <a:pt x="206106" y="340883"/>
                </a:lnTo>
                <a:lnTo>
                  <a:pt x="207010" y="341853"/>
                </a:lnTo>
                <a:lnTo>
                  <a:pt x="207913" y="342797"/>
                </a:lnTo>
                <a:lnTo>
                  <a:pt x="208819" y="343715"/>
                </a:lnTo>
                <a:lnTo>
                  <a:pt x="209722" y="344607"/>
                </a:lnTo>
                <a:lnTo>
                  <a:pt x="210626" y="345474"/>
                </a:lnTo>
                <a:lnTo>
                  <a:pt x="211530" y="346315"/>
                </a:lnTo>
                <a:lnTo>
                  <a:pt x="212434" y="347129"/>
                </a:lnTo>
                <a:lnTo>
                  <a:pt x="213337" y="347915"/>
                </a:lnTo>
                <a:lnTo>
                  <a:pt x="214243" y="348676"/>
                </a:lnTo>
                <a:lnTo>
                  <a:pt x="215146" y="349410"/>
                </a:lnTo>
                <a:lnTo>
                  <a:pt x="216050" y="350118"/>
                </a:lnTo>
                <a:lnTo>
                  <a:pt x="216954" y="350797"/>
                </a:lnTo>
                <a:lnTo>
                  <a:pt x="217857" y="351450"/>
                </a:lnTo>
                <a:lnTo>
                  <a:pt x="218761" y="352076"/>
                </a:lnTo>
                <a:lnTo>
                  <a:pt x="219666" y="352674"/>
                </a:lnTo>
                <a:lnTo>
                  <a:pt x="220570" y="353246"/>
                </a:lnTo>
                <a:lnTo>
                  <a:pt x="221474" y="353790"/>
                </a:lnTo>
                <a:lnTo>
                  <a:pt x="222377" y="354305"/>
                </a:lnTo>
                <a:lnTo>
                  <a:pt x="223281" y="354795"/>
                </a:lnTo>
                <a:lnTo>
                  <a:pt x="224185" y="355256"/>
                </a:lnTo>
                <a:lnTo>
                  <a:pt x="225090" y="355689"/>
                </a:lnTo>
                <a:lnTo>
                  <a:pt x="225994" y="356095"/>
                </a:lnTo>
                <a:lnTo>
                  <a:pt x="226898" y="356472"/>
                </a:lnTo>
                <a:lnTo>
                  <a:pt x="227801" y="356822"/>
                </a:lnTo>
                <a:lnTo>
                  <a:pt x="228705" y="357143"/>
                </a:lnTo>
                <a:lnTo>
                  <a:pt x="229609" y="357437"/>
                </a:lnTo>
                <a:lnTo>
                  <a:pt x="230514" y="357701"/>
                </a:lnTo>
                <a:lnTo>
                  <a:pt x="231418" y="357938"/>
                </a:lnTo>
                <a:lnTo>
                  <a:pt x="232321" y="358148"/>
                </a:lnTo>
                <a:lnTo>
                  <a:pt x="233225" y="358329"/>
                </a:lnTo>
                <a:lnTo>
                  <a:pt x="234129" y="358480"/>
                </a:lnTo>
                <a:lnTo>
                  <a:pt x="235033" y="358605"/>
                </a:lnTo>
                <a:lnTo>
                  <a:pt x="235938" y="358701"/>
                </a:lnTo>
                <a:lnTo>
                  <a:pt x="236842" y="358769"/>
                </a:lnTo>
                <a:lnTo>
                  <a:pt x="237745" y="358807"/>
                </a:lnTo>
                <a:lnTo>
                  <a:pt x="238649" y="358819"/>
                </a:lnTo>
                <a:lnTo>
                  <a:pt x="239553" y="358801"/>
                </a:lnTo>
                <a:lnTo>
                  <a:pt x="240456" y="358756"/>
                </a:lnTo>
                <a:lnTo>
                  <a:pt x="241362" y="358681"/>
                </a:lnTo>
                <a:lnTo>
                  <a:pt x="242265" y="358580"/>
                </a:lnTo>
                <a:lnTo>
                  <a:pt x="243169" y="358448"/>
                </a:lnTo>
                <a:lnTo>
                  <a:pt x="244073" y="358289"/>
                </a:lnTo>
                <a:lnTo>
                  <a:pt x="244977" y="358103"/>
                </a:lnTo>
                <a:lnTo>
                  <a:pt x="245880" y="357887"/>
                </a:lnTo>
                <a:lnTo>
                  <a:pt x="246786" y="357643"/>
                </a:lnTo>
                <a:lnTo>
                  <a:pt x="247689" y="357372"/>
                </a:lnTo>
                <a:lnTo>
                  <a:pt x="248593" y="357071"/>
                </a:lnTo>
                <a:lnTo>
                  <a:pt x="249497" y="356744"/>
                </a:lnTo>
                <a:lnTo>
                  <a:pt x="250400" y="356389"/>
                </a:lnTo>
                <a:lnTo>
                  <a:pt x="251306" y="356005"/>
                </a:lnTo>
                <a:lnTo>
                  <a:pt x="252209" y="355593"/>
                </a:lnTo>
                <a:lnTo>
                  <a:pt x="253113" y="355153"/>
                </a:lnTo>
                <a:lnTo>
                  <a:pt x="254017" y="354686"/>
                </a:lnTo>
                <a:lnTo>
                  <a:pt x="254921" y="354191"/>
                </a:lnTo>
                <a:lnTo>
                  <a:pt x="255824" y="353669"/>
                </a:lnTo>
                <a:lnTo>
                  <a:pt x="256728" y="353118"/>
                </a:lnTo>
                <a:lnTo>
                  <a:pt x="257633" y="352541"/>
                </a:lnTo>
                <a:lnTo>
                  <a:pt x="258537" y="351937"/>
                </a:lnTo>
                <a:lnTo>
                  <a:pt x="259441" y="351304"/>
                </a:lnTo>
                <a:lnTo>
                  <a:pt x="260344" y="350644"/>
                </a:lnTo>
                <a:lnTo>
                  <a:pt x="261248" y="349958"/>
                </a:lnTo>
                <a:lnTo>
                  <a:pt x="262153" y="349245"/>
                </a:lnTo>
                <a:lnTo>
                  <a:pt x="263057" y="348505"/>
                </a:lnTo>
                <a:lnTo>
                  <a:pt x="263961" y="347739"/>
                </a:lnTo>
                <a:lnTo>
                  <a:pt x="264865" y="346945"/>
                </a:lnTo>
                <a:lnTo>
                  <a:pt x="265768" y="346126"/>
                </a:lnTo>
                <a:lnTo>
                  <a:pt x="266672" y="345280"/>
                </a:lnTo>
                <a:lnTo>
                  <a:pt x="267576" y="344406"/>
                </a:lnTo>
                <a:lnTo>
                  <a:pt x="268481" y="343509"/>
                </a:lnTo>
                <a:lnTo>
                  <a:pt x="269385" y="342584"/>
                </a:lnTo>
                <a:lnTo>
                  <a:pt x="270288" y="341634"/>
                </a:lnTo>
                <a:lnTo>
                  <a:pt x="271192" y="340659"/>
                </a:lnTo>
                <a:lnTo>
                  <a:pt x="272096" y="339657"/>
                </a:lnTo>
                <a:lnTo>
                  <a:pt x="273001" y="338632"/>
                </a:lnTo>
                <a:lnTo>
                  <a:pt x="273905" y="337579"/>
                </a:lnTo>
                <a:lnTo>
                  <a:pt x="274809" y="336502"/>
                </a:lnTo>
                <a:lnTo>
                  <a:pt x="275712" y="335403"/>
                </a:lnTo>
                <a:lnTo>
                  <a:pt x="276616" y="334276"/>
                </a:lnTo>
                <a:lnTo>
                  <a:pt x="277520" y="333125"/>
                </a:lnTo>
                <a:lnTo>
                  <a:pt x="278423" y="331951"/>
                </a:lnTo>
                <a:lnTo>
                  <a:pt x="279329" y="330751"/>
                </a:lnTo>
                <a:lnTo>
                  <a:pt x="280232" y="329529"/>
                </a:lnTo>
                <a:lnTo>
                  <a:pt x="281136" y="328283"/>
                </a:lnTo>
                <a:lnTo>
                  <a:pt x="282040" y="327014"/>
                </a:lnTo>
                <a:lnTo>
                  <a:pt x="282943" y="325719"/>
                </a:lnTo>
                <a:lnTo>
                  <a:pt x="283849" y="324404"/>
                </a:lnTo>
                <a:lnTo>
                  <a:pt x="284753" y="323065"/>
                </a:lnTo>
                <a:lnTo>
                  <a:pt x="285656" y="321703"/>
                </a:lnTo>
                <a:lnTo>
                  <a:pt x="286560" y="320319"/>
                </a:lnTo>
                <a:lnTo>
                  <a:pt x="287464" y="318912"/>
                </a:lnTo>
                <a:lnTo>
                  <a:pt x="288367" y="317483"/>
                </a:lnTo>
                <a:lnTo>
                  <a:pt x="289271" y="316033"/>
                </a:lnTo>
                <a:lnTo>
                  <a:pt x="290176" y="314560"/>
                </a:lnTo>
                <a:lnTo>
                  <a:pt x="291080" y="313066"/>
                </a:lnTo>
                <a:lnTo>
                  <a:pt x="291984" y="311553"/>
                </a:lnTo>
                <a:lnTo>
                  <a:pt x="292887" y="310018"/>
                </a:lnTo>
                <a:lnTo>
                  <a:pt x="293791" y="308461"/>
                </a:lnTo>
                <a:lnTo>
                  <a:pt x="294696" y="306885"/>
                </a:lnTo>
                <a:lnTo>
                  <a:pt x="295600" y="305288"/>
                </a:lnTo>
                <a:lnTo>
                  <a:pt x="296504" y="303672"/>
                </a:lnTo>
                <a:lnTo>
                  <a:pt x="297408" y="302036"/>
                </a:lnTo>
                <a:lnTo>
                  <a:pt x="298311" y="300381"/>
                </a:lnTo>
                <a:lnTo>
                  <a:pt x="299215" y="298707"/>
                </a:lnTo>
                <a:lnTo>
                  <a:pt x="300119" y="297012"/>
                </a:lnTo>
                <a:lnTo>
                  <a:pt x="301024" y="295301"/>
                </a:lnTo>
                <a:lnTo>
                  <a:pt x="301928" y="293572"/>
                </a:lnTo>
                <a:lnTo>
                  <a:pt x="302831" y="291823"/>
                </a:lnTo>
                <a:lnTo>
                  <a:pt x="303735" y="290057"/>
                </a:lnTo>
                <a:lnTo>
                  <a:pt x="304639" y="288273"/>
                </a:lnTo>
                <a:lnTo>
                  <a:pt x="305544" y="286474"/>
                </a:lnTo>
                <a:lnTo>
                  <a:pt x="306448" y="284655"/>
                </a:lnTo>
                <a:lnTo>
                  <a:pt x="307352" y="282821"/>
                </a:lnTo>
                <a:lnTo>
                  <a:pt x="308255" y="280970"/>
                </a:lnTo>
                <a:lnTo>
                  <a:pt x="309159" y="279105"/>
                </a:lnTo>
                <a:lnTo>
                  <a:pt x="310063" y="277222"/>
                </a:lnTo>
                <a:lnTo>
                  <a:pt x="310966" y="275325"/>
                </a:lnTo>
                <a:lnTo>
                  <a:pt x="311872" y="273412"/>
                </a:lnTo>
                <a:lnTo>
                  <a:pt x="312775" y="271485"/>
                </a:lnTo>
                <a:lnTo>
                  <a:pt x="313679" y="269543"/>
                </a:lnTo>
                <a:lnTo>
                  <a:pt x="314583" y="267586"/>
                </a:lnTo>
                <a:lnTo>
                  <a:pt x="315487" y="265616"/>
                </a:lnTo>
                <a:lnTo>
                  <a:pt x="316392" y="263631"/>
                </a:lnTo>
                <a:lnTo>
                  <a:pt x="317296" y="261634"/>
                </a:lnTo>
                <a:lnTo>
                  <a:pt x="318199" y="259624"/>
                </a:lnTo>
                <a:lnTo>
                  <a:pt x="319103" y="257600"/>
                </a:lnTo>
                <a:lnTo>
                  <a:pt x="320007" y="255565"/>
                </a:lnTo>
                <a:lnTo>
                  <a:pt x="320910" y="253519"/>
                </a:lnTo>
                <a:lnTo>
                  <a:pt x="321814" y="251459"/>
                </a:lnTo>
                <a:lnTo>
                  <a:pt x="322719" y="249389"/>
                </a:lnTo>
                <a:lnTo>
                  <a:pt x="323623" y="247308"/>
                </a:lnTo>
                <a:lnTo>
                  <a:pt x="324527" y="245214"/>
                </a:lnTo>
                <a:lnTo>
                  <a:pt x="325430" y="243113"/>
                </a:lnTo>
                <a:lnTo>
                  <a:pt x="326334" y="241000"/>
                </a:lnTo>
                <a:lnTo>
                  <a:pt x="327240" y="238877"/>
                </a:lnTo>
                <a:lnTo>
                  <a:pt x="328143" y="236746"/>
                </a:lnTo>
                <a:lnTo>
                  <a:pt x="329047" y="234606"/>
                </a:lnTo>
                <a:lnTo>
                  <a:pt x="329951" y="232456"/>
                </a:lnTo>
                <a:lnTo>
                  <a:pt x="330854" y="230299"/>
                </a:lnTo>
                <a:lnTo>
                  <a:pt x="331758" y="228132"/>
                </a:lnTo>
                <a:lnTo>
                  <a:pt x="332662" y="225958"/>
                </a:lnTo>
                <a:lnTo>
                  <a:pt x="333567" y="223778"/>
                </a:lnTo>
                <a:lnTo>
                  <a:pt x="334471" y="221589"/>
                </a:lnTo>
                <a:lnTo>
                  <a:pt x="335374" y="219394"/>
                </a:lnTo>
                <a:lnTo>
                  <a:pt x="336278" y="217193"/>
                </a:lnTo>
                <a:lnTo>
                  <a:pt x="337182" y="214987"/>
                </a:lnTo>
                <a:lnTo>
                  <a:pt x="338086" y="212775"/>
                </a:lnTo>
                <a:lnTo>
                  <a:pt x="338991" y="210557"/>
                </a:lnTo>
                <a:lnTo>
                  <a:pt x="339895" y="208334"/>
                </a:lnTo>
                <a:lnTo>
                  <a:pt x="340798" y="206106"/>
                </a:lnTo>
                <a:lnTo>
                  <a:pt x="341702" y="203875"/>
                </a:lnTo>
                <a:lnTo>
                  <a:pt x="342606" y="201640"/>
                </a:lnTo>
                <a:lnTo>
                  <a:pt x="343511" y="199402"/>
                </a:lnTo>
                <a:lnTo>
                  <a:pt x="344415" y="197159"/>
                </a:lnTo>
                <a:lnTo>
                  <a:pt x="345318" y="194915"/>
                </a:lnTo>
                <a:lnTo>
                  <a:pt x="346222" y="192667"/>
                </a:lnTo>
                <a:lnTo>
                  <a:pt x="347126" y="190418"/>
                </a:lnTo>
                <a:lnTo>
                  <a:pt x="348030" y="188167"/>
                </a:lnTo>
                <a:lnTo>
                  <a:pt x="348933" y="185915"/>
                </a:lnTo>
                <a:lnTo>
                  <a:pt x="349839" y="183660"/>
                </a:lnTo>
                <a:lnTo>
                  <a:pt x="350742" y="181406"/>
                </a:lnTo>
                <a:lnTo>
                  <a:pt x="351646" y="179152"/>
                </a:lnTo>
                <a:lnTo>
                  <a:pt x="352550" y="176898"/>
                </a:lnTo>
                <a:lnTo>
                  <a:pt x="353453" y="174643"/>
                </a:lnTo>
                <a:lnTo>
                  <a:pt x="354359" y="172391"/>
                </a:lnTo>
                <a:lnTo>
                  <a:pt x="355262" y="170138"/>
                </a:lnTo>
                <a:lnTo>
                  <a:pt x="356166" y="167887"/>
                </a:lnTo>
                <a:lnTo>
                  <a:pt x="357070" y="165638"/>
                </a:lnTo>
                <a:lnTo>
                  <a:pt x="357974" y="163392"/>
                </a:lnTo>
                <a:lnTo>
                  <a:pt x="358877" y="161148"/>
                </a:lnTo>
                <a:lnTo>
                  <a:pt x="359781" y="158907"/>
                </a:lnTo>
                <a:lnTo>
                  <a:pt x="360686" y="156669"/>
                </a:lnTo>
                <a:lnTo>
                  <a:pt x="361590" y="154433"/>
                </a:lnTo>
                <a:lnTo>
                  <a:pt x="362494" y="152204"/>
                </a:lnTo>
                <a:lnTo>
                  <a:pt x="363397" y="149978"/>
                </a:lnTo>
                <a:lnTo>
                  <a:pt x="364301" y="147755"/>
                </a:lnTo>
                <a:lnTo>
                  <a:pt x="365206" y="145539"/>
                </a:lnTo>
                <a:lnTo>
                  <a:pt x="366110" y="143328"/>
                </a:lnTo>
                <a:lnTo>
                  <a:pt x="367014" y="141122"/>
                </a:lnTo>
                <a:lnTo>
                  <a:pt x="367917" y="138923"/>
                </a:lnTo>
                <a:lnTo>
                  <a:pt x="368821" y="136730"/>
                </a:lnTo>
                <a:lnTo>
                  <a:pt x="369725" y="134544"/>
                </a:lnTo>
                <a:lnTo>
                  <a:pt x="370629" y="132364"/>
                </a:lnTo>
                <a:lnTo>
                  <a:pt x="371534" y="130192"/>
                </a:lnTo>
                <a:lnTo>
                  <a:pt x="372438" y="128028"/>
                </a:lnTo>
                <a:lnTo>
                  <a:pt x="373341" y="125872"/>
                </a:lnTo>
                <a:lnTo>
                  <a:pt x="374245" y="123724"/>
                </a:lnTo>
                <a:lnTo>
                  <a:pt x="375149" y="121586"/>
                </a:lnTo>
                <a:lnTo>
                  <a:pt x="376054" y="119456"/>
                </a:lnTo>
                <a:lnTo>
                  <a:pt x="376958" y="117336"/>
                </a:lnTo>
                <a:lnTo>
                  <a:pt x="377862" y="115226"/>
                </a:lnTo>
                <a:lnTo>
                  <a:pt x="378765" y="113125"/>
                </a:lnTo>
                <a:lnTo>
                  <a:pt x="379669" y="111036"/>
                </a:lnTo>
                <a:lnTo>
                  <a:pt x="380573" y="108957"/>
                </a:lnTo>
                <a:lnTo>
                  <a:pt x="381476" y="106889"/>
                </a:lnTo>
                <a:lnTo>
                  <a:pt x="382382" y="104832"/>
                </a:lnTo>
                <a:lnTo>
                  <a:pt x="383285" y="102788"/>
                </a:lnTo>
                <a:lnTo>
                  <a:pt x="384189" y="100756"/>
                </a:lnTo>
                <a:lnTo>
                  <a:pt x="385093" y="98735"/>
                </a:lnTo>
                <a:lnTo>
                  <a:pt x="385996" y="96728"/>
                </a:lnTo>
                <a:lnTo>
                  <a:pt x="386902" y="94734"/>
                </a:lnTo>
                <a:lnTo>
                  <a:pt x="387805" y="92753"/>
                </a:lnTo>
                <a:lnTo>
                  <a:pt x="388709" y="90786"/>
                </a:lnTo>
                <a:lnTo>
                  <a:pt x="389613" y="88833"/>
                </a:lnTo>
                <a:lnTo>
                  <a:pt x="390517" y="86894"/>
                </a:lnTo>
                <a:lnTo>
                  <a:pt x="391420" y="84969"/>
                </a:lnTo>
                <a:lnTo>
                  <a:pt x="392324" y="83060"/>
                </a:lnTo>
                <a:lnTo>
                  <a:pt x="393229" y="81166"/>
                </a:lnTo>
                <a:lnTo>
                  <a:pt x="394133" y="79287"/>
                </a:lnTo>
                <a:lnTo>
                  <a:pt x="395037" y="77424"/>
                </a:lnTo>
                <a:lnTo>
                  <a:pt x="395940" y="75578"/>
                </a:lnTo>
                <a:lnTo>
                  <a:pt x="396844" y="73747"/>
                </a:lnTo>
                <a:lnTo>
                  <a:pt x="397749" y="71934"/>
                </a:lnTo>
                <a:lnTo>
                  <a:pt x="398653" y="70137"/>
                </a:lnTo>
                <a:lnTo>
                  <a:pt x="399557" y="68358"/>
                </a:lnTo>
                <a:lnTo>
                  <a:pt x="400461" y="66595"/>
                </a:lnTo>
                <a:lnTo>
                  <a:pt x="401364" y="64851"/>
                </a:lnTo>
                <a:lnTo>
                  <a:pt x="402268" y="63125"/>
                </a:lnTo>
                <a:lnTo>
                  <a:pt x="403172" y="61418"/>
                </a:lnTo>
                <a:lnTo>
                  <a:pt x="404077" y="59729"/>
                </a:lnTo>
                <a:lnTo>
                  <a:pt x="404981" y="58059"/>
                </a:lnTo>
                <a:lnTo>
                  <a:pt x="405884" y="56408"/>
                </a:lnTo>
                <a:lnTo>
                  <a:pt x="406788" y="54776"/>
                </a:lnTo>
                <a:lnTo>
                  <a:pt x="407692" y="53165"/>
                </a:lnTo>
                <a:lnTo>
                  <a:pt x="408597" y="51573"/>
                </a:lnTo>
                <a:lnTo>
                  <a:pt x="409501" y="50001"/>
                </a:lnTo>
                <a:lnTo>
                  <a:pt x="410405" y="48450"/>
                </a:lnTo>
                <a:lnTo>
                  <a:pt x="411308" y="46919"/>
                </a:lnTo>
                <a:lnTo>
                  <a:pt x="412212" y="45409"/>
                </a:lnTo>
                <a:lnTo>
                  <a:pt x="413116" y="43921"/>
                </a:lnTo>
                <a:lnTo>
                  <a:pt x="414019" y="42454"/>
                </a:lnTo>
                <a:lnTo>
                  <a:pt x="414925" y="41008"/>
                </a:lnTo>
                <a:lnTo>
                  <a:pt x="415828" y="39585"/>
                </a:lnTo>
                <a:lnTo>
                  <a:pt x="416732" y="38183"/>
                </a:lnTo>
                <a:lnTo>
                  <a:pt x="417636" y="36804"/>
                </a:lnTo>
                <a:lnTo>
                  <a:pt x="418539" y="35447"/>
                </a:lnTo>
                <a:lnTo>
                  <a:pt x="419445" y="34113"/>
                </a:lnTo>
                <a:lnTo>
                  <a:pt x="420349" y="32802"/>
                </a:lnTo>
                <a:lnTo>
                  <a:pt x="421252" y="31514"/>
                </a:lnTo>
                <a:lnTo>
                  <a:pt x="422156" y="30250"/>
                </a:lnTo>
                <a:lnTo>
                  <a:pt x="423060" y="29009"/>
                </a:lnTo>
                <a:lnTo>
                  <a:pt x="423963" y="27791"/>
                </a:lnTo>
                <a:lnTo>
                  <a:pt x="424867" y="26598"/>
                </a:lnTo>
                <a:lnTo>
                  <a:pt x="425772" y="25429"/>
                </a:lnTo>
                <a:lnTo>
                  <a:pt x="426676" y="24284"/>
                </a:lnTo>
                <a:lnTo>
                  <a:pt x="427580" y="23164"/>
                </a:lnTo>
                <a:lnTo>
                  <a:pt x="428483" y="22068"/>
                </a:lnTo>
                <a:lnTo>
                  <a:pt x="429387" y="20997"/>
                </a:lnTo>
                <a:lnTo>
                  <a:pt x="430293" y="19951"/>
                </a:lnTo>
                <a:lnTo>
                  <a:pt x="431196" y="18931"/>
                </a:lnTo>
                <a:lnTo>
                  <a:pt x="432100" y="17935"/>
                </a:lnTo>
                <a:lnTo>
                  <a:pt x="433004" y="16965"/>
                </a:lnTo>
                <a:lnTo>
                  <a:pt x="433907" y="16021"/>
                </a:lnTo>
                <a:lnTo>
                  <a:pt x="434811" y="15103"/>
                </a:lnTo>
                <a:lnTo>
                  <a:pt x="435715" y="14211"/>
                </a:lnTo>
                <a:lnTo>
                  <a:pt x="436620" y="13344"/>
                </a:lnTo>
                <a:lnTo>
                  <a:pt x="437524" y="12504"/>
                </a:lnTo>
                <a:lnTo>
                  <a:pt x="438427" y="11690"/>
                </a:lnTo>
                <a:lnTo>
                  <a:pt x="439331" y="10903"/>
                </a:lnTo>
                <a:lnTo>
                  <a:pt x="440235" y="10142"/>
                </a:lnTo>
                <a:lnTo>
                  <a:pt x="441140" y="9409"/>
                </a:lnTo>
                <a:lnTo>
                  <a:pt x="442044" y="8702"/>
                </a:lnTo>
                <a:lnTo>
                  <a:pt x="442948" y="8021"/>
                </a:lnTo>
                <a:lnTo>
                  <a:pt x="443851" y="7368"/>
                </a:lnTo>
                <a:lnTo>
                  <a:pt x="444755" y="6742"/>
                </a:lnTo>
                <a:lnTo>
                  <a:pt x="445659" y="6144"/>
                </a:lnTo>
                <a:lnTo>
                  <a:pt x="446562" y="5572"/>
                </a:lnTo>
                <a:lnTo>
                  <a:pt x="447468" y="5029"/>
                </a:lnTo>
                <a:lnTo>
                  <a:pt x="448371" y="4512"/>
                </a:lnTo>
                <a:lnTo>
                  <a:pt x="449275" y="4024"/>
                </a:lnTo>
                <a:lnTo>
                  <a:pt x="450179" y="3563"/>
                </a:lnTo>
                <a:lnTo>
                  <a:pt x="451083" y="3130"/>
                </a:lnTo>
                <a:lnTo>
                  <a:pt x="451988" y="2724"/>
                </a:lnTo>
                <a:lnTo>
                  <a:pt x="452892" y="2347"/>
                </a:lnTo>
                <a:lnTo>
                  <a:pt x="453795" y="1997"/>
                </a:lnTo>
                <a:lnTo>
                  <a:pt x="454699" y="1676"/>
                </a:lnTo>
                <a:lnTo>
                  <a:pt x="455603" y="1382"/>
                </a:lnTo>
                <a:lnTo>
                  <a:pt x="456506" y="1117"/>
                </a:lnTo>
                <a:lnTo>
                  <a:pt x="457410" y="880"/>
                </a:lnTo>
                <a:lnTo>
                  <a:pt x="458315" y="671"/>
                </a:lnTo>
                <a:lnTo>
                  <a:pt x="459219" y="490"/>
                </a:lnTo>
                <a:lnTo>
                  <a:pt x="460123" y="338"/>
                </a:lnTo>
                <a:lnTo>
                  <a:pt x="461027" y="214"/>
                </a:lnTo>
                <a:lnTo>
                  <a:pt x="461930" y="118"/>
                </a:lnTo>
                <a:lnTo>
                  <a:pt x="462836" y="50"/>
                </a:lnTo>
                <a:lnTo>
                  <a:pt x="463739" y="11"/>
                </a:lnTo>
                <a:lnTo>
                  <a:pt x="464643" y="0"/>
                </a:lnTo>
                <a:lnTo>
                  <a:pt x="465547" y="17"/>
                </a:lnTo>
                <a:lnTo>
                  <a:pt x="466450" y="63"/>
                </a:lnTo>
                <a:lnTo>
                  <a:pt x="467354" y="137"/>
                </a:lnTo>
                <a:lnTo>
                  <a:pt x="468258" y="240"/>
                </a:lnTo>
                <a:lnTo>
                  <a:pt x="469163" y="370"/>
                </a:lnTo>
                <a:lnTo>
                  <a:pt x="470067" y="529"/>
                </a:lnTo>
                <a:lnTo>
                  <a:pt x="470970" y="716"/>
                </a:lnTo>
                <a:lnTo>
                  <a:pt x="471874" y="932"/>
                </a:lnTo>
                <a:lnTo>
                  <a:pt x="472778" y="1175"/>
                </a:lnTo>
                <a:lnTo>
                  <a:pt x="473683" y="1447"/>
                </a:lnTo>
                <a:lnTo>
                  <a:pt x="474587" y="1747"/>
                </a:lnTo>
                <a:lnTo>
                  <a:pt x="475491" y="2075"/>
                </a:lnTo>
                <a:lnTo>
                  <a:pt x="476394" y="2431"/>
                </a:lnTo>
                <a:lnTo>
                  <a:pt x="477298" y="2814"/>
                </a:lnTo>
                <a:lnTo>
                  <a:pt x="478202" y="3226"/>
                </a:lnTo>
                <a:lnTo>
                  <a:pt x="479107" y="3666"/>
                </a:lnTo>
                <a:lnTo>
                  <a:pt x="480011" y="4133"/>
                </a:lnTo>
                <a:lnTo>
                  <a:pt x="480914" y="4628"/>
                </a:lnTo>
                <a:lnTo>
                  <a:pt x="481818" y="5150"/>
                </a:lnTo>
                <a:lnTo>
                  <a:pt x="482722" y="5700"/>
                </a:lnTo>
                <a:lnTo>
                  <a:pt x="483626" y="6278"/>
                </a:lnTo>
                <a:lnTo>
                  <a:pt x="484529" y="6883"/>
                </a:lnTo>
                <a:lnTo>
                  <a:pt x="485435" y="7515"/>
                </a:lnTo>
                <a:lnTo>
                  <a:pt x="486338" y="8174"/>
                </a:lnTo>
                <a:lnTo>
                  <a:pt x="487242" y="8860"/>
                </a:lnTo>
                <a:lnTo>
                  <a:pt x="488146" y="9574"/>
                </a:lnTo>
                <a:lnTo>
                  <a:pt x="489049" y="10314"/>
                </a:lnTo>
                <a:lnTo>
                  <a:pt x="489955" y="11080"/>
                </a:lnTo>
                <a:lnTo>
                  <a:pt x="490858" y="11874"/>
                </a:lnTo>
                <a:lnTo>
                  <a:pt x="491762" y="12693"/>
                </a:lnTo>
                <a:lnTo>
                  <a:pt x="492666" y="13539"/>
                </a:lnTo>
                <a:lnTo>
                  <a:pt x="493570" y="14412"/>
                </a:lnTo>
                <a:lnTo>
                  <a:pt x="494473" y="15310"/>
                </a:lnTo>
                <a:lnTo>
                  <a:pt x="495377" y="16234"/>
                </a:lnTo>
                <a:lnTo>
                  <a:pt x="496282" y="17184"/>
                </a:lnTo>
                <a:lnTo>
                  <a:pt x="497186" y="18160"/>
                </a:lnTo>
                <a:lnTo>
                  <a:pt x="498090" y="19161"/>
                </a:lnTo>
                <a:lnTo>
                  <a:pt x="498993" y="20188"/>
                </a:lnTo>
                <a:lnTo>
                  <a:pt x="499897" y="21239"/>
                </a:lnTo>
                <a:lnTo>
                  <a:pt x="500802" y="22316"/>
                </a:lnTo>
                <a:lnTo>
                  <a:pt x="501706" y="23417"/>
                </a:lnTo>
                <a:lnTo>
                  <a:pt x="502610" y="24543"/>
                </a:lnTo>
                <a:lnTo>
                  <a:pt x="503514" y="25693"/>
                </a:lnTo>
                <a:lnTo>
                  <a:pt x="504417" y="26868"/>
                </a:lnTo>
                <a:lnTo>
                  <a:pt x="505321" y="28067"/>
                </a:lnTo>
                <a:lnTo>
                  <a:pt x="506225" y="29289"/>
                </a:lnTo>
                <a:lnTo>
                  <a:pt x="507130" y="30536"/>
                </a:lnTo>
                <a:lnTo>
                  <a:pt x="508034" y="31806"/>
                </a:lnTo>
                <a:lnTo>
                  <a:pt x="508937" y="33099"/>
                </a:lnTo>
                <a:lnTo>
                  <a:pt x="509841" y="34415"/>
                </a:lnTo>
                <a:lnTo>
                  <a:pt x="510745" y="35754"/>
                </a:lnTo>
                <a:lnTo>
                  <a:pt x="511650" y="37116"/>
                </a:lnTo>
                <a:lnTo>
                  <a:pt x="512554" y="38501"/>
                </a:lnTo>
                <a:lnTo>
                  <a:pt x="513458" y="39907"/>
                </a:lnTo>
                <a:lnTo>
                  <a:pt x="514361" y="41336"/>
                </a:lnTo>
                <a:lnTo>
                  <a:pt x="515265" y="42786"/>
                </a:lnTo>
                <a:lnTo>
                  <a:pt x="516169" y="44258"/>
                </a:lnTo>
                <a:lnTo>
                  <a:pt x="517072" y="45752"/>
                </a:lnTo>
                <a:lnTo>
                  <a:pt x="517978" y="47266"/>
                </a:lnTo>
                <a:lnTo>
                  <a:pt x="518881" y="48802"/>
                </a:lnTo>
                <a:lnTo>
                  <a:pt x="519785" y="50357"/>
                </a:lnTo>
                <a:lnTo>
                  <a:pt x="520689" y="51934"/>
                </a:lnTo>
                <a:lnTo>
                  <a:pt x="521592" y="53530"/>
                </a:lnTo>
                <a:lnTo>
                  <a:pt x="522498" y="55147"/>
                </a:lnTo>
                <a:lnTo>
                  <a:pt x="523402" y="56783"/>
                </a:lnTo>
                <a:lnTo>
                  <a:pt x="524305" y="58438"/>
                </a:lnTo>
                <a:lnTo>
                  <a:pt x="525209" y="60112"/>
                </a:lnTo>
                <a:lnTo>
                  <a:pt x="526113" y="61806"/>
                </a:lnTo>
                <a:lnTo>
                  <a:pt x="527016" y="63517"/>
                </a:lnTo>
                <a:lnTo>
                  <a:pt x="527920" y="65248"/>
                </a:lnTo>
                <a:lnTo>
                  <a:pt x="528825" y="66996"/>
                </a:lnTo>
                <a:lnTo>
                  <a:pt x="529729" y="68762"/>
                </a:lnTo>
                <a:lnTo>
                  <a:pt x="530633" y="70545"/>
                </a:lnTo>
                <a:lnTo>
                  <a:pt x="531536" y="72346"/>
                </a:lnTo>
                <a:lnTo>
                  <a:pt x="532440" y="74163"/>
                </a:lnTo>
                <a:lnTo>
                  <a:pt x="533346" y="75997"/>
                </a:lnTo>
                <a:lnTo>
                  <a:pt x="534249" y="77848"/>
                </a:lnTo>
                <a:lnTo>
                  <a:pt x="535153" y="79714"/>
                </a:lnTo>
                <a:lnTo>
                  <a:pt x="536057" y="81596"/>
                </a:lnTo>
                <a:lnTo>
                  <a:pt x="536960" y="83494"/>
                </a:lnTo>
                <a:lnTo>
                  <a:pt x="537864" y="85407"/>
                </a:lnTo>
                <a:lnTo>
                  <a:pt x="538768" y="87335"/>
                </a:lnTo>
                <a:lnTo>
                  <a:pt x="539673" y="89277"/>
                </a:lnTo>
                <a:lnTo>
                  <a:pt x="540577" y="91233"/>
                </a:lnTo>
                <a:lnTo>
                  <a:pt x="541480" y="93204"/>
                </a:lnTo>
                <a:lnTo>
                  <a:pt x="542384" y="95188"/>
                </a:lnTo>
                <a:lnTo>
                  <a:pt x="543288" y="97185"/>
                </a:lnTo>
                <a:lnTo>
                  <a:pt x="544193" y="99195"/>
                </a:lnTo>
                <a:lnTo>
                  <a:pt x="545097" y="101218"/>
                </a:lnTo>
                <a:lnTo>
                  <a:pt x="546001" y="103253"/>
                </a:lnTo>
                <a:lnTo>
                  <a:pt x="546904" y="105300"/>
                </a:lnTo>
                <a:lnTo>
                  <a:pt x="547808" y="107359"/>
                </a:lnTo>
                <a:lnTo>
                  <a:pt x="548712" y="109430"/>
                </a:lnTo>
                <a:lnTo>
                  <a:pt x="549615" y="111511"/>
                </a:lnTo>
                <a:lnTo>
                  <a:pt x="550521" y="113603"/>
                </a:lnTo>
                <a:lnTo>
                  <a:pt x="551424" y="115706"/>
                </a:lnTo>
                <a:lnTo>
                  <a:pt x="552328" y="117819"/>
                </a:lnTo>
                <a:lnTo>
                  <a:pt x="553232" y="119941"/>
                </a:lnTo>
                <a:lnTo>
                  <a:pt x="554136" y="122073"/>
                </a:lnTo>
                <a:lnTo>
                  <a:pt x="555041" y="124213"/>
                </a:lnTo>
                <a:lnTo>
                  <a:pt x="555945" y="126363"/>
                </a:lnTo>
                <a:lnTo>
                  <a:pt x="556848" y="128521"/>
                </a:lnTo>
                <a:lnTo>
                  <a:pt x="557752" y="130687"/>
                </a:lnTo>
                <a:lnTo>
                  <a:pt x="558656" y="132860"/>
                </a:lnTo>
                <a:lnTo>
                  <a:pt x="559559" y="135040"/>
                </a:lnTo>
                <a:lnTo>
                  <a:pt x="560463" y="137228"/>
                </a:lnTo>
                <a:lnTo>
                  <a:pt x="561368" y="139424"/>
                </a:lnTo>
                <a:lnTo>
                  <a:pt x="562272" y="141625"/>
                </a:lnTo>
                <a:lnTo>
                  <a:pt x="563176" y="143831"/>
                </a:lnTo>
                <a:lnTo>
                  <a:pt x="564080" y="146044"/>
                </a:lnTo>
                <a:lnTo>
                  <a:pt x="564983" y="148262"/>
                </a:lnTo>
                <a:lnTo>
                  <a:pt x="565889" y="150485"/>
                </a:lnTo>
                <a:lnTo>
                  <a:pt x="566792" y="152712"/>
                </a:lnTo>
                <a:lnTo>
                  <a:pt x="567696" y="154943"/>
                </a:lnTo>
                <a:lnTo>
                  <a:pt x="568600" y="157179"/>
                </a:lnTo>
                <a:lnTo>
                  <a:pt x="569503" y="159417"/>
                </a:lnTo>
                <a:lnTo>
                  <a:pt x="570407" y="161659"/>
                </a:lnTo>
                <a:lnTo>
                  <a:pt x="571311" y="163904"/>
                </a:lnTo>
                <a:lnTo>
                  <a:pt x="572216" y="166151"/>
                </a:lnTo>
                <a:lnTo>
                  <a:pt x="573120" y="168401"/>
                </a:lnTo>
                <a:lnTo>
                  <a:pt x="574023" y="170652"/>
                </a:lnTo>
                <a:lnTo>
                  <a:pt x="574927" y="172904"/>
                </a:lnTo>
                <a:lnTo>
                  <a:pt x="575831" y="175158"/>
                </a:lnTo>
                <a:lnTo>
                  <a:pt x="576736" y="177413"/>
                </a:lnTo>
                <a:lnTo>
                  <a:pt x="577640" y="179667"/>
                </a:lnTo>
                <a:lnTo>
                  <a:pt x="578544" y="181921"/>
                </a:lnTo>
                <a:lnTo>
                  <a:pt x="579447" y="184175"/>
                </a:lnTo>
                <a:lnTo>
                  <a:pt x="580351" y="186428"/>
                </a:lnTo>
                <a:lnTo>
                  <a:pt x="581255" y="188681"/>
                </a:lnTo>
                <a:lnTo>
                  <a:pt x="582158" y="190931"/>
                </a:lnTo>
                <a:lnTo>
                  <a:pt x="583064" y="193181"/>
                </a:lnTo>
                <a:lnTo>
                  <a:pt x="583967" y="195427"/>
                </a:lnTo>
                <a:lnTo>
                  <a:pt x="584871" y="197671"/>
                </a:lnTo>
                <a:lnTo>
                  <a:pt x="585775" y="199912"/>
                </a:lnTo>
                <a:lnTo>
                  <a:pt x="586679" y="202150"/>
                </a:lnTo>
                <a:lnTo>
                  <a:pt x="587584" y="204385"/>
                </a:lnTo>
                <a:lnTo>
                  <a:pt x="588488" y="206615"/>
                </a:lnTo>
                <a:lnTo>
                  <a:pt x="589391" y="208841"/>
                </a:lnTo>
                <a:lnTo>
                  <a:pt x="590295" y="211064"/>
                </a:lnTo>
                <a:lnTo>
                  <a:pt x="591199" y="213280"/>
                </a:lnTo>
                <a:lnTo>
                  <a:pt x="592102" y="215491"/>
                </a:lnTo>
                <a:lnTo>
                  <a:pt x="593006" y="217697"/>
                </a:lnTo>
                <a:lnTo>
                  <a:pt x="593911" y="219896"/>
                </a:lnTo>
                <a:lnTo>
                  <a:pt x="594815" y="222089"/>
                </a:lnTo>
                <a:lnTo>
                  <a:pt x="595719" y="224275"/>
                </a:lnTo>
                <a:lnTo>
                  <a:pt x="596623" y="226455"/>
                </a:lnTo>
                <a:lnTo>
                  <a:pt x="597526" y="228627"/>
                </a:lnTo>
                <a:lnTo>
                  <a:pt x="598432" y="230790"/>
                </a:lnTo>
                <a:lnTo>
                  <a:pt x="599335" y="232946"/>
                </a:lnTo>
                <a:lnTo>
                  <a:pt x="600239" y="235094"/>
                </a:lnTo>
                <a:lnTo>
                  <a:pt x="601143" y="237232"/>
                </a:lnTo>
                <a:lnTo>
                  <a:pt x="602046" y="239362"/>
                </a:lnTo>
                <a:lnTo>
                  <a:pt x="602950" y="241483"/>
                </a:lnTo>
                <a:lnTo>
                  <a:pt x="603854" y="243593"/>
                </a:lnTo>
                <a:lnTo>
                  <a:pt x="604759" y="245693"/>
                </a:lnTo>
                <a:lnTo>
                  <a:pt x="605663" y="247783"/>
                </a:lnTo>
                <a:lnTo>
                  <a:pt x="606567" y="249862"/>
                </a:lnTo>
                <a:lnTo>
                  <a:pt x="607470" y="251931"/>
                </a:lnTo>
                <a:lnTo>
                  <a:pt x="608374" y="253986"/>
                </a:lnTo>
                <a:lnTo>
                  <a:pt x="609278" y="256031"/>
                </a:lnTo>
                <a:lnTo>
                  <a:pt x="610183" y="258064"/>
                </a:lnTo>
                <a:lnTo>
                  <a:pt x="611087" y="260084"/>
                </a:lnTo>
                <a:lnTo>
                  <a:pt x="611990" y="262091"/>
                </a:lnTo>
                <a:lnTo>
                  <a:pt x="612894" y="264086"/>
                </a:lnTo>
                <a:lnTo>
                  <a:pt x="613798" y="266066"/>
                </a:lnTo>
                <a:lnTo>
                  <a:pt x="614703" y="268033"/>
                </a:lnTo>
                <a:lnTo>
                  <a:pt x="615607" y="269986"/>
                </a:lnTo>
                <a:lnTo>
                  <a:pt x="616510" y="271925"/>
                </a:lnTo>
                <a:lnTo>
                  <a:pt x="617414" y="273849"/>
                </a:lnTo>
                <a:lnTo>
                  <a:pt x="618318" y="275759"/>
                </a:lnTo>
                <a:lnTo>
                  <a:pt x="619222" y="277653"/>
                </a:lnTo>
                <a:lnTo>
                  <a:pt x="620125" y="279532"/>
                </a:lnTo>
                <a:lnTo>
                  <a:pt x="621031" y="281394"/>
                </a:lnTo>
                <a:lnTo>
                  <a:pt x="621934" y="283241"/>
                </a:lnTo>
                <a:lnTo>
                  <a:pt x="622838" y="285072"/>
                </a:lnTo>
                <a:lnTo>
                  <a:pt x="623742" y="286886"/>
                </a:lnTo>
                <a:lnTo>
                  <a:pt x="624645" y="288681"/>
                </a:lnTo>
                <a:lnTo>
                  <a:pt x="625551" y="290461"/>
                </a:lnTo>
                <a:lnTo>
                  <a:pt x="626455" y="292223"/>
                </a:lnTo>
                <a:lnTo>
                  <a:pt x="627358" y="293967"/>
                </a:lnTo>
                <a:lnTo>
                  <a:pt x="628262" y="295693"/>
                </a:lnTo>
                <a:lnTo>
                  <a:pt x="629166" y="297401"/>
                </a:lnTo>
                <a:lnTo>
                  <a:pt x="630069" y="299090"/>
                </a:lnTo>
                <a:lnTo>
                  <a:pt x="630973" y="300760"/>
                </a:lnTo>
                <a:lnTo>
                  <a:pt x="631878" y="302411"/>
                </a:lnTo>
                <a:lnTo>
                  <a:pt x="632782" y="304043"/>
                </a:lnTo>
                <a:lnTo>
                  <a:pt x="633686" y="305654"/>
                </a:lnTo>
                <a:lnTo>
                  <a:pt x="634589" y="307245"/>
                </a:lnTo>
                <a:lnTo>
                  <a:pt x="635493" y="308818"/>
                </a:lnTo>
                <a:lnTo>
                  <a:pt x="636398" y="310370"/>
                </a:lnTo>
                <a:lnTo>
                  <a:pt x="637302" y="311900"/>
                </a:lnTo>
                <a:lnTo>
                  <a:pt x="638206" y="313410"/>
                </a:lnTo>
                <a:lnTo>
                  <a:pt x="639110" y="314898"/>
                </a:lnTo>
                <a:lnTo>
                  <a:pt x="640013" y="316365"/>
                </a:lnTo>
                <a:lnTo>
                  <a:pt x="640917" y="317811"/>
                </a:lnTo>
                <a:lnTo>
                  <a:pt x="641821" y="319234"/>
                </a:lnTo>
                <a:lnTo>
                  <a:pt x="642726" y="320636"/>
                </a:lnTo>
                <a:lnTo>
                  <a:pt x="643630" y="322015"/>
                </a:lnTo>
                <a:lnTo>
                  <a:pt x="644533" y="323372"/>
                </a:lnTo>
                <a:lnTo>
                  <a:pt x="645437" y="324706"/>
                </a:lnTo>
                <a:lnTo>
                  <a:pt x="646341" y="326017"/>
                </a:lnTo>
                <a:lnTo>
                  <a:pt x="647246" y="327304"/>
                </a:lnTo>
                <a:lnTo>
                  <a:pt x="648150" y="328568"/>
                </a:lnTo>
                <a:lnTo>
                  <a:pt x="649054" y="329811"/>
                </a:lnTo>
                <a:lnTo>
                  <a:pt x="649957" y="331027"/>
                </a:lnTo>
                <a:lnTo>
                  <a:pt x="650861" y="332221"/>
                </a:lnTo>
                <a:lnTo>
                  <a:pt x="651765" y="333389"/>
                </a:lnTo>
                <a:lnTo>
                  <a:pt x="652668" y="334535"/>
                </a:lnTo>
                <a:lnTo>
                  <a:pt x="653574" y="335655"/>
                </a:lnTo>
                <a:lnTo>
                  <a:pt x="654477" y="336752"/>
                </a:lnTo>
                <a:lnTo>
                  <a:pt x="655381" y="337821"/>
                </a:lnTo>
                <a:lnTo>
                  <a:pt x="656285" y="338868"/>
                </a:lnTo>
                <a:lnTo>
                  <a:pt x="657189" y="339888"/>
                </a:lnTo>
                <a:lnTo>
                  <a:pt x="658094" y="340883"/>
                </a:lnTo>
                <a:lnTo>
                  <a:pt x="658998" y="341853"/>
                </a:lnTo>
                <a:lnTo>
                  <a:pt x="659901" y="342797"/>
                </a:lnTo>
                <a:lnTo>
                  <a:pt x="660805" y="343715"/>
                </a:lnTo>
                <a:lnTo>
                  <a:pt x="661709" y="344607"/>
                </a:lnTo>
                <a:lnTo>
                  <a:pt x="662612" y="345474"/>
                </a:lnTo>
                <a:lnTo>
                  <a:pt x="663516" y="346315"/>
                </a:lnTo>
                <a:lnTo>
                  <a:pt x="664421" y="347129"/>
                </a:lnTo>
                <a:lnTo>
                  <a:pt x="665325" y="347915"/>
                </a:lnTo>
                <a:lnTo>
                  <a:pt x="666229" y="348676"/>
                </a:lnTo>
                <a:lnTo>
                  <a:pt x="667132" y="349410"/>
                </a:lnTo>
                <a:lnTo>
                  <a:pt x="668036" y="350118"/>
                </a:lnTo>
                <a:lnTo>
                  <a:pt x="668940" y="350797"/>
                </a:lnTo>
                <a:lnTo>
                  <a:pt x="669845" y="351450"/>
                </a:lnTo>
                <a:lnTo>
                  <a:pt x="670749" y="352076"/>
                </a:lnTo>
                <a:lnTo>
                  <a:pt x="671653" y="352674"/>
                </a:lnTo>
                <a:lnTo>
                  <a:pt x="672556" y="353246"/>
                </a:lnTo>
                <a:lnTo>
                  <a:pt x="673460" y="353790"/>
                </a:lnTo>
                <a:lnTo>
                  <a:pt x="674364" y="354305"/>
                </a:lnTo>
                <a:lnTo>
                  <a:pt x="675269" y="354795"/>
                </a:lnTo>
                <a:lnTo>
                  <a:pt x="676173" y="355256"/>
                </a:lnTo>
                <a:lnTo>
                  <a:pt x="677076" y="355689"/>
                </a:lnTo>
                <a:lnTo>
                  <a:pt x="677980" y="356095"/>
                </a:lnTo>
                <a:lnTo>
                  <a:pt x="678884" y="356472"/>
                </a:lnTo>
                <a:lnTo>
                  <a:pt x="679789" y="356822"/>
                </a:lnTo>
                <a:lnTo>
                  <a:pt x="680693" y="357143"/>
                </a:lnTo>
                <a:lnTo>
                  <a:pt x="681597" y="357437"/>
                </a:lnTo>
                <a:lnTo>
                  <a:pt x="682500" y="357701"/>
                </a:lnTo>
                <a:lnTo>
                  <a:pt x="683404" y="357938"/>
                </a:lnTo>
                <a:lnTo>
                  <a:pt x="684308" y="358148"/>
                </a:lnTo>
                <a:lnTo>
                  <a:pt x="685213" y="358329"/>
                </a:lnTo>
                <a:lnTo>
                  <a:pt x="686117" y="358480"/>
                </a:lnTo>
                <a:lnTo>
                  <a:pt x="687020" y="358605"/>
                </a:lnTo>
                <a:lnTo>
                  <a:pt x="687924" y="358701"/>
                </a:lnTo>
                <a:lnTo>
                  <a:pt x="688828" y="358769"/>
                </a:lnTo>
                <a:lnTo>
                  <a:pt x="689732" y="358807"/>
                </a:lnTo>
                <a:lnTo>
                  <a:pt x="690635" y="358819"/>
                </a:lnTo>
                <a:lnTo>
                  <a:pt x="691541" y="358801"/>
                </a:lnTo>
                <a:lnTo>
                  <a:pt x="692444" y="358756"/>
                </a:lnTo>
                <a:lnTo>
                  <a:pt x="693348" y="358681"/>
                </a:lnTo>
                <a:lnTo>
                  <a:pt x="694252" y="358580"/>
                </a:lnTo>
                <a:lnTo>
                  <a:pt x="695155" y="358448"/>
                </a:lnTo>
                <a:lnTo>
                  <a:pt x="696059" y="358289"/>
                </a:lnTo>
                <a:lnTo>
                  <a:pt x="696964" y="358103"/>
                </a:lnTo>
                <a:lnTo>
                  <a:pt x="697868" y="357887"/>
                </a:lnTo>
                <a:lnTo>
                  <a:pt x="698772" y="357643"/>
                </a:lnTo>
                <a:lnTo>
                  <a:pt x="699676" y="357372"/>
                </a:lnTo>
                <a:lnTo>
                  <a:pt x="700579" y="357071"/>
                </a:lnTo>
                <a:lnTo>
                  <a:pt x="701485" y="356744"/>
                </a:lnTo>
                <a:lnTo>
                  <a:pt x="702388" y="356389"/>
                </a:lnTo>
                <a:lnTo>
                  <a:pt x="703292" y="356005"/>
                </a:lnTo>
                <a:lnTo>
                  <a:pt x="704196" y="355593"/>
                </a:lnTo>
                <a:lnTo>
                  <a:pt x="705099" y="355153"/>
                </a:lnTo>
                <a:lnTo>
                  <a:pt x="706003" y="354686"/>
                </a:lnTo>
                <a:lnTo>
                  <a:pt x="706908" y="354191"/>
                </a:lnTo>
                <a:lnTo>
                  <a:pt x="707812" y="353669"/>
                </a:lnTo>
                <a:lnTo>
                  <a:pt x="708716" y="353118"/>
                </a:lnTo>
                <a:lnTo>
                  <a:pt x="709620" y="352541"/>
                </a:lnTo>
                <a:lnTo>
                  <a:pt x="710523" y="351937"/>
                </a:lnTo>
                <a:lnTo>
                  <a:pt x="711427" y="351304"/>
                </a:lnTo>
                <a:lnTo>
                  <a:pt x="712331" y="350644"/>
                </a:lnTo>
                <a:lnTo>
                  <a:pt x="713236" y="349958"/>
                </a:lnTo>
                <a:lnTo>
                  <a:pt x="714140" y="349245"/>
                </a:lnTo>
                <a:lnTo>
                  <a:pt x="715043" y="348505"/>
                </a:lnTo>
                <a:lnTo>
                  <a:pt x="715947" y="347739"/>
                </a:lnTo>
                <a:lnTo>
                  <a:pt x="716851" y="346945"/>
                </a:lnTo>
                <a:lnTo>
                  <a:pt x="717754" y="346126"/>
                </a:lnTo>
                <a:lnTo>
                  <a:pt x="718660" y="345280"/>
                </a:lnTo>
                <a:lnTo>
                  <a:pt x="719563" y="344406"/>
                </a:lnTo>
                <a:lnTo>
                  <a:pt x="720467" y="343509"/>
                </a:lnTo>
                <a:lnTo>
                  <a:pt x="721371" y="342584"/>
                </a:lnTo>
                <a:lnTo>
                  <a:pt x="722275" y="341634"/>
                </a:lnTo>
                <a:lnTo>
                  <a:pt x="723180" y="340659"/>
                </a:lnTo>
                <a:lnTo>
                  <a:pt x="724084" y="339657"/>
                </a:lnTo>
                <a:lnTo>
                  <a:pt x="724987" y="338632"/>
                </a:lnTo>
                <a:lnTo>
                  <a:pt x="725891" y="337579"/>
                </a:lnTo>
                <a:lnTo>
                  <a:pt x="726795" y="336502"/>
                </a:lnTo>
                <a:lnTo>
                  <a:pt x="727698" y="335403"/>
                </a:lnTo>
                <a:lnTo>
                  <a:pt x="728604" y="334276"/>
                </a:lnTo>
                <a:lnTo>
                  <a:pt x="729508" y="333125"/>
                </a:lnTo>
                <a:lnTo>
                  <a:pt x="730411" y="331951"/>
                </a:lnTo>
                <a:lnTo>
                  <a:pt x="731315" y="330751"/>
                </a:lnTo>
                <a:lnTo>
                  <a:pt x="732219" y="329529"/>
                </a:lnTo>
                <a:lnTo>
                  <a:pt x="733122" y="328283"/>
                </a:lnTo>
                <a:lnTo>
                  <a:pt x="734026" y="327014"/>
                </a:lnTo>
                <a:lnTo>
                  <a:pt x="734931" y="325719"/>
                </a:lnTo>
                <a:lnTo>
                  <a:pt x="735835" y="324404"/>
                </a:lnTo>
                <a:lnTo>
                  <a:pt x="736739" y="323065"/>
                </a:lnTo>
                <a:lnTo>
                  <a:pt x="737642" y="321703"/>
                </a:lnTo>
                <a:lnTo>
                  <a:pt x="738546" y="320319"/>
                </a:lnTo>
                <a:lnTo>
                  <a:pt x="739450" y="318912"/>
                </a:lnTo>
                <a:lnTo>
                  <a:pt x="740355" y="317483"/>
                </a:lnTo>
                <a:lnTo>
                  <a:pt x="741259" y="316033"/>
                </a:lnTo>
                <a:lnTo>
                  <a:pt x="742163" y="314560"/>
                </a:lnTo>
                <a:lnTo>
                  <a:pt x="743066" y="313066"/>
                </a:lnTo>
                <a:lnTo>
                  <a:pt x="743970" y="311553"/>
                </a:lnTo>
                <a:lnTo>
                  <a:pt x="744875" y="310018"/>
                </a:lnTo>
                <a:lnTo>
                  <a:pt x="745779" y="308461"/>
                </a:lnTo>
                <a:lnTo>
                  <a:pt x="746683" y="306885"/>
                </a:lnTo>
                <a:lnTo>
                  <a:pt x="747586" y="305288"/>
                </a:lnTo>
                <a:lnTo>
                  <a:pt x="748490" y="303672"/>
                </a:lnTo>
                <a:lnTo>
                  <a:pt x="749394" y="302036"/>
                </a:lnTo>
                <a:lnTo>
                  <a:pt x="750299" y="300381"/>
                </a:lnTo>
                <a:lnTo>
                  <a:pt x="751203" y="298707"/>
                </a:lnTo>
                <a:lnTo>
                  <a:pt x="752107" y="297012"/>
                </a:lnTo>
                <a:lnTo>
                  <a:pt x="753010" y="295301"/>
                </a:lnTo>
                <a:lnTo>
                  <a:pt x="753914" y="293572"/>
                </a:lnTo>
                <a:lnTo>
                  <a:pt x="754818" y="291823"/>
                </a:lnTo>
                <a:lnTo>
                  <a:pt x="755723" y="290057"/>
                </a:lnTo>
                <a:lnTo>
                  <a:pt x="756627" y="288273"/>
                </a:lnTo>
                <a:lnTo>
                  <a:pt x="757530" y="286474"/>
                </a:lnTo>
                <a:lnTo>
                  <a:pt x="758434" y="284655"/>
                </a:lnTo>
                <a:lnTo>
                  <a:pt x="759338" y="282821"/>
                </a:lnTo>
                <a:lnTo>
                  <a:pt x="760241" y="280970"/>
                </a:lnTo>
                <a:lnTo>
                  <a:pt x="761145" y="279105"/>
                </a:lnTo>
                <a:lnTo>
                  <a:pt x="762050" y="277222"/>
                </a:lnTo>
                <a:lnTo>
                  <a:pt x="762954" y="275325"/>
                </a:lnTo>
                <a:lnTo>
                  <a:pt x="763858" y="273412"/>
                </a:lnTo>
                <a:lnTo>
                  <a:pt x="764762" y="271485"/>
                </a:lnTo>
                <a:lnTo>
                  <a:pt x="765665" y="269543"/>
                </a:lnTo>
                <a:lnTo>
                  <a:pt x="766569" y="267586"/>
                </a:lnTo>
                <a:lnTo>
                  <a:pt x="767474" y="265616"/>
                </a:lnTo>
                <a:lnTo>
                  <a:pt x="768378" y="263631"/>
                </a:lnTo>
                <a:lnTo>
                  <a:pt x="769282" y="261634"/>
                </a:lnTo>
                <a:lnTo>
                  <a:pt x="770185" y="259624"/>
                </a:lnTo>
                <a:lnTo>
                  <a:pt x="771089" y="257600"/>
                </a:lnTo>
                <a:lnTo>
                  <a:pt x="771995" y="255565"/>
                </a:lnTo>
                <a:lnTo>
                  <a:pt x="772898" y="253519"/>
                </a:lnTo>
                <a:lnTo>
                  <a:pt x="773802" y="251459"/>
                </a:lnTo>
                <a:lnTo>
                  <a:pt x="774706" y="249389"/>
                </a:lnTo>
                <a:lnTo>
                  <a:pt x="775609" y="247308"/>
                </a:lnTo>
                <a:lnTo>
                  <a:pt x="776513" y="245214"/>
                </a:lnTo>
                <a:lnTo>
                  <a:pt x="777418" y="243113"/>
                </a:lnTo>
                <a:lnTo>
                  <a:pt x="778322" y="241000"/>
                </a:lnTo>
                <a:lnTo>
                  <a:pt x="779226" y="238877"/>
                </a:lnTo>
                <a:lnTo>
                  <a:pt x="780129" y="236746"/>
                </a:lnTo>
                <a:lnTo>
                  <a:pt x="781033" y="234606"/>
                </a:lnTo>
                <a:lnTo>
                  <a:pt x="781937" y="232456"/>
                </a:lnTo>
                <a:lnTo>
                  <a:pt x="782841" y="230299"/>
                </a:lnTo>
                <a:lnTo>
                  <a:pt x="783746" y="228132"/>
                </a:lnTo>
                <a:lnTo>
                  <a:pt x="784650" y="225958"/>
                </a:lnTo>
                <a:lnTo>
                  <a:pt x="785553" y="223778"/>
                </a:lnTo>
                <a:lnTo>
                  <a:pt x="786457" y="221589"/>
                </a:lnTo>
                <a:lnTo>
                  <a:pt x="787361" y="219394"/>
                </a:lnTo>
                <a:lnTo>
                  <a:pt x="788264" y="217193"/>
                </a:lnTo>
                <a:lnTo>
                  <a:pt x="789170" y="214987"/>
                </a:lnTo>
                <a:lnTo>
                  <a:pt x="790073" y="212775"/>
                </a:lnTo>
                <a:lnTo>
                  <a:pt x="790977" y="210557"/>
                </a:lnTo>
                <a:lnTo>
                  <a:pt x="791881" y="208334"/>
                </a:lnTo>
                <a:lnTo>
                  <a:pt x="792785" y="206106"/>
                </a:lnTo>
                <a:lnTo>
                  <a:pt x="793690" y="203875"/>
                </a:lnTo>
                <a:lnTo>
                  <a:pt x="794594" y="201640"/>
                </a:lnTo>
                <a:lnTo>
                  <a:pt x="795497" y="199402"/>
                </a:lnTo>
                <a:lnTo>
                  <a:pt x="796401" y="197159"/>
                </a:lnTo>
                <a:lnTo>
                  <a:pt x="797305" y="194915"/>
                </a:lnTo>
                <a:lnTo>
                  <a:pt x="798208" y="192667"/>
                </a:lnTo>
                <a:lnTo>
                  <a:pt x="799114" y="190418"/>
                </a:lnTo>
                <a:lnTo>
                  <a:pt x="800017" y="188167"/>
                </a:lnTo>
                <a:lnTo>
                  <a:pt x="800921" y="185915"/>
                </a:lnTo>
                <a:lnTo>
                  <a:pt x="801825" y="183660"/>
                </a:lnTo>
                <a:lnTo>
                  <a:pt x="802728" y="181406"/>
                </a:lnTo>
                <a:lnTo>
                  <a:pt x="803632" y="179152"/>
                </a:lnTo>
                <a:lnTo>
                  <a:pt x="804536" y="176898"/>
                </a:lnTo>
                <a:lnTo>
                  <a:pt x="805441" y="174643"/>
                </a:lnTo>
                <a:lnTo>
                  <a:pt x="806345" y="172391"/>
                </a:lnTo>
                <a:lnTo>
                  <a:pt x="807249" y="170138"/>
                </a:lnTo>
                <a:lnTo>
                  <a:pt x="808152" y="167887"/>
                </a:lnTo>
                <a:lnTo>
                  <a:pt x="809056" y="165638"/>
                </a:lnTo>
                <a:lnTo>
                  <a:pt x="809960" y="163392"/>
                </a:lnTo>
                <a:lnTo>
                  <a:pt x="810865" y="161148"/>
                </a:lnTo>
                <a:lnTo>
                  <a:pt x="811769" y="158907"/>
                </a:lnTo>
                <a:lnTo>
                  <a:pt x="812672" y="156669"/>
                </a:lnTo>
                <a:lnTo>
                  <a:pt x="813576" y="154433"/>
                </a:lnTo>
                <a:lnTo>
                  <a:pt x="814480" y="152204"/>
                </a:lnTo>
                <a:lnTo>
                  <a:pt x="815385" y="149978"/>
                </a:lnTo>
                <a:lnTo>
                  <a:pt x="816289" y="147755"/>
                </a:lnTo>
                <a:lnTo>
                  <a:pt x="817193" y="145539"/>
                </a:lnTo>
                <a:lnTo>
                  <a:pt x="818096" y="143328"/>
                </a:lnTo>
                <a:lnTo>
                  <a:pt x="819000" y="141122"/>
                </a:lnTo>
                <a:lnTo>
                  <a:pt x="819904" y="138923"/>
                </a:lnTo>
                <a:lnTo>
                  <a:pt x="820809" y="136730"/>
                </a:lnTo>
                <a:lnTo>
                  <a:pt x="821713" y="134544"/>
                </a:lnTo>
                <a:lnTo>
                  <a:pt x="822617" y="132364"/>
                </a:lnTo>
                <a:lnTo>
                  <a:pt x="823520" y="130192"/>
                </a:lnTo>
                <a:lnTo>
                  <a:pt x="824424" y="128028"/>
                </a:lnTo>
                <a:lnTo>
                  <a:pt x="825328" y="125872"/>
                </a:lnTo>
                <a:lnTo>
                  <a:pt x="826231" y="123724"/>
                </a:lnTo>
                <a:lnTo>
                  <a:pt x="827137" y="121586"/>
                </a:lnTo>
                <a:lnTo>
                  <a:pt x="828040" y="119456"/>
                </a:lnTo>
                <a:lnTo>
                  <a:pt x="828944" y="117336"/>
                </a:lnTo>
                <a:lnTo>
                  <a:pt x="829848" y="115226"/>
                </a:lnTo>
                <a:lnTo>
                  <a:pt x="830751" y="113125"/>
                </a:lnTo>
                <a:lnTo>
                  <a:pt x="831655" y="111036"/>
                </a:lnTo>
                <a:lnTo>
                  <a:pt x="832560" y="108957"/>
                </a:lnTo>
                <a:lnTo>
                  <a:pt x="833464" y="106889"/>
                </a:lnTo>
                <a:lnTo>
                  <a:pt x="834368" y="104832"/>
                </a:lnTo>
                <a:lnTo>
                  <a:pt x="835272" y="102788"/>
                </a:lnTo>
                <a:lnTo>
                  <a:pt x="836175" y="100756"/>
                </a:lnTo>
                <a:lnTo>
                  <a:pt x="837081" y="98735"/>
                </a:lnTo>
                <a:lnTo>
                  <a:pt x="837984" y="96728"/>
                </a:lnTo>
                <a:lnTo>
                  <a:pt x="838888" y="94734"/>
                </a:lnTo>
                <a:lnTo>
                  <a:pt x="839792" y="92753"/>
                </a:lnTo>
                <a:lnTo>
                  <a:pt x="840695" y="90786"/>
                </a:lnTo>
                <a:lnTo>
                  <a:pt x="841599" y="88833"/>
                </a:lnTo>
                <a:lnTo>
                  <a:pt x="842504" y="86894"/>
                </a:lnTo>
                <a:lnTo>
                  <a:pt x="843408" y="84969"/>
                </a:lnTo>
                <a:lnTo>
                  <a:pt x="844312" y="83060"/>
                </a:lnTo>
                <a:lnTo>
                  <a:pt x="845216" y="81166"/>
                </a:lnTo>
                <a:lnTo>
                  <a:pt x="846119" y="79287"/>
                </a:lnTo>
                <a:lnTo>
                  <a:pt x="847023" y="77424"/>
                </a:lnTo>
                <a:lnTo>
                  <a:pt x="847927" y="75578"/>
                </a:lnTo>
                <a:lnTo>
                  <a:pt x="848832" y="73747"/>
                </a:lnTo>
                <a:lnTo>
                  <a:pt x="849736" y="71934"/>
                </a:lnTo>
                <a:lnTo>
                  <a:pt x="850639" y="70137"/>
                </a:lnTo>
                <a:lnTo>
                  <a:pt x="851543" y="68358"/>
                </a:lnTo>
                <a:lnTo>
                  <a:pt x="852447" y="66595"/>
                </a:lnTo>
                <a:lnTo>
                  <a:pt x="853350" y="64851"/>
                </a:lnTo>
                <a:lnTo>
                  <a:pt x="854256" y="63125"/>
                </a:lnTo>
                <a:lnTo>
                  <a:pt x="855160" y="61418"/>
                </a:lnTo>
                <a:lnTo>
                  <a:pt x="856063" y="59729"/>
                </a:lnTo>
                <a:lnTo>
                  <a:pt x="856967" y="58059"/>
                </a:lnTo>
                <a:lnTo>
                  <a:pt x="857871" y="56408"/>
                </a:lnTo>
                <a:lnTo>
                  <a:pt x="858776" y="54776"/>
                </a:lnTo>
                <a:lnTo>
                  <a:pt x="859680" y="53165"/>
                </a:lnTo>
                <a:lnTo>
                  <a:pt x="860583" y="51573"/>
                </a:lnTo>
                <a:lnTo>
                  <a:pt x="861487" y="50001"/>
                </a:lnTo>
                <a:lnTo>
                  <a:pt x="862391" y="48450"/>
                </a:lnTo>
                <a:lnTo>
                  <a:pt x="863294" y="46919"/>
                </a:lnTo>
                <a:lnTo>
                  <a:pt x="864200" y="45409"/>
                </a:lnTo>
                <a:lnTo>
                  <a:pt x="865104" y="43921"/>
                </a:lnTo>
                <a:lnTo>
                  <a:pt x="866007" y="42454"/>
                </a:lnTo>
                <a:lnTo>
                  <a:pt x="866911" y="41008"/>
                </a:lnTo>
                <a:lnTo>
                  <a:pt x="867815" y="39585"/>
                </a:lnTo>
                <a:lnTo>
                  <a:pt x="868718" y="38183"/>
                </a:lnTo>
                <a:lnTo>
                  <a:pt x="869622" y="36804"/>
                </a:lnTo>
                <a:lnTo>
                  <a:pt x="870527" y="35447"/>
                </a:lnTo>
                <a:lnTo>
                  <a:pt x="871431" y="34113"/>
                </a:lnTo>
                <a:lnTo>
                  <a:pt x="872335" y="32802"/>
                </a:lnTo>
                <a:lnTo>
                  <a:pt x="873238" y="31514"/>
                </a:lnTo>
                <a:lnTo>
                  <a:pt x="874142" y="30250"/>
                </a:lnTo>
                <a:lnTo>
                  <a:pt x="875046" y="29009"/>
                </a:lnTo>
                <a:lnTo>
                  <a:pt x="875951" y="27791"/>
                </a:lnTo>
                <a:lnTo>
                  <a:pt x="876855" y="26598"/>
                </a:lnTo>
                <a:lnTo>
                  <a:pt x="877759" y="25429"/>
                </a:lnTo>
                <a:lnTo>
                  <a:pt x="878662" y="24284"/>
                </a:lnTo>
                <a:lnTo>
                  <a:pt x="879566" y="23164"/>
                </a:lnTo>
                <a:lnTo>
                  <a:pt x="880470" y="22068"/>
                </a:lnTo>
                <a:lnTo>
                  <a:pt x="881375" y="20997"/>
                </a:lnTo>
                <a:lnTo>
                  <a:pt x="882279" y="19951"/>
                </a:lnTo>
                <a:lnTo>
                  <a:pt x="883182" y="18931"/>
                </a:lnTo>
                <a:lnTo>
                  <a:pt x="884086" y="17935"/>
                </a:lnTo>
                <a:lnTo>
                  <a:pt x="884990" y="16965"/>
                </a:lnTo>
                <a:lnTo>
                  <a:pt x="885895" y="16021"/>
                </a:lnTo>
                <a:lnTo>
                  <a:pt x="886799" y="15103"/>
                </a:lnTo>
                <a:lnTo>
                  <a:pt x="887703" y="14211"/>
                </a:lnTo>
                <a:lnTo>
                  <a:pt x="888606" y="13344"/>
                </a:lnTo>
                <a:lnTo>
                  <a:pt x="889510" y="12504"/>
                </a:lnTo>
                <a:lnTo>
                  <a:pt x="890414" y="11690"/>
                </a:lnTo>
                <a:lnTo>
                  <a:pt x="891319" y="10903"/>
                </a:lnTo>
                <a:lnTo>
                  <a:pt x="892223" y="10142"/>
                </a:lnTo>
                <a:lnTo>
                  <a:pt x="893126" y="9409"/>
                </a:lnTo>
                <a:lnTo>
                  <a:pt x="894030" y="8702"/>
                </a:lnTo>
                <a:lnTo>
                  <a:pt x="894934" y="8021"/>
                </a:lnTo>
                <a:lnTo>
                  <a:pt x="895837" y="7368"/>
                </a:lnTo>
                <a:lnTo>
                  <a:pt x="896741" y="6742"/>
                </a:lnTo>
                <a:lnTo>
                  <a:pt x="897647" y="6144"/>
                </a:lnTo>
                <a:lnTo>
                  <a:pt x="898550" y="5572"/>
                </a:lnTo>
                <a:lnTo>
                  <a:pt x="899454" y="5029"/>
                </a:lnTo>
                <a:lnTo>
                  <a:pt x="900358" y="4512"/>
                </a:lnTo>
                <a:lnTo>
                  <a:pt x="901261" y="4024"/>
                </a:lnTo>
                <a:lnTo>
                  <a:pt x="902165" y="3563"/>
                </a:lnTo>
                <a:lnTo>
                  <a:pt x="903070" y="3130"/>
                </a:lnTo>
                <a:lnTo>
                  <a:pt x="903974" y="2724"/>
                </a:lnTo>
                <a:lnTo>
                  <a:pt x="904878" y="2347"/>
                </a:lnTo>
                <a:lnTo>
                  <a:pt x="905782" y="1997"/>
                </a:lnTo>
                <a:lnTo>
                  <a:pt x="906685" y="1676"/>
                </a:lnTo>
                <a:lnTo>
                  <a:pt x="907591" y="1382"/>
                </a:lnTo>
                <a:lnTo>
                  <a:pt x="908494" y="1117"/>
                </a:lnTo>
                <a:lnTo>
                  <a:pt x="909398" y="880"/>
                </a:lnTo>
                <a:lnTo>
                  <a:pt x="910302" y="671"/>
                </a:lnTo>
                <a:lnTo>
                  <a:pt x="911205" y="490"/>
                </a:lnTo>
                <a:lnTo>
                  <a:pt x="912109" y="338"/>
                </a:lnTo>
                <a:lnTo>
                  <a:pt x="913014" y="214"/>
                </a:lnTo>
                <a:lnTo>
                  <a:pt x="913918" y="118"/>
                </a:lnTo>
                <a:lnTo>
                  <a:pt x="914822" y="50"/>
                </a:lnTo>
                <a:lnTo>
                  <a:pt x="915725" y="11"/>
                </a:lnTo>
                <a:lnTo>
                  <a:pt x="916629" y="0"/>
                </a:lnTo>
                <a:lnTo>
                  <a:pt x="917533" y="17"/>
                </a:lnTo>
                <a:lnTo>
                  <a:pt x="918437" y="63"/>
                </a:lnTo>
                <a:lnTo>
                  <a:pt x="919342" y="137"/>
                </a:lnTo>
                <a:lnTo>
                  <a:pt x="920246" y="240"/>
                </a:lnTo>
                <a:lnTo>
                  <a:pt x="921149" y="370"/>
                </a:lnTo>
                <a:lnTo>
                  <a:pt x="922053" y="529"/>
                </a:lnTo>
                <a:lnTo>
                  <a:pt x="922957" y="716"/>
                </a:lnTo>
                <a:lnTo>
                  <a:pt x="923860" y="932"/>
                </a:lnTo>
                <a:lnTo>
                  <a:pt x="924766" y="1175"/>
                </a:lnTo>
                <a:lnTo>
                  <a:pt x="925669" y="1447"/>
                </a:lnTo>
                <a:lnTo>
                  <a:pt x="926573" y="1747"/>
                </a:lnTo>
                <a:lnTo>
                  <a:pt x="927477" y="2075"/>
                </a:lnTo>
                <a:lnTo>
                  <a:pt x="928381" y="2431"/>
                </a:lnTo>
                <a:lnTo>
                  <a:pt x="929286" y="2814"/>
                </a:lnTo>
                <a:lnTo>
                  <a:pt x="930190" y="3226"/>
                </a:lnTo>
                <a:lnTo>
                  <a:pt x="931093" y="3666"/>
                </a:lnTo>
                <a:lnTo>
                  <a:pt x="931997" y="4133"/>
                </a:lnTo>
                <a:lnTo>
                  <a:pt x="932901" y="4628"/>
                </a:lnTo>
                <a:lnTo>
                  <a:pt x="933804" y="5150"/>
                </a:lnTo>
                <a:lnTo>
                  <a:pt x="934710" y="5700"/>
                </a:lnTo>
                <a:lnTo>
                  <a:pt x="935613" y="6278"/>
                </a:lnTo>
                <a:lnTo>
                  <a:pt x="936517" y="6883"/>
                </a:lnTo>
                <a:lnTo>
                  <a:pt x="937421" y="7515"/>
                </a:lnTo>
                <a:lnTo>
                  <a:pt x="938325" y="8174"/>
                </a:lnTo>
                <a:lnTo>
                  <a:pt x="939228" y="8860"/>
                </a:lnTo>
                <a:lnTo>
                  <a:pt x="940132" y="9574"/>
                </a:lnTo>
                <a:lnTo>
                  <a:pt x="941037" y="10314"/>
                </a:lnTo>
                <a:lnTo>
                  <a:pt x="941941" y="11080"/>
                </a:lnTo>
                <a:lnTo>
                  <a:pt x="942845" y="11874"/>
                </a:lnTo>
                <a:lnTo>
                  <a:pt x="943748" y="12693"/>
                </a:lnTo>
                <a:lnTo>
                  <a:pt x="944652" y="13539"/>
                </a:lnTo>
                <a:lnTo>
                  <a:pt x="945556" y="14412"/>
                </a:lnTo>
                <a:lnTo>
                  <a:pt x="946461" y="15310"/>
                </a:lnTo>
                <a:lnTo>
                  <a:pt x="947365" y="16234"/>
                </a:lnTo>
                <a:lnTo>
                  <a:pt x="948269" y="17184"/>
                </a:lnTo>
                <a:lnTo>
                  <a:pt x="949172" y="18160"/>
                </a:lnTo>
                <a:lnTo>
                  <a:pt x="950076" y="19161"/>
                </a:lnTo>
                <a:lnTo>
                  <a:pt x="950981" y="20188"/>
                </a:lnTo>
                <a:lnTo>
                  <a:pt x="951885" y="21239"/>
                </a:lnTo>
                <a:lnTo>
                  <a:pt x="952789" y="22316"/>
                </a:lnTo>
                <a:lnTo>
                  <a:pt x="953692" y="23417"/>
                </a:lnTo>
                <a:lnTo>
                  <a:pt x="954596" y="24543"/>
                </a:lnTo>
                <a:lnTo>
                  <a:pt x="955500" y="25693"/>
                </a:lnTo>
                <a:lnTo>
                  <a:pt x="956405" y="26868"/>
                </a:lnTo>
                <a:lnTo>
                  <a:pt x="957309" y="28067"/>
                </a:lnTo>
                <a:lnTo>
                  <a:pt x="958213" y="29289"/>
                </a:lnTo>
                <a:lnTo>
                  <a:pt x="959116" y="30536"/>
                </a:lnTo>
                <a:lnTo>
                  <a:pt x="960020" y="31806"/>
                </a:lnTo>
                <a:lnTo>
                  <a:pt x="960924" y="33099"/>
                </a:lnTo>
                <a:lnTo>
                  <a:pt x="961827" y="34415"/>
                </a:lnTo>
                <a:lnTo>
                  <a:pt x="962733" y="35754"/>
                </a:lnTo>
                <a:lnTo>
                  <a:pt x="963636" y="37116"/>
                </a:lnTo>
                <a:lnTo>
                  <a:pt x="964540" y="38501"/>
                </a:lnTo>
                <a:lnTo>
                  <a:pt x="965444" y="39907"/>
                </a:lnTo>
                <a:lnTo>
                  <a:pt x="966347" y="41336"/>
                </a:lnTo>
                <a:lnTo>
                  <a:pt x="967251" y="42786"/>
                </a:lnTo>
                <a:lnTo>
                  <a:pt x="968156" y="44258"/>
                </a:lnTo>
                <a:lnTo>
                  <a:pt x="969060" y="45752"/>
                </a:lnTo>
                <a:lnTo>
                  <a:pt x="969964" y="47266"/>
                </a:lnTo>
                <a:lnTo>
                  <a:pt x="970868" y="48802"/>
                </a:lnTo>
                <a:lnTo>
                  <a:pt x="971771" y="50357"/>
                </a:lnTo>
                <a:lnTo>
                  <a:pt x="972677" y="51934"/>
                </a:lnTo>
                <a:lnTo>
                  <a:pt x="973580" y="53530"/>
                </a:lnTo>
                <a:lnTo>
                  <a:pt x="974484" y="55147"/>
                </a:lnTo>
                <a:lnTo>
                  <a:pt x="975388" y="56783"/>
                </a:lnTo>
                <a:lnTo>
                  <a:pt x="976291" y="58438"/>
                </a:lnTo>
                <a:lnTo>
                  <a:pt x="977195" y="60112"/>
                </a:lnTo>
                <a:lnTo>
                  <a:pt x="978100" y="61806"/>
                </a:lnTo>
                <a:lnTo>
                  <a:pt x="979004" y="63517"/>
                </a:lnTo>
                <a:lnTo>
                  <a:pt x="979908" y="65248"/>
                </a:lnTo>
                <a:lnTo>
                  <a:pt x="980812" y="66996"/>
                </a:lnTo>
                <a:lnTo>
                  <a:pt x="981715" y="68762"/>
                </a:lnTo>
                <a:lnTo>
                  <a:pt x="982619" y="70545"/>
                </a:lnTo>
                <a:lnTo>
                  <a:pt x="983523" y="72346"/>
                </a:lnTo>
                <a:lnTo>
                  <a:pt x="984428" y="74163"/>
                </a:lnTo>
                <a:lnTo>
                  <a:pt x="985332" y="75997"/>
                </a:lnTo>
                <a:lnTo>
                  <a:pt x="986235" y="77848"/>
                </a:lnTo>
                <a:lnTo>
                  <a:pt x="987139" y="79714"/>
                </a:lnTo>
                <a:lnTo>
                  <a:pt x="988043" y="81596"/>
                </a:lnTo>
                <a:lnTo>
                  <a:pt x="988947" y="83494"/>
                </a:lnTo>
                <a:lnTo>
                  <a:pt x="989852" y="85407"/>
                </a:lnTo>
                <a:lnTo>
                  <a:pt x="990756" y="87335"/>
                </a:lnTo>
                <a:lnTo>
                  <a:pt x="991659" y="89277"/>
                </a:lnTo>
                <a:lnTo>
                  <a:pt x="992563" y="91233"/>
                </a:lnTo>
                <a:lnTo>
                  <a:pt x="993467" y="93204"/>
                </a:lnTo>
                <a:lnTo>
                  <a:pt x="994372" y="95188"/>
                </a:lnTo>
              </a:path>
            </a:pathLst>
          </a:custGeom>
          <a:noFill/>
          <a:ln w="28575" cap="flat">
            <a:solidFill>
              <a:srgbClr val="C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+mn-ea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7FEA9321-CD37-4498-984A-FFB15307F918}"/>
              </a:ext>
            </a:extLst>
          </p:cNvPr>
          <p:cNvSpPr/>
          <p:nvPr/>
        </p:nvSpPr>
        <p:spPr>
          <a:xfrm>
            <a:off x="7652160" y="3825002"/>
            <a:ext cx="577491" cy="358818"/>
          </a:xfrm>
          <a:custGeom>
            <a:avLst/>
            <a:gdLst>
              <a:gd name="connsiteX0" fmla="*/ 0 w 994371"/>
              <a:gd name="connsiteY0" fmla="*/ 2724 h 358818"/>
              <a:gd name="connsiteX1" fmla="*/ 904 w 994371"/>
              <a:gd name="connsiteY1" fmla="*/ 2347 h 358818"/>
              <a:gd name="connsiteX2" fmla="*/ 1807 w 994371"/>
              <a:gd name="connsiteY2" fmla="*/ 1997 h 358818"/>
              <a:gd name="connsiteX3" fmla="*/ 2713 w 994371"/>
              <a:gd name="connsiteY3" fmla="*/ 1676 h 358818"/>
              <a:gd name="connsiteX4" fmla="*/ 3616 w 994371"/>
              <a:gd name="connsiteY4" fmla="*/ 1382 h 358818"/>
              <a:gd name="connsiteX5" fmla="*/ 4520 w 994371"/>
              <a:gd name="connsiteY5" fmla="*/ 1117 h 358818"/>
              <a:gd name="connsiteX6" fmla="*/ 5424 w 994371"/>
              <a:gd name="connsiteY6" fmla="*/ 880 h 358818"/>
              <a:gd name="connsiteX7" fmla="*/ 6328 w 994371"/>
              <a:gd name="connsiteY7" fmla="*/ 671 h 358818"/>
              <a:gd name="connsiteX8" fmla="*/ 7231 w 994371"/>
              <a:gd name="connsiteY8" fmla="*/ 490 h 358818"/>
              <a:gd name="connsiteX9" fmla="*/ 8137 w 994371"/>
              <a:gd name="connsiteY9" fmla="*/ 338 h 358818"/>
              <a:gd name="connsiteX10" fmla="*/ 9040 w 994371"/>
              <a:gd name="connsiteY10" fmla="*/ 214 h 358818"/>
              <a:gd name="connsiteX11" fmla="*/ 9944 w 994371"/>
              <a:gd name="connsiteY11" fmla="*/ 118 h 358818"/>
              <a:gd name="connsiteX12" fmla="*/ 10848 w 994371"/>
              <a:gd name="connsiteY12" fmla="*/ 50 h 358818"/>
              <a:gd name="connsiteX13" fmla="*/ 11751 w 994371"/>
              <a:gd name="connsiteY13" fmla="*/ 11 h 358818"/>
              <a:gd name="connsiteX14" fmla="*/ 12655 w 994371"/>
              <a:gd name="connsiteY14" fmla="*/ 0 h 358818"/>
              <a:gd name="connsiteX15" fmla="*/ 13560 w 994371"/>
              <a:gd name="connsiteY15" fmla="*/ 17 h 358818"/>
              <a:gd name="connsiteX16" fmla="*/ 14464 w 994371"/>
              <a:gd name="connsiteY16" fmla="*/ 63 h 358818"/>
              <a:gd name="connsiteX17" fmla="*/ 15368 w 994371"/>
              <a:gd name="connsiteY17" fmla="*/ 137 h 358818"/>
              <a:gd name="connsiteX18" fmla="*/ 16272 w 994371"/>
              <a:gd name="connsiteY18" fmla="*/ 240 h 358818"/>
              <a:gd name="connsiteX19" fmla="*/ 17175 w 994371"/>
              <a:gd name="connsiteY19" fmla="*/ 370 h 358818"/>
              <a:gd name="connsiteX20" fmla="*/ 18079 w 994371"/>
              <a:gd name="connsiteY20" fmla="*/ 529 h 358818"/>
              <a:gd name="connsiteX21" fmla="*/ 18984 w 994371"/>
              <a:gd name="connsiteY21" fmla="*/ 716 h 358818"/>
              <a:gd name="connsiteX22" fmla="*/ 19888 w 994371"/>
              <a:gd name="connsiteY22" fmla="*/ 932 h 358818"/>
              <a:gd name="connsiteX23" fmla="*/ 20792 w 994371"/>
              <a:gd name="connsiteY23" fmla="*/ 1175 h 358818"/>
              <a:gd name="connsiteX24" fmla="*/ 21695 w 994371"/>
              <a:gd name="connsiteY24" fmla="*/ 1447 h 358818"/>
              <a:gd name="connsiteX25" fmla="*/ 22599 w 994371"/>
              <a:gd name="connsiteY25" fmla="*/ 1747 h 358818"/>
              <a:gd name="connsiteX26" fmla="*/ 23503 w 994371"/>
              <a:gd name="connsiteY26" fmla="*/ 2075 h 358818"/>
              <a:gd name="connsiteX27" fmla="*/ 24408 w 994371"/>
              <a:gd name="connsiteY27" fmla="*/ 2431 h 358818"/>
              <a:gd name="connsiteX28" fmla="*/ 25312 w 994371"/>
              <a:gd name="connsiteY28" fmla="*/ 2814 h 358818"/>
              <a:gd name="connsiteX29" fmla="*/ 26216 w 994371"/>
              <a:gd name="connsiteY29" fmla="*/ 3226 h 358818"/>
              <a:gd name="connsiteX30" fmla="*/ 27119 w 994371"/>
              <a:gd name="connsiteY30" fmla="*/ 3666 h 358818"/>
              <a:gd name="connsiteX31" fmla="*/ 28023 w 994371"/>
              <a:gd name="connsiteY31" fmla="*/ 4133 h 358818"/>
              <a:gd name="connsiteX32" fmla="*/ 28927 w 994371"/>
              <a:gd name="connsiteY32" fmla="*/ 4628 h 358818"/>
              <a:gd name="connsiteX33" fmla="*/ 29832 w 994371"/>
              <a:gd name="connsiteY33" fmla="*/ 5150 h 358818"/>
              <a:gd name="connsiteX34" fmla="*/ 30736 w 994371"/>
              <a:gd name="connsiteY34" fmla="*/ 5700 h 358818"/>
              <a:gd name="connsiteX35" fmla="*/ 31639 w 994371"/>
              <a:gd name="connsiteY35" fmla="*/ 6278 h 358818"/>
              <a:gd name="connsiteX36" fmla="*/ 32543 w 994371"/>
              <a:gd name="connsiteY36" fmla="*/ 6883 h 358818"/>
              <a:gd name="connsiteX37" fmla="*/ 33447 w 994371"/>
              <a:gd name="connsiteY37" fmla="*/ 7515 h 358818"/>
              <a:gd name="connsiteX38" fmla="*/ 34352 w 994371"/>
              <a:gd name="connsiteY38" fmla="*/ 8174 h 358818"/>
              <a:gd name="connsiteX39" fmla="*/ 35256 w 994371"/>
              <a:gd name="connsiteY39" fmla="*/ 8860 h 358818"/>
              <a:gd name="connsiteX40" fmla="*/ 36160 w 994371"/>
              <a:gd name="connsiteY40" fmla="*/ 9574 h 358818"/>
              <a:gd name="connsiteX41" fmla="*/ 37063 w 994371"/>
              <a:gd name="connsiteY41" fmla="*/ 10314 h 358818"/>
              <a:gd name="connsiteX42" fmla="*/ 37967 w 994371"/>
              <a:gd name="connsiteY42" fmla="*/ 11080 h 358818"/>
              <a:gd name="connsiteX43" fmla="*/ 38871 w 994371"/>
              <a:gd name="connsiteY43" fmla="*/ 11874 h 358818"/>
              <a:gd name="connsiteX44" fmla="*/ 39776 w 994371"/>
              <a:gd name="connsiteY44" fmla="*/ 12693 h 358818"/>
              <a:gd name="connsiteX45" fmla="*/ 40680 w 994371"/>
              <a:gd name="connsiteY45" fmla="*/ 13539 h 358818"/>
              <a:gd name="connsiteX46" fmla="*/ 41583 w 994371"/>
              <a:gd name="connsiteY46" fmla="*/ 14412 h 358818"/>
              <a:gd name="connsiteX47" fmla="*/ 42487 w 994371"/>
              <a:gd name="connsiteY47" fmla="*/ 15310 h 358818"/>
              <a:gd name="connsiteX48" fmla="*/ 43391 w 994371"/>
              <a:gd name="connsiteY48" fmla="*/ 16234 h 358818"/>
              <a:gd name="connsiteX49" fmla="*/ 44294 w 994371"/>
              <a:gd name="connsiteY49" fmla="*/ 17184 h 358818"/>
              <a:gd name="connsiteX50" fmla="*/ 45200 w 994371"/>
              <a:gd name="connsiteY50" fmla="*/ 18160 h 358818"/>
              <a:gd name="connsiteX51" fmla="*/ 46103 w 994371"/>
              <a:gd name="connsiteY51" fmla="*/ 19161 h 358818"/>
              <a:gd name="connsiteX52" fmla="*/ 47007 w 994371"/>
              <a:gd name="connsiteY52" fmla="*/ 20188 h 358818"/>
              <a:gd name="connsiteX53" fmla="*/ 47911 w 994371"/>
              <a:gd name="connsiteY53" fmla="*/ 21239 h 358818"/>
              <a:gd name="connsiteX54" fmla="*/ 48815 w 994371"/>
              <a:gd name="connsiteY54" fmla="*/ 22316 h 358818"/>
              <a:gd name="connsiteX55" fmla="*/ 49718 w 994371"/>
              <a:gd name="connsiteY55" fmla="*/ 23417 h 358818"/>
              <a:gd name="connsiteX56" fmla="*/ 50624 w 994371"/>
              <a:gd name="connsiteY56" fmla="*/ 24543 h 358818"/>
              <a:gd name="connsiteX57" fmla="*/ 51527 w 994371"/>
              <a:gd name="connsiteY57" fmla="*/ 25693 h 358818"/>
              <a:gd name="connsiteX58" fmla="*/ 52431 w 994371"/>
              <a:gd name="connsiteY58" fmla="*/ 26868 h 358818"/>
              <a:gd name="connsiteX59" fmla="*/ 53335 w 994371"/>
              <a:gd name="connsiteY59" fmla="*/ 28067 h 358818"/>
              <a:gd name="connsiteX60" fmla="*/ 54238 w 994371"/>
              <a:gd name="connsiteY60" fmla="*/ 29289 h 358818"/>
              <a:gd name="connsiteX61" fmla="*/ 55142 w 994371"/>
              <a:gd name="connsiteY61" fmla="*/ 30536 h 358818"/>
              <a:gd name="connsiteX62" fmla="*/ 56047 w 994371"/>
              <a:gd name="connsiteY62" fmla="*/ 31806 h 358818"/>
              <a:gd name="connsiteX63" fmla="*/ 56951 w 994371"/>
              <a:gd name="connsiteY63" fmla="*/ 33099 h 358818"/>
              <a:gd name="connsiteX64" fmla="*/ 57855 w 994371"/>
              <a:gd name="connsiteY64" fmla="*/ 34415 h 358818"/>
              <a:gd name="connsiteX65" fmla="*/ 58759 w 994371"/>
              <a:gd name="connsiteY65" fmla="*/ 35754 h 358818"/>
              <a:gd name="connsiteX66" fmla="*/ 59662 w 994371"/>
              <a:gd name="connsiteY66" fmla="*/ 37116 h 358818"/>
              <a:gd name="connsiteX67" fmla="*/ 60566 w 994371"/>
              <a:gd name="connsiteY67" fmla="*/ 38501 h 358818"/>
              <a:gd name="connsiteX68" fmla="*/ 61471 w 994371"/>
              <a:gd name="connsiteY68" fmla="*/ 39907 h 358818"/>
              <a:gd name="connsiteX69" fmla="*/ 62375 w 994371"/>
              <a:gd name="connsiteY69" fmla="*/ 41336 h 358818"/>
              <a:gd name="connsiteX70" fmla="*/ 63279 w 994371"/>
              <a:gd name="connsiteY70" fmla="*/ 42786 h 358818"/>
              <a:gd name="connsiteX71" fmla="*/ 64182 w 994371"/>
              <a:gd name="connsiteY71" fmla="*/ 44258 h 358818"/>
              <a:gd name="connsiteX72" fmla="*/ 65086 w 994371"/>
              <a:gd name="connsiteY72" fmla="*/ 45752 h 358818"/>
              <a:gd name="connsiteX73" fmla="*/ 65990 w 994371"/>
              <a:gd name="connsiteY73" fmla="*/ 47266 h 358818"/>
              <a:gd name="connsiteX74" fmla="*/ 66893 w 994371"/>
              <a:gd name="connsiteY74" fmla="*/ 48802 h 358818"/>
              <a:gd name="connsiteX75" fmla="*/ 67799 w 994371"/>
              <a:gd name="connsiteY75" fmla="*/ 50357 h 358818"/>
              <a:gd name="connsiteX76" fmla="*/ 68703 w 994371"/>
              <a:gd name="connsiteY76" fmla="*/ 51934 h 358818"/>
              <a:gd name="connsiteX77" fmla="*/ 69606 w 994371"/>
              <a:gd name="connsiteY77" fmla="*/ 53530 h 358818"/>
              <a:gd name="connsiteX78" fmla="*/ 70510 w 994371"/>
              <a:gd name="connsiteY78" fmla="*/ 55147 h 358818"/>
              <a:gd name="connsiteX79" fmla="*/ 71414 w 994371"/>
              <a:gd name="connsiteY79" fmla="*/ 56783 h 358818"/>
              <a:gd name="connsiteX80" fmla="*/ 72317 w 994371"/>
              <a:gd name="connsiteY80" fmla="*/ 58438 h 358818"/>
              <a:gd name="connsiteX81" fmla="*/ 73223 w 994371"/>
              <a:gd name="connsiteY81" fmla="*/ 60112 h 358818"/>
              <a:gd name="connsiteX82" fmla="*/ 74126 w 994371"/>
              <a:gd name="connsiteY82" fmla="*/ 61806 h 358818"/>
              <a:gd name="connsiteX83" fmla="*/ 75030 w 994371"/>
              <a:gd name="connsiteY83" fmla="*/ 63517 h 358818"/>
              <a:gd name="connsiteX84" fmla="*/ 75934 w 994371"/>
              <a:gd name="connsiteY84" fmla="*/ 65248 h 358818"/>
              <a:gd name="connsiteX85" fmla="*/ 76837 w 994371"/>
              <a:gd name="connsiteY85" fmla="*/ 66996 h 358818"/>
              <a:gd name="connsiteX86" fmla="*/ 77741 w 994371"/>
              <a:gd name="connsiteY86" fmla="*/ 68762 h 358818"/>
              <a:gd name="connsiteX87" fmla="*/ 78647 w 994371"/>
              <a:gd name="connsiteY87" fmla="*/ 70545 h 358818"/>
              <a:gd name="connsiteX88" fmla="*/ 79550 w 994371"/>
              <a:gd name="connsiteY88" fmla="*/ 72346 h 358818"/>
              <a:gd name="connsiteX89" fmla="*/ 80454 w 994371"/>
              <a:gd name="connsiteY89" fmla="*/ 74163 h 358818"/>
              <a:gd name="connsiteX90" fmla="*/ 81358 w 994371"/>
              <a:gd name="connsiteY90" fmla="*/ 75997 h 358818"/>
              <a:gd name="connsiteX91" fmla="*/ 82261 w 994371"/>
              <a:gd name="connsiteY91" fmla="*/ 77848 h 358818"/>
              <a:gd name="connsiteX92" fmla="*/ 83165 w 994371"/>
              <a:gd name="connsiteY92" fmla="*/ 79714 h 358818"/>
              <a:gd name="connsiteX93" fmla="*/ 84070 w 994371"/>
              <a:gd name="connsiteY93" fmla="*/ 81596 h 358818"/>
              <a:gd name="connsiteX94" fmla="*/ 84974 w 994371"/>
              <a:gd name="connsiteY94" fmla="*/ 83494 h 358818"/>
              <a:gd name="connsiteX95" fmla="*/ 85878 w 994371"/>
              <a:gd name="connsiteY95" fmla="*/ 85407 h 358818"/>
              <a:gd name="connsiteX96" fmla="*/ 86781 w 994371"/>
              <a:gd name="connsiteY96" fmla="*/ 87335 h 358818"/>
              <a:gd name="connsiteX97" fmla="*/ 87685 w 994371"/>
              <a:gd name="connsiteY97" fmla="*/ 89277 h 358818"/>
              <a:gd name="connsiteX98" fmla="*/ 88589 w 994371"/>
              <a:gd name="connsiteY98" fmla="*/ 91233 h 358818"/>
              <a:gd name="connsiteX99" fmla="*/ 89494 w 994371"/>
              <a:gd name="connsiteY99" fmla="*/ 93204 h 358818"/>
              <a:gd name="connsiteX100" fmla="*/ 90398 w 994371"/>
              <a:gd name="connsiteY100" fmla="*/ 95188 h 358818"/>
              <a:gd name="connsiteX101" fmla="*/ 91302 w 994371"/>
              <a:gd name="connsiteY101" fmla="*/ 97185 h 358818"/>
              <a:gd name="connsiteX102" fmla="*/ 92205 w 994371"/>
              <a:gd name="connsiteY102" fmla="*/ 99195 h 358818"/>
              <a:gd name="connsiteX103" fmla="*/ 93109 w 994371"/>
              <a:gd name="connsiteY103" fmla="*/ 101218 h 358818"/>
              <a:gd name="connsiteX104" fmla="*/ 94013 w 994371"/>
              <a:gd name="connsiteY104" fmla="*/ 103253 h 358818"/>
              <a:gd name="connsiteX105" fmla="*/ 94918 w 994371"/>
              <a:gd name="connsiteY105" fmla="*/ 105300 h 358818"/>
              <a:gd name="connsiteX106" fmla="*/ 95822 w 994371"/>
              <a:gd name="connsiteY106" fmla="*/ 107359 h 358818"/>
              <a:gd name="connsiteX107" fmla="*/ 96725 w 994371"/>
              <a:gd name="connsiteY107" fmla="*/ 109430 h 358818"/>
              <a:gd name="connsiteX108" fmla="*/ 97629 w 994371"/>
              <a:gd name="connsiteY108" fmla="*/ 111511 h 358818"/>
              <a:gd name="connsiteX109" fmla="*/ 98533 w 994371"/>
              <a:gd name="connsiteY109" fmla="*/ 113603 h 358818"/>
              <a:gd name="connsiteX110" fmla="*/ 99437 w 994371"/>
              <a:gd name="connsiteY110" fmla="*/ 115706 h 358818"/>
              <a:gd name="connsiteX111" fmla="*/ 100342 w 994371"/>
              <a:gd name="connsiteY111" fmla="*/ 117819 h 358818"/>
              <a:gd name="connsiteX112" fmla="*/ 101246 w 994371"/>
              <a:gd name="connsiteY112" fmla="*/ 119941 h 358818"/>
              <a:gd name="connsiteX113" fmla="*/ 102149 w 994371"/>
              <a:gd name="connsiteY113" fmla="*/ 122073 h 358818"/>
              <a:gd name="connsiteX114" fmla="*/ 103053 w 994371"/>
              <a:gd name="connsiteY114" fmla="*/ 124213 h 358818"/>
              <a:gd name="connsiteX115" fmla="*/ 103957 w 994371"/>
              <a:gd name="connsiteY115" fmla="*/ 126363 h 358818"/>
              <a:gd name="connsiteX116" fmla="*/ 104860 w 994371"/>
              <a:gd name="connsiteY116" fmla="*/ 128521 h 358818"/>
              <a:gd name="connsiteX117" fmla="*/ 105766 w 994371"/>
              <a:gd name="connsiteY117" fmla="*/ 130687 h 358818"/>
              <a:gd name="connsiteX118" fmla="*/ 106669 w 994371"/>
              <a:gd name="connsiteY118" fmla="*/ 132860 h 358818"/>
              <a:gd name="connsiteX119" fmla="*/ 107573 w 994371"/>
              <a:gd name="connsiteY119" fmla="*/ 135040 h 358818"/>
              <a:gd name="connsiteX120" fmla="*/ 108477 w 994371"/>
              <a:gd name="connsiteY120" fmla="*/ 137228 h 358818"/>
              <a:gd name="connsiteX121" fmla="*/ 109381 w 994371"/>
              <a:gd name="connsiteY121" fmla="*/ 139424 h 358818"/>
              <a:gd name="connsiteX122" fmla="*/ 110284 w 994371"/>
              <a:gd name="connsiteY122" fmla="*/ 141625 h 358818"/>
              <a:gd name="connsiteX123" fmla="*/ 111190 w 994371"/>
              <a:gd name="connsiteY123" fmla="*/ 143831 h 358818"/>
              <a:gd name="connsiteX124" fmla="*/ 112093 w 994371"/>
              <a:gd name="connsiteY124" fmla="*/ 146044 h 358818"/>
              <a:gd name="connsiteX125" fmla="*/ 112997 w 994371"/>
              <a:gd name="connsiteY125" fmla="*/ 148262 h 358818"/>
              <a:gd name="connsiteX126" fmla="*/ 113901 w 994371"/>
              <a:gd name="connsiteY126" fmla="*/ 150485 h 358818"/>
              <a:gd name="connsiteX127" fmla="*/ 114804 w 994371"/>
              <a:gd name="connsiteY127" fmla="*/ 152712 h 358818"/>
              <a:gd name="connsiteX128" fmla="*/ 115708 w 994371"/>
              <a:gd name="connsiteY128" fmla="*/ 154943 h 358818"/>
              <a:gd name="connsiteX129" fmla="*/ 116613 w 994371"/>
              <a:gd name="connsiteY129" fmla="*/ 157179 h 358818"/>
              <a:gd name="connsiteX130" fmla="*/ 117517 w 994371"/>
              <a:gd name="connsiteY130" fmla="*/ 159417 h 358818"/>
              <a:gd name="connsiteX131" fmla="*/ 118421 w 994371"/>
              <a:gd name="connsiteY131" fmla="*/ 161659 h 358818"/>
              <a:gd name="connsiteX132" fmla="*/ 119324 w 994371"/>
              <a:gd name="connsiteY132" fmla="*/ 163904 h 358818"/>
              <a:gd name="connsiteX133" fmla="*/ 120228 w 994371"/>
              <a:gd name="connsiteY133" fmla="*/ 166151 h 358818"/>
              <a:gd name="connsiteX134" fmla="*/ 121132 w 994371"/>
              <a:gd name="connsiteY134" fmla="*/ 168401 h 358818"/>
              <a:gd name="connsiteX135" fmla="*/ 122037 w 994371"/>
              <a:gd name="connsiteY135" fmla="*/ 170652 h 358818"/>
              <a:gd name="connsiteX136" fmla="*/ 122941 w 994371"/>
              <a:gd name="connsiteY136" fmla="*/ 172904 h 358818"/>
              <a:gd name="connsiteX137" fmla="*/ 123845 w 994371"/>
              <a:gd name="connsiteY137" fmla="*/ 175158 h 358818"/>
              <a:gd name="connsiteX138" fmla="*/ 124748 w 994371"/>
              <a:gd name="connsiteY138" fmla="*/ 177413 h 358818"/>
              <a:gd name="connsiteX139" fmla="*/ 125652 w 994371"/>
              <a:gd name="connsiteY139" fmla="*/ 179667 h 358818"/>
              <a:gd name="connsiteX140" fmla="*/ 126556 w 994371"/>
              <a:gd name="connsiteY140" fmla="*/ 181921 h 358818"/>
              <a:gd name="connsiteX141" fmla="*/ 127461 w 994371"/>
              <a:gd name="connsiteY141" fmla="*/ 184175 h 358818"/>
              <a:gd name="connsiteX142" fmla="*/ 128365 w 994371"/>
              <a:gd name="connsiteY142" fmla="*/ 186428 h 358818"/>
              <a:gd name="connsiteX143" fmla="*/ 129268 w 994371"/>
              <a:gd name="connsiteY143" fmla="*/ 188681 h 358818"/>
              <a:gd name="connsiteX144" fmla="*/ 130172 w 994371"/>
              <a:gd name="connsiteY144" fmla="*/ 190931 h 358818"/>
              <a:gd name="connsiteX145" fmla="*/ 131076 w 994371"/>
              <a:gd name="connsiteY145" fmla="*/ 193181 h 358818"/>
              <a:gd name="connsiteX146" fmla="*/ 131980 w 994371"/>
              <a:gd name="connsiteY146" fmla="*/ 195427 h 358818"/>
              <a:gd name="connsiteX147" fmla="*/ 132885 w 994371"/>
              <a:gd name="connsiteY147" fmla="*/ 197671 h 358818"/>
              <a:gd name="connsiteX148" fmla="*/ 133789 w 994371"/>
              <a:gd name="connsiteY148" fmla="*/ 199912 h 358818"/>
              <a:gd name="connsiteX149" fmla="*/ 134692 w 994371"/>
              <a:gd name="connsiteY149" fmla="*/ 202150 h 358818"/>
              <a:gd name="connsiteX150" fmla="*/ 135596 w 994371"/>
              <a:gd name="connsiteY150" fmla="*/ 204385 h 358818"/>
              <a:gd name="connsiteX151" fmla="*/ 136500 w 994371"/>
              <a:gd name="connsiteY151" fmla="*/ 206615 h 358818"/>
              <a:gd name="connsiteX152" fmla="*/ 137405 w 994371"/>
              <a:gd name="connsiteY152" fmla="*/ 208841 h 358818"/>
              <a:gd name="connsiteX153" fmla="*/ 138309 w 994371"/>
              <a:gd name="connsiteY153" fmla="*/ 211064 h 358818"/>
              <a:gd name="connsiteX154" fmla="*/ 139212 w 994371"/>
              <a:gd name="connsiteY154" fmla="*/ 213280 h 358818"/>
              <a:gd name="connsiteX155" fmla="*/ 140116 w 994371"/>
              <a:gd name="connsiteY155" fmla="*/ 215491 h 358818"/>
              <a:gd name="connsiteX156" fmla="*/ 141020 w 994371"/>
              <a:gd name="connsiteY156" fmla="*/ 217697 h 358818"/>
              <a:gd name="connsiteX157" fmla="*/ 141924 w 994371"/>
              <a:gd name="connsiteY157" fmla="*/ 219896 h 358818"/>
              <a:gd name="connsiteX158" fmla="*/ 142829 w 994371"/>
              <a:gd name="connsiteY158" fmla="*/ 222089 h 358818"/>
              <a:gd name="connsiteX159" fmla="*/ 143733 w 994371"/>
              <a:gd name="connsiteY159" fmla="*/ 224275 h 358818"/>
              <a:gd name="connsiteX160" fmla="*/ 144636 w 994371"/>
              <a:gd name="connsiteY160" fmla="*/ 226455 h 358818"/>
              <a:gd name="connsiteX161" fmla="*/ 145540 w 994371"/>
              <a:gd name="connsiteY161" fmla="*/ 228627 h 358818"/>
              <a:gd name="connsiteX162" fmla="*/ 146444 w 994371"/>
              <a:gd name="connsiteY162" fmla="*/ 230790 h 358818"/>
              <a:gd name="connsiteX163" fmla="*/ 147347 w 994371"/>
              <a:gd name="connsiteY163" fmla="*/ 232946 h 358818"/>
              <a:gd name="connsiteX164" fmla="*/ 148253 w 994371"/>
              <a:gd name="connsiteY164" fmla="*/ 235094 h 358818"/>
              <a:gd name="connsiteX165" fmla="*/ 149156 w 994371"/>
              <a:gd name="connsiteY165" fmla="*/ 237232 h 358818"/>
              <a:gd name="connsiteX166" fmla="*/ 150060 w 994371"/>
              <a:gd name="connsiteY166" fmla="*/ 239362 h 358818"/>
              <a:gd name="connsiteX167" fmla="*/ 150964 w 994371"/>
              <a:gd name="connsiteY167" fmla="*/ 241483 h 358818"/>
              <a:gd name="connsiteX168" fmla="*/ 151868 w 994371"/>
              <a:gd name="connsiteY168" fmla="*/ 243593 h 358818"/>
              <a:gd name="connsiteX169" fmla="*/ 152771 w 994371"/>
              <a:gd name="connsiteY169" fmla="*/ 245693 h 358818"/>
              <a:gd name="connsiteX170" fmla="*/ 153677 w 994371"/>
              <a:gd name="connsiteY170" fmla="*/ 247783 h 358818"/>
              <a:gd name="connsiteX171" fmla="*/ 154580 w 994371"/>
              <a:gd name="connsiteY171" fmla="*/ 249862 h 358818"/>
              <a:gd name="connsiteX172" fmla="*/ 155484 w 994371"/>
              <a:gd name="connsiteY172" fmla="*/ 251931 h 358818"/>
              <a:gd name="connsiteX173" fmla="*/ 156388 w 994371"/>
              <a:gd name="connsiteY173" fmla="*/ 253986 h 358818"/>
              <a:gd name="connsiteX174" fmla="*/ 157291 w 994371"/>
              <a:gd name="connsiteY174" fmla="*/ 256031 h 358818"/>
              <a:gd name="connsiteX175" fmla="*/ 158195 w 994371"/>
              <a:gd name="connsiteY175" fmla="*/ 258064 h 358818"/>
              <a:gd name="connsiteX176" fmla="*/ 159100 w 994371"/>
              <a:gd name="connsiteY176" fmla="*/ 260084 h 358818"/>
              <a:gd name="connsiteX177" fmla="*/ 160004 w 994371"/>
              <a:gd name="connsiteY177" fmla="*/ 262091 h 358818"/>
              <a:gd name="connsiteX178" fmla="*/ 160908 w 994371"/>
              <a:gd name="connsiteY178" fmla="*/ 264086 h 358818"/>
              <a:gd name="connsiteX179" fmla="*/ 161812 w 994371"/>
              <a:gd name="connsiteY179" fmla="*/ 266066 h 358818"/>
              <a:gd name="connsiteX180" fmla="*/ 162715 w 994371"/>
              <a:gd name="connsiteY180" fmla="*/ 268033 h 358818"/>
              <a:gd name="connsiteX181" fmla="*/ 163619 w 994371"/>
              <a:gd name="connsiteY181" fmla="*/ 269986 h 358818"/>
              <a:gd name="connsiteX182" fmla="*/ 164524 w 994371"/>
              <a:gd name="connsiteY182" fmla="*/ 271925 h 358818"/>
              <a:gd name="connsiteX183" fmla="*/ 165428 w 994371"/>
              <a:gd name="connsiteY183" fmla="*/ 273849 h 358818"/>
              <a:gd name="connsiteX184" fmla="*/ 166332 w 994371"/>
              <a:gd name="connsiteY184" fmla="*/ 275759 h 358818"/>
              <a:gd name="connsiteX185" fmla="*/ 167235 w 994371"/>
              <a:gd name="connsiteY185" fmla="*/ 277653 h 358818"/>
              <a:gd name="connsiteX186" fmla="*/ 168139 w 994371"/>
              <a:gd name="connsiteY186" fmla="*/ 279532 h 358818"/>
              <a:gd name="connsiteX187" fmla="*/ 169043 w 994371"/>
              <a:gd name="connsiteY187" fmla="*/ 281394 h 358818"/>
              <a:gd name="connsiteX188" fmla="*/ 169948 w 994371"/>
              <a:gd name="connsiteY188" fmla="*/ 283241 h 358818"/>
              <a:gd name="connsiteX189" fmla="*/ 170852 w 994371"/>
              <a:gd name="connsiteY189" fmla="*/ 285072 h 358818"/>
              <a:gd name="connsiteX190" fmla="*/ 171756 w 994371"/>
              <a:gd name="connsiteY190" fmla="*/ 286886 h 358818"/>
              <a:gd name="connsiteX191" fmla="*/ 172659 w 994371"/>
              <a:gd name="connsiteY191" fmla="*/ 288681 h 358818"/>
              <a:gd name="connsiteX192" fmla="*/ 173563 w 994371"/>
              <a:gd name="connsiteY192" fmla="*/ 290461 h 358818"/>
              <a:gd name="connsiteX193" fmla="*/ 174467 w 994371"/>
              <a:gd name="connsiteY193" fmla="*/ 292223 h 358818"/>
              <a:gd name="connsiteX194" fmla="*/ 175372 w 994371"/>
              <a:gd name="connsiteY194" fmla="*/ 293967 h 358818"/>
              <a:gd name="connsiteX195" fmla="*/ 176276 w 994371"/>
              <a:gd name="connsiteY195" fmla="*/ 295693 h 358818"/>
              <a:gd name="connsiteX196" fmla="*/ 177179 w 994371"/>
              <a:gd name="connsiteY196" fmla="*/ 297401 h 358818"/>
              <a:gd name="connsiteX197" fmla="*/ 178083 w 994371"/>
              <a:gd name="connsiteY197" fmla="*/ 299090 h 358818"/>
              <a:gd name="connsiteX198" fmla="*/ 178987 w 994371"/>
              <a:gd name="connsiteY198" fmla="*/ 300760 h 358818"/>
              <a:gd name="connsiteX199" fmla="*/ 179890 w 994371"/>
              <a:gd name="connsiteY199" fmla="*/ 302411 h 358818"/>
              <a:gd name="connsiteX200" fmla="*/ 180796 w 994371"/>
              <a:gd name="connsiteY200" fmla="*/ 304043 h 358818"/>
              <a:gd name="connsiteX201" fmla="*/ 181700 w 994371"/>
              <a:gd name="connsiteY201" fmla="*/ 305654 h 358818"/>
              <a:gd name="connsiteX202" fmla="*/ 182603 w 994371"/>
              <a:gd name="connsiteY202" fmla="*/ 307245 h 358818"/>
              <a:gd name="connsiteX203" fmla="*/ 183507 w 994371"/>
              <a:gd name="connsiteY203" fmla="*/ 308818 h 358818"/>
              <a:gd name="connsiteX204" fmla="*/ 184411 w 994371"/>
              <a:gd name="connsiteY204" fmla="*/ 310370 h 358818"/>
              <a:gd name="connsiteX205" fmla="*/ 185314 w 994371"/>
              <a:gd name="connsiteY205" fmla="*/ 311900 h 358818"/>
              <a:gd name="connsiteX206" fmla="*/ 186220 w 994371"/>
              <a:gd name="connsiteY206" fmla="*/ 313410 h 358818"/>
              <a:gd name="connsiteX207" fmla="*/ 187123 w 994371"/>
              <a:gd name="connsiteY207" fmla="*/ 314898 h 358818"/>
              <a:gd name="connsiteX208" fmla="*/ 188027 w 994371"/>
              <a:gd name="connsiteY208" fmla="*/ 316365 h 358818"/>
              <a:gd name="connsiteX209" fmla="*/ 188931 w 994371"/>
              <a:gd name="connsiteY209" fmla="*/ 317811 h 358818"/>
              <a:gd name="connsiteX210" fmla="*/ 189834 w 994371"/>
              <a:gd name="connsiteY210" fmla="*/ 319234 h 358818"/>
              <a:gd name="connsiteX211" fmla="*/ 190738 w 994371"/>
              <a:gd name="connsiteY211" fmla="*/ 320636 h 358818"/>
              <a:gd name="connsiteX212" fmla="*/ 191644 w 994371"/>
              <a:gd name="connsiteY212" fmla="*/ 322015 h 358818"/>
              <a:gd name="connsiteX213" fmla="*/ 192547 w 994371"/>
              <a:gd name="connsiteY213" fmla="*/ 323372 h 358818"/>
              <a:gd name="connsiteX214" fmla="*/ 193451 w 994371"/>
              <a:gd name="connsiteY214" fmla="*/ 324706 h 358818"/>
              <a:gd name="connsiteX215" fmla="*/ 194355 w 994371"/>
              <a:gd name="connsiteY215" fmla="*/ 326017 h 358818"/>
              <a:gd name="connsiteX216" fmla="*/ 195258 w 994371"/>
              <a:gd name="connsiteY216" fmla="*/ 327304 h 358818"/>
              <a:gd name="connsiteX217" fmla="*/ 196162 w 994371"/>
              <a:gd name="connsiteY217" fmla="*/ 328568 h 358818"/>
              <a:gd name="connsiteX218" fmla="*/ 197067 w 994371"/>
              <a:gd name="connsiteY218" fmla="*/ 329811 h 358818"/>
              <a:gd name="connsiteX219" fmla="*/ 197971 w 994371"/>
              <a:gd name="connsiteY219" fmla="*/ 331027 h 358818"/>
              <a:gd name="connsiteX220" fmla="*/ 198875 w 994371"/>
              <a:gd name="connsiteY220" fmla="*/ 332221 h 358818"/>
              <a:gd name="connsiteX221" fmla="*/ 199778 w 994371"/>
              <a:gd name="connsiteY221" fmla="*/ 333389 h 358818"/>
              <a:gd name="connsiteX222" fmla="*/ 200682 w 994371"/>
              <a:gd name="connsiteY222" fmla="*/ 334535 h 358818"/>
              <a:gd name="connsiteX223" fmla="*/ 201586 w 994371"/>
              <a:gd name="connsiteY223" fmla="*/ 335655 h 358818"/>
              <a:gd name="connsiteX224" fmla="*/ 202491 w 994371"/>
              <a:gd name="connsiteY224" fmla="*/ 336752 h 358818"/>
              <a:gd name="connsiteX225" fmla="*/ 203395 w 994371"/>
              <a:gd name="connsiteY225" fmla="*/ 337821 h 358818"/>
              <a:gd name="connsiteX226" fmla="*/ 204299 w 994371"/>
              <a:gd name="connsiteY226" fmla="*/ 338868 h 358818"/>
              <a:gd name="connsiteX227" fmla="*/ 205202 w 994371"/>
              <a:gd name="connsiteY227" fmla="*/ 339888 h 358818"/>
              <a:gd name="connsiteX228" fmla="*/ 206106 w 994371"/>
              <a:gd name="connsiteY228" fmla="*/ 340883 h 358818"/>
              <a:gd name="connsiteX229" fmla="*/ 207010 w 994371"/>
              <a:gd name="connsiteY229" fmla="*/ 341853 h 358818"/>
              <a:gd name="connsiteX230" fmla="*/ 207913 w 994371"/>
              <a:gd name="connsiteY230" fmla="*/ 342797 h 358818"/>
              <a:gd name="connsiteX231" fmla="*/ 208819 w 994371"/>
              <a:gd name="connsiteY231" fmla="*/ 343715 h 358818"/>
              <a:gd name="connsiteX232" fmla="*/ 209722 w 994371"/>
              <a:gd name="connsiteY232" fmla="*/ 344607 h 358818"/>
              <a:gd name="connsiteX233" fmla="*/ 210626 w 994371"/>
              <a:gd name="connsiteY233" fmla="*/ 345474 h 358818"/>
              <a:gd name="connsiteX234" fmla="*/ 211530 w 994371"/>
              <a:gd name="connsiteY234" fmla="*/ 346315 h 358818"/>
              <a:gd name="connsiteX235" fmla="*/ 212434 w 994371"/>
              <a:gd name="connsiteY235" fmla="*/ 347129 h 358818"/>
              <a:gd name="connsiteX236" fmla="*/ 213337 w 994371"/>
              <a:gd name="connsiteY236" fmla="*/ 347915 h 358818"/>
              <a:gd name="connsiteX237" fmla="*/ 214243 w 994371"/>
              <a:gd name="connsiteY237" fmla="*/ 348676 h 358818"/>
              <a:gd name="connsiteX238" fmla="*/ 215146 w 994371"/>
              <a:gd name="connsiteY238" fmla="*/ 349410 h 358818"/>
              <a:gd name="connsiteX239" fmla="*/ 216050 w 994371"/>
              <a:gd name="connsiteY239" fmla="*/ 350118 h 358818"/>
              <a:gd name="connsiteX240" fmla="*/ 216954 w 994371"/>
              <a:gd name="connsiteY240" fmla="*/ 350797 h 358818"/>
              <a:gd name="connsiteX241" fmla="*/ 217857 w 994371"/>
              <a:gd name="connsiteY241" fmla="*/ 351450 h 358818"/>
              <a:gd name="connsiteX242" fmla="*/ 218761 w 994371"/>
              <a:gd name="connsiteY242" fmla="*/ 352076 h 358818"/>
              <a:gd name="connsiteX243" fmla="*/ 219666 w 994371"/>
              <a:gd name="connsiteY243" fmla="*/ 352674 h 358818"/>
              <a:gd name="connsiteX244" fmla="*/ 220570 w 994371"/>
              <a:gd name="connsiteY244" fmla="*/ 353246 h 358818"/>
              <a:gd name="connsiteX245" fmla="*/ 221474 w 994371"/>
              <a:gd name="connsiteY245" fmla="*/ 353790 h 358818"/>
              <a:gd name="connsiteX246" fmla="*/ 222377 w 994371"/>
              <a:gd name="connsiteY246" fmla="*/ 354305 h 358818"/>
              <a:gd name="connsiteX247" fmla="*/ 223281 w 994371"/>
              <a:gd name="connsiteY247" fmla="*/ 354795 h 358818"/>
              <a:gd name="connsiteX248" fmla="*/ 224185 w 994371"/>
              <a:gd name="connsiteY248" fmla="*/ 355256 h 358818"/>
              <a:gd name="connsiteX249" fmla="*/ 225090 w 994371"/>
              <a:gd name="connsiteY249" fmla="*/ 355689 h 358818"/>
              <a:gd name="connsiteX250" fmla="*/ 225994 w 994371"/>
              <a:gd name="connsiteY250" fmla="*/ 356095 h 358818"/>
              <a:gd name="connsiteX251" fmla="*/ 226898 w 994371"/>
              <a:gd name="connsiteY251" fmla="*/ 356472 h 358818"/>
              <a:gd name="connsiteX252" fmla="*/ 227801 w 994371"/>
              <a:gd name="connsiteY252" fmla="*/ 356822 h 358818"/>
              <a:gd name="connsiteX253" fmla="*/ 228705 w 994371"/>
              <a:gd name="connsiteY253" fmla="*/ 357143 h 358818"/>
              <a:gd name="connsiteX254" fmla="*/ 229609 w 994371"/>
              <a:gd name="connsiteY254" fmla="*/ 357437 h 358818"/>
              <a:gd name="connsiteX255" fmla="*/ 230514 w 994371"/>
              <a:gd name="connsiteY255" fmla="*/ 357701 h 358818"/>
              <a:gd name="connsiteX256" fmla="*/ 231418 w 994371"/>
              <a:gd name="connsiteY256" fmla="*/ 357938 h 358818"/>
              <a:gd name="connsiteX257" fmla="*/ 232321 w 994371"/>
              <a:gd name="connsiteY257" fmla="*/ 358148 h 358818"/>
              <a:gd name="connsiteX258" fmla="*/ 233225 w 994371"/>
              <a:gd name="connsiteY258" fmla="*/ 358329 h 358818"/>
              <a:gd name="connsiteX259" fmla="*/ 234129 w 994371"/>
              <a:gd name="connsiteY259" fmla="*/ 358480 h 358818"/>
              <a:gd name="connsiteX260" fmla="*/ 235033 w 994371"/>
              <a:gd name="connsiteY260" fmla="*/ 358605 h 358818"/>
              <a:gd name="connsiteX261" fmla="*/ 235938 w 994371"/>
              <a:gd name="connsiteY261" fmla="*/ 358701 h 358818"/>
              <a:gd name="connsiteX262" fmla="*/ 236842 w 994371"/>
              <a:gd name="connsiteY262" fmla="*/ 358769 h 358818"/>
              <a:gd name="connsiteX263" fmla="*/ 237745 w 994371"/>
              <a:gd name="connsiteY263" fmla="*/ 358807 h 358818"/>
              <a:gd name="connsiteX264" fmla="*/ 238649 w 994371"/>
              <a:gd name="connsiteY264" fmla="*/ 358819 h 358818"/>
              <a:gd name="connsiteX265" fmla="*/ 239553 w 994371"/>
              <a:gd name="connsiteY265" fmla="*/ 358801 h 358818"/>
              <a:gd name="connsiteX266" fmla="*/ 240456 w 994371"/>
              <a:gd name="connsiteY266" fmla="*/ 358756 h 358818"/>
              <a:gd name="connsiteX267" fmla="*/ 241362 w 994371"/>
              <a:gd name="connsiteY267" fmla="*/ 358681 h 358818"/>
              <a:gd name="connsiteX268" fmla="*/ 242265 w 994371"/>
              <a:gd name="connsiteY268" fmla="*/ 358580 h 358818"/>
              <a:gd name="connsiteX269" fmla="*/ 243169 w 994371"/>
              <a:gd name="connsiteY269" fmla="*/ 358448 h 358818"/>
              <a:gd name="connsiteX270" fmla="*/ 244073 w 994371"/>
              <a:gd name="connsiteY270" fmla="*/ 358289 h 358818"/>
              <a:gd name="connsiteX271" fmla="*/ 244977 w 994371"/>
              <a:gd name="connsiteY271" fmla="*/ 358103 h 358818"/>
              <a:gd name="connsiteX272" fmla="*/ 245880 w 994371"/>
              <a:gd name="connsiteY272" fmla="*/ 357887 h 358818"/>
              <a:gd name="connsiteX273" fmla="*/ 246786 w 994371"/>
              <a:gd name="connsiteY273" fmla="*/ 357643 h 358818"/>
              <a:gd name="connsiteX274" fmla="*/ 247689 w 994371"/>
              <a:gd name="connsiteY274" fmla="*/ 357372 h 358818"/>
              <a:gd name="connsiteX275" fmla="*/ 248593 w 994371"/>
              <a:gd name="connsiteY275" fmla="*/ 357071 h 358818"/>
              <a:gd name="connsiteX276" fmla="*/ 249497 w 994371"/>
              <a:gd name="connsiteY276" fmla="*/ 356744 h 358818"/>
              <a:gd name="connsiteX277" fmla="*/ 250400 w 994371"/>
              <a:gd name="connsiteY277" fmla="*/ 356389 h 358818"/>
              <a:gd name="connsiteX278" fmla="*/ 251306 w 994371"/>
              <a:gd name="connsiteY278" fmla="*/ 356005 h 358818"/>
              <a:gd name="connsiteX279" fmla="*/ 252209 w 994371"/>
              <a:gd name="connsiteY279" fmla="*/ 355593 h 358818"/>
              <a:gd name="connsiteX280" fmla="*/ 253113 w 994371"/>
              <a:gd name="connsiteY280" fmla="*/ 355153 h 358818"/>
              <a:gd name="connsiteX281" fmla="*/ 254017 w 994371"/>
              <a:gd name="connsiteY281" fmla="*/ 354686 h 358818"/>
              <a:gd name="connsiteX282" fmla="*/ 254921 w 994371"/>
              <a:gd name="connsiteY282" fmla="*/ 354191 h 358818"/>
              <a:gd name="connsiteX283" fmla="*/ 255824 w 994371"/>
              <a:gd name="connsiteY283" fmla="*/ 353669 h 358818"/>
              <a:gd name="connsiteX284" fmla="*/ 256728 w 994371"/>
              <a:gd name="connsiteY284" fmla="*/ 353118 h 358818"/>
              <a:gd name="connsiteX285" fmla="*/ 257633 w 994371"/>
              <a:gd name="connsiteY285" fmla="*/ 352541 h 358818"/>
              <a:gd name="connsiteX286" fmla="*/ 258537 w 994371"/>
              <a:gd name="connsiteY286" fmla="*/ 351937 h 358818"/>
              <a:gd name="connsiteX287" fmla="*/ 259441 w 994371"/>
              <a:gd name="connsiteY287" fmla="*/ 351304 h 358818"/>
              <a:gd name="connsiteX288" fmla="*/ 260344 w 994371"/>
              <a:gd name="connsiteY288" fmla="*/ 350644 h 358818"/>
              <a:gd name="connsiteX289" fmla="*/ 261248 w 994371"/>
              <a:gd name="connsiteY289" fmla="*/ 349958 h 358818"/>
              <a:gd name="connsiteX290" fmla="*/ 262153 w 994371"/>
              <a:gd name="connsiteY290" fmla="*/ 349245 h 358818"/>
              <a:gd name="connsiteX291" fmla="*/ 263057 w 994371"/>
              <a:gd name="connsiteY291" fmla="*/ 348505 h 358818"/>
              <a:gd name="connsiteX292" fmla="*/ 263961 w 994371"/>
              <a:gd name="connsiteY292" fmla="*/ 347739 h 358818"/>
              <a:gd name="connsiteX293" fmla="*/ 264865 w 994371"/>
              <a:gd name="connsiteY293" fmla="*/ 346945 h 358818"/>
              <a:gd name="connsiteX294" fmla="*/ 265768 w 994371"/>
              <a:gd name="connsiteY294" fmla="*/ 346126 h 358818"/>
              <a:gd name="connsiteX295" fmla="*/ 266672 w 994371"/>
              <a:gd name="connsiteY295" fmla="*/ 345280 h 358818"/>
              <a:gd name="connsiteX296" fmla="*/ 267576 w 994371"/>
              <a:gd name="connsiteY296" fmla="*/ 344406 h 358818"/>
              <a:gd name="connsiteX297" fmla="*/ 268481 w 994371"/>
              <a:gd name="connsiteY297" fmla="*/ 343509 h 358818"/>
              <a:gd name="connsiteX298" fmla="*/ 269385 w 994371"/>
              <a:gd name="connsiteY298" fmla="*/ 342584 h 358818"/>
              <a:gd name="connsiteX299" fmla="*/ 270288 w 994371"/>
              <a:gd name="connsiteY299" fmla="*/ 341634 h 358818"/>
              <a:gd name="connsiteX300" fmla="*/ 271192 w 994371"/>
              <a:gd name="connsiteY300" fmla="*/ 340659 h 358818"/>
              <a:gd name="connsiteX301" fmla="*/ 272096 w 994371"/>
              <a:gd name="connsiteY301" fmla="*/ 339657 h 358818"/>
              <a:gd name="connsiteX302" fmla="*/ 273001 w 994371"/>
              <a:gd name="connsiteY302" fmla="*/ 338632 h 358818"/>
              <a:gd name="connsiteX303" fmla="*/ 273905 w 994371"/>
              <a:gd name="connsiteY303" fmla="*/ 337579 h 358818"/>
              <a:gd name="connsiteX304" fmla="*/ 274809 w 994371"/>
              <a:gd name="connsiteY304" fmla="*/ 336502 h 358818"/>
              <a:gd name="connsiteX305" fmla="*/ 275712 w 994371"/>
              <a:gd name="connsiteY305" fmla="*/ 335403 h 358818"/>
              <a:gd name="connsiteX306" fmla="*/ 276616 w 994371"/>
              <a:gd name="connsiteY306" fmla="*/ 334276 h 358818"/>
              <a:gd name="connsiteX307" fmla="*/ 277520 w 994371"/>
              <a:gd name="connsiteY307" fmla="*/ 333125 h 358818"/>
              <a:gd name="connsiteX308" fmla="*/ 278423 w 994371"/>
              <a:gd name="connsiteY308" fmla="*/ 331951 h 358818"/>
              <a:gd name="connsiteX309" fmla="*/ 279329 w 994371"/>
              <a:gd name="connsiteY309" fmla="*/ 330751 h 358818"/>
              <a:gd name="connsiteX310" fmla="*/ 280232 w 994371"/>
              <a:gd name="connsiteY310" fmla="*/ 329529 h 358818"/>
              <a:gd name="connsiteX311" fmla="*/ 281136 w 994371"/>
              <a:gd name="connsiteY311" fmla="*/ 328283 h 358818"/>
              <a:gd name="connsiteX312" fmla="*/ 282040 w 994371"/>
              <a:gd name="connsiteY312" fmla="*/ 327014 h 358818"/>
              <a:gd name="connsiteX313" fmla="*/ 282943 w 994371"/>
              <a:gd name="connsiteY313" fmla="*/ 325719 h 358818"/>
              <a:gd name="connsiteX314" fmla="*/ 283849 w 994371"/>
              <a:gd name="connsiteY314" fmla="*/ 324404 h 358818"/>
              <a:gd name="connsiteX315" fmla="*/ 284753 w 994371"/>
              <a:gd name="connsiteY315" fmla="*/ 323065 h 358818"/>
              <a:gd name="connsiteX316" fmla="*/ 285656 w 994371"/>
              <a:gd name="connsiteY316" fmla="*/ 321703 h 358818"/>
              <a:gd name="connsiteX317" fmla="*/ 286560 w 994371"/>
              <a:gd name="connsiteY317" fmla="*/ 320319 h 358818"/>
              <a:gd name="connsiteX318" fmla="*/ 287464 w 994371"/>
              <a:gd name="connsiteY318" fmla="*/ 318912 h 358818"/>
              <a:gd name="connsiteX319" fmla="*/ 288367 w 994371"/>
              <a:gd name="connsiteY319" fmla="*/ 317483 h 358818"/>
              <a:gd name="connsiteX320" fmla="*/ 289271 w 994371"/>
              <a:gd name="connsiteY320" fmla="*/ 316033 h 358818"/>
              <a:gd name="connsiteX321" fmla="*/ 290176 w 994371"/>
              <a:gd name="connsiteY321" fmla="*/ 314560 h 358818"/>
              <a:gd name="connsiteX322" fmla="*/ 291080 w 994371"/>
              <a:gd name="connsiteY322" fmla="*/ 313066 h 358818"/>
              <a:gd name="connsiteX323" fmla="*/ 291984 w 994371"/>
              <a:gd name="connsiteY323" fmla="*/ 311553 h 358818"/>
              <a:gd name="connsiteX324" fmla="*/ 292887 w 994371"/>
              <a:gd name="connsiteY324" fmla="*/ 310018 h 358818"/>
              <a:gd name="connsiteX325" fmla="*/ 293791 w 994371"/>
              <a:gd name="connsiteY325" fmla="*/ 308461 h 358818"/>
              <a:gd name="connsiteX326" fmla="*/ 294696 w 994371"/>
              <a:gd name="connsiteY326" fmla="*/ 306885 h 358818"/>
              <a:gd name="connsiteX327" fmla="*/ 295600 w 994371"/>
              <a:gd name="connsiteY327" fmla="*/ 305288 h 358818"/>
              <a:gd name="connsiteX328" fmla="*/ 296504 w 994371"/>
              <a:gd name="connsiteY328" fmla="*/ 303672 h 358818"/>
              <a:gd name="connsiteX329" fmla="*/ 297408 w 994371"/>
              <a:gd name="connsiteY329" fmla="*/ 302036 h 358818"/>
              <a:gd name="connsiteX330" fmla="*/ 298311 w 994371"/>
              <a:gd name="connsiteY330" fmla="*/ 300381 h 358818"/>
              <a:gd name="connsiteX331" fmla="*/ 299215 w 994371"/>
              <a:gd name="connsiteY331" fmla="*/ 298707 h 358818"/>
              <a:gd name="connsiteX332" fmla="*/ 300119 w 994371"/>
              <a:gd name="connsiteY332" fmla="*/ 297012 h 358818"/>
              <a:gd name="connsiteX333" fmla="*/ 301024 w 994371"/>
              <a:gd name="connsiteY333" fmla="*/ 295301 h 358818"/>
              <a:gd name="connsiteX334" fmla="*/ 301928 w 994371"/>
              <a:gd name="connsiteY334" fmla="*/ 293572 h 358818"/>
              <a:gd name="connsiteX335" fmla="*/ 302831 w 994371"/>
              <a:gd name="connsiteY335" fmla="*/ 291823 h 358818"/>
              <a:gd name="connsiteX336" fmla="*/ 303735 w 994371"/>
              <a:gd name="connsiteY336" fmla="*/ 290057 h 358818"/>
              <a:gd name="connsiteX337" fmla="*/ 304639 w 994371"/>
              <a:gd name="connsiteY337" fmla="*/ 288273 h 358818"/>
              <a:gd name="connsiteX338" fmla="*/ 305544 w 994371"/>
              <a:gd name="connsiteY338" fmla="*/ 286474 h 358818"/>
              <a:gd name="connsiteX339" fmla="*/ 306448 w 994371"/>
              <a:gd name="connsiteY339" fmla="*/ 284655 h 358818"/>
              <a:gd name="connsiteX340" fmla="*/ 307352 w 994371"/>
              <a:gd name="connsiteY340" fmla="*/ 282821 h 358818"/>
              <a:gd name="connsiteX341" fmla="*/ 308255 w 994371"/>
              <a:gd name="connsiteY341" fmla="*/ 280970 h 358818"/>
              <a:gd name="connsiteX342" fmla="*/ 309159 w 994371"/>
              <a:gd name="connsiteY342" fmla="*/ 279105 h 358818"/>
              <a:gd name="connsiteX343" fmla="*/ 310063 w 994371"/>
              <a:gd name="connsiteY343" fmla="*/ 277222 h 358818"/>
              <a:gd name="connsiteX344" fmla="*/ 310966 w 994371"/>
              <a:gd name="connsiteY344" fmla="*/ 275325 h 358818"/>
              <a:gd name="connsiteX345" fmla="*/ 311872 w 994371"/>
              <a:gd name="connsiteY345" fmla="*/ 273412 h 358818"/>
              <a:gd name="connsiteX346" fmla="*/ 312775 w 994371"/>
              <a:gd name="connsiteY346" fmla="*/ 271485 h 358818"/>
              <a:gd name="connsiteX347" fmla="*/ 313679 w 994371"/>
              <a:gd name="connsiteY347" fmla="*/ 269543 h 358818"/>
              <a:gd name="connsiteX348" fmla="*/ 314583 w 994371"/>
              <a:gd name="connsiteY348" fmla="*/ 267586 h 358818"/>
              <a:gd name="connsiteX349" fmla="*/ 315487 w 994371"/>
              <a:gd name="connsiteY349" fmla="*/ 265616 h 358818"/>
              <a:gd name="connsiteX350" fmla="*/ 316392 w 994371"/>
              <a:gd name="connsiteY350" fmla="*/ 263631 h 358818"/>
              <a:gd name="connsiteX351" fmla="*/ 317296 w 994371"/>
              <a:gd name="connsiteY351" fmla="*/ 261634 h 358818"/>
              <a:gd name="connsiteX352" fmla="*/ 318199 w 994371"/>
              <a:gd name="connsiteY352" fmla="*/ 259624 h 358818"/>
              <a:gd name="connsiteX353" fmla="*/ 319103 w 994371"/>
              <a:gd name="connsiteY353" fmla="*/ 257600 h 358818"/>
              <a:gd name="connsiteX354" fmla="*/ 320007 w 994371"/>
              <a:gd name="connsiteY354" fmla="*/ 255565 h 358818"/>
              <a:gd name="connsiteX355" fmla="*/ 320910 w 994371"/>
              <a:gd name="connsiteY355" fmla="*/ 253519 h 358818"/>
              <a:gd name="connsiteX356" fmla="*/ 321814 w 994371"/>
              <a:gd name="connsiteY356" fmla="*/ 251459 h 358818"/>
              <a:gd name="connsiteX357" fmla="*/ 322719 w 994371"/>
              <a:gd name="connsiteY357" fmla="*/ 249389 h 358818"/>
              <a:gd name="connsiteX358" fmla="*/ 323623 w 994371"/>
              <a:gd name="connsiteY358" fmla="*/ 247308 h 358818"/>
              <a:gd name="connsiteX359" fmla="*/ 324527 w 994371"/>
              <a:gd name="connsiteY359" fmla="*/ 245214 h 358818"/>
              <a:gd name="connsiteX360" fmla="*/ 325430 w 994371"/>
              <a:gd name="connsiteY360" fmla="*/ 243113 h 358818"/>
              <a:gd name="connsiteX361" fmla="*/ 326334 w 994371"/>
              <a:gd name="connsiteY361" fmla="*/ 241000 h 358818"/>
              <a:gd name="connsiteX362" fmla="*/ 327240 w 994371"/>
              <a:gd name="connsiteY362" fmla="*/ 238877 h 358818"/>
              <a:gd name="connsiteX363" fmla="*/ 328143 w 994371"/>
              <a:gd name="connsiteY363" fmla="*/ 236746 h 358818"/>
              <a:gd name="connsiteX364" fmla="*/ 329047 w 994371"/>
              <a:gd name="connsiteY364" fmla="*/ 234606 h 358818"/>
              <a:gd name="connsiteX365" fmla="*/ 329951 w 994371"/>
              <a:gd name="connsiteY365" fmla="*/ 232456 h 358818"/>
              <a:gd name="connsiteX366" fmla="*/ 330854 w 994371"/>
              <a:gd name="connsiteY366" fmla="*/ 230299 h 358818"/>
              <a:gd name="connsiteX367" fmla="*/ 331758 w 994371"/>
              <a:gd name="connsiteY367" fmla="*/ 228132 h 358818"/>
              <a:gd name="connsiteX368" fmla="*/ 332662 w 994371"/>
              <a:gd name="connsiteY368" fmla="*/ 225958 h 358818"/>
              <a:gd name="connsiteX369" fmla="*/ 333567 w 994371"/>
              <a:gd name="connsiteY369" fmla="*/ 223778 h 358818"/>
              <a:gd name="connsiteX370" fmla="*/ 334471 w 994371"/>
              <a:gd name="connsiteY370" fmla="*/ 221589 h 358818"/>
              <a:gd name="connsiteX371" fmla="*/ 335374 w 994371"/>
              <a:gd name="connsiteY371" fmla="*/ 219394 h 358818"/>
              <a:gd name="connsiteX372" fmla="*/ 336278 w 994371"/>
              <a:gd name="connsiteY372" fmla="*/ 217193 h 358818"/>
              <a:gd name="connsiteX373" fmla="*/ 337182 w 994371"/>
              <a:gd name="connsiteY373" fmla="*/ 214987 h 358818"/>
              <a:gd name="connsiteX374" fmla="*/ 338086 w 994371"/>
              <a:gd name="connsiteY374" fmla="*/ 212775 h 358818"/>
              <a:gd name="connsiteX375" fmla="*/ 338991 w 994371"/>
              <a:gd name="connsiteY375" fmla="*/ 210557 h 358818"/>
              <a:gd name="connsiteX376" fmla="*/ 339895 w 994371"/>
              <a:gd name="connsiteY376" fmla="*/ 208334 h 358818"/>
              <a:gd name="connsiteX377" fmla="*/ 340798 w 994371"/>
              <a:gd name="connsiteY377" fmla="*/ 206106 h 358818"/>
              <a:gd name="connsiteX378" fmla="*/ 341702 w 994371"/>
              <a:gd name="connsiteY378" fmla="*/ 203875 h 358818"/>
              <a:gd name="connsiteX379" fmla="*/ 342606 w 994371"/>
              <a:gd name="connsiteY379" fmla="*/ 201640 h 358818"/>
              <a:gd name="connsiteX380" fmla="*/ 343511 w 994371"/>
              <a:gd name="connsiteY380" fmla="*/ 199402 h 358818"/>
              <a:gd name="connsiteX381" fmla="*/ 344415 w 994371"/>
              <a:gd name="connsiteY381" fmla="*/ 197159 h 358818"/>
              <a:gd name="connsiteX382" fmla="*/ 345318 w 994371"/>
              <a:gd name="connsiteY382" fmla="*/ 194915 h 358818"/>
              <a:gd name="connsiteX383" fmla="*/ 346222 w 994371"/>
              <a:gd name="connsiteY383" fmla="*/ 192667 h 358818"/>
              <a:gd name="connsiteX384" fmla="*/ 347126 w 994371"/>
              <a:gd name="connsiteY384" fmla="*/ 190418 h 358818"/>
              <a:gd name="connsiteX385" fmla="*/ 348030 w 994371"/>
              <a:gd name="connsiteY385" fmla="*/ 188167 h 358818"/>
              <a:gd name="connsiteX386" fmla="*/ 348933 w 994371"/>
              <a:gd name="connsiteY386" fmla="*/ 185915 h 358818"/>
              <a:gd name="connsiteX387" fmla="*/ 349839 w 994371"/>
              <a:gd name="connsiteY387" fmla="*/ 183660 h 358818"/>
              <a:gd name="connsiteX388" fmla="*/ 350742 w 994371"/>
              <a:gd name="connsiteY388" fmla="*/ 181406 h 358818"/>
              <a:gd name="connsiteX389" fmla="*/ 351646 w 994371"/>
              <a:gd name="connsiteY389" fmla="*/ 179152 h 358818"/>
              <a:gd name="connsiteX390" fmla="*/ 352550 w 994371"/>
              <a:gd name="connsiteY390" fmla="*/ 176898 h 358818"/>
              <a:gd name="connsiteX391" fmla="*/ 353453 w 994371"/>
              <a:gd name="connsiteY391" fmla="*/ 174643 h 358818"/>
              <a:gd name="connsiteX392" fmla="*/ 354359 w 994371"/>
              <a:gd name="connsiteY392" fmla="*/ 172391 h 358818"/>
              <a:gd name="connsiteX393" fmla="*/ 355262 w 994371"/>
              <a:gd name="connsiteY393" fmla="*/ 170138 h 358818"/>
              <a:gd name="connsiteX394" fmla="*/ 356166 w 994371"/>
              <a:gd name="connsiteY394" fmla="*/ 167887 h 358818"/>
              <a:gd name="connsiteX395" fmla="*/ 357070 w 994371"/>
              <a:gd name="connsiteY395" fmla="*/ 165638 h 358818"/>
              <a:gd name="connsiteX396" fmla="*/ 357974 w 994371"/>
              <a:gd name="connsiteY396" fmla="*/ 163392 h 358818"/>
              <a:gd name="connsiteX397" fmla="*/ 358877 w 994371"/>
              <a:gd name="connsiteY397" fmla="*/ 161148 h 358818"/>
              <a:gd name="connsiteX398" fmla="*/ 359781 w 994371"/>
              <a:gd name="connsiteY398" fmla="*/ 158907 h 358818"/>
              <a:gd name="connsiteX399" fmla="*/ 360686 w 994371"/>
              <a:gd name="connsiteY399" fmla="*/ 156669 h 358818"/>
              <a:gd name="connsiteX400" fmla="*/ 361590 w 994371"/>
              <a:gd name="connsiteY400" fmla="*/ 154433 h 358818"/>
              <a:gd name="connsiteX401" fmla="*/ 362494 w 994371"/>
              <a:gd name="connsiteY401" fmla="*/ 152204 h 358818"/>
              <a:gd name="connsiteX402" fmla="*/ 363397 w 994371"/>
              <a:gd name="connsiteY402" fmla="*/ 149978 h 358818"/>
              <a:gd name="connsiteX403" fmla="*/ 364301 w 994371"/>
              <a:gd name="connsiteY403" fmla="*/ 147755 h 358818"/>
              <a:gd name="connsiteX404" fmla="*/ 365206 w 994371"/>
              <a:gd name="connsiteY404" fmla="*/ 145539 h 358818"/>
              <a:gd name="connsiteX405" fmla="*/ 366110 w 994371"/>
              <a:gd name="connsiteY405" fmla="*/ 143328 h 358818"/>
              <a:gd name="connsiteX406" fmla="*/ 367014 w 994371"/>
              <a:gd name="connsiteY406" fmla="*/ 141122 h 358818"/>
              <a:gd name="connsiteX407" fmla="*/ 367917 w 994371"/>
              <a:gd name="connsiteY407" fmla="*/ 138923 h 358818"/>
              <a:gd name="connsiteX408" fmla="*/ 368821 w 994371"/>
              <a:gd name="connsiteY408" fmla="*/ 136730 h 358818"/>
              <a:gd name="connsiteX409" fmla="*/ 369725 w 994371"/>
              <a:gd name="connsiteY409" fmla="*/ 134544 h 358818"/>
              <a:gd name="connsiteX410" fmla="*/ 370629 w 994371"/>
              <a:gd name="connsiteY410" fmla="*/ 132364 h 358818"/>
              <a:gd name="connsiteX411" fmla="*/ 371534 w 994371"/>
              <a:gd name="connsiteY411" fmla="*/ 130192 h 358818"/>
              <a:gd name="connsiteX412" fmla="*/ 372438 w 994371"/>
              <a:gd name="connsiteY412" fmla="*/ 128028 h 358818"/>
              <a:gd name="connsiteX413" fmla="*/ 373341 w 994371"/>
              <a:gd name="connsiteY413" fmla="*/ 125872 h 358818"/>
              <a:gd name="connsiteX414" fmla="*/ 374245 w 994371"/>
              <a:gd name="connsiteY414" fmla="*/ 123724 h 358818"/>
              <a:gd name="connsiteX415" fmla="*/ 375149 w 994371"/>
              <a:gd name="connsiteY415" fmla="*/ 121586 h 358818"/>
              <a:gd name="connsiteX416" fmla="*/ 376054 w 994371"/>
              <a:gd name="connsiteY416" fmla="*/ 119456 h 358818"/>
              <a:gd name="connsiteX417" fmla="*/ 376958 w 994371"/>
              <a:gd name="connsiteY417" fmla="*/ 117336 h 358818"/>
              <a:gd name="connsiteX418" fmla="*/ 377862 w 994371"/>
              <a:gd name="connsiteY418" fmla="*/ 115226 h 358818"/>
              <a:gd name="connsiteX419" fmla="*/ 378765 w 994371"/>
              <a:gd name="connsiteY419" fmla="*/ 113125 h 358818"/>
              <a:gd name="connsiteX420" fmla="*/ 379669 w 994371"/>
              <a:gd name="connsiteY420" fmla="*/ 111036 h 358818"/>
              <a:gd name="connsiteX421" fmla="*/ 380573 w 994371"/>
              <a:gd name="connsiteY421" fmla="*/ 108957 h 358818"/>
              <a:gd name="connsiteX422" fmla="*/ 381476 w 994371"/>
              <a:gd name="connsiteY422" fmla="*/ 106889 h 358818"/>
              <a:gd name="connsiteX423" fmla="*/ 382382 w 994371"/>
              <a:gd name="connsiteY423" fmla="*/ 104832 h 358818"/>
              <a:gd name="connsiteX424" fmla="*/ 383285 w 994371"/>
              <a:gd name="connsiteY424" fmla="*/ 102788 h 358818"/>
              <a:gd name="connsiteX425" fmla="*/ 384189 w 994371"/>
              <a:gd name="connsiteY425" fmla="*/ 100756 h 358818"/>
              <a:gd name="connsiteX426" fmla="*/ 385093 w 994371"/>
              <a:gd name="connsiteY426" fmla="*/ 98735 h 358818"/>
              <a:gd name="connsiteX427" fmla="*/ 385996 w 994371"/>
              <a:gd name="connsiteY427" fmla="*/ 96728 h 358818"/>
              <a:gd name="connsiteX428" fmla="*/ 386902 w 994371"/>
              <a:gd name="connsiteY428" fmla="*/ 94734 h 358818"/>
              <a:gd name="connsiteX429" fmla="*/ 387805 w 994371"/>
              <a:gd name="connsiteY429" fmla="*/ 92753 h 358818"/>
              <a:gd name="connsiteX430" fmla="*/ 388709 w 994371"/>
              <a:gd name="connsiteY430" fmla="*/ 90786 h 358818"/>
              <a:gd name="connsiteX431" fmla="*/ 389613 w 994371"/>
              <a:gd name="connsiteY431" fmla="*/ 88833 h 358818"/>
              <a:gd name="connsiteX432" fmla="*/ 390517 w 994371"/>
              <a:gd name="connsiteY432" fmla="*/ 86894 h 358818"/>
              <a:gd name="connsiteX433" fmla="*/ 391420 w 994371"/>
              <a:gd name="connsiteY433" fmla="*/ 84969 h 358818"/>
              <a:gd name="connsiteX434" fmla="*/ 392324 w 994371"/>
              <a:gd name="connsiteY434" fmla="*/ 83060 h 358818"/>
              <a:gd name="connsiteX435" fmla="*/ 393229 w 994371"/>
              <a:gd name="connsiteY435" fmla="*/ 81166 h 358818"/>
              <a:gd name="connsiteX436" fmla="*/ 394133 w 994371"/>
              <a:gd name="connsiteY436" fmla="*/ 79287 h 358818"/>
              <a:gd name="connsiteX437" fmla="*/ 395037 w 994371"/>
              <a:gd name="connsiteY437" fmla="*/ 77424 h 358818"/>
              <a:gd name="connsiteX438" fmla="*/ 395940 w 994371"/>
              <a:gd name="connsiteY438" fmla="*/ 75578 h 358818"/>
              <a:gd name="connsiteX439" fmla="*/ 396844 w 994371"/>
              <a:gd name="connsiteY439" fmla="*/ 73747 h 358818"/>
              <a:gd name="connsiteX440" fmla="*/ 397749 w 994371"/>
              <a:gd name="connsiteY440" fmla="*/ 71934 h 358818"/>
              <a:gd name="connsiteX441" fmla="*/ 398653 w 994371"/>
              <a:gd name="connsiteY441" fmla="*/ 70137 h 358818"/>
              <a:gd name="connsiteX442" fmla="*/ 399557 w 994371"/>
              <a:gd name="connsiteY442" fmla="*/ 68358 h 358818"/>
              <a:gd name="connsiteX443" fmla="*/ 400461 w 994371"/>
              <a:gd name="connsiteY443" fmla="*/ 66595 h 358818"/>
              <a:gd name="connsiteX444" fmla="*/ 401364 w 994371"/>
              <a:gd name="connsiteY444" fmla="*/ 64851 h 358818"/>
              <a:gd name="connsiteX445" fmla="*/ 402268 w 994371"/>
              <a:gd name="connsiteY445" fmla="*/ 63125 h 358818"/>
              <a:gd name="connsiteX446" fmla="*/ 403172 w 994371"/>
              <a:gd name="connsiteY446" fmla="*/ 61418 h 358818"/>
              <a:gd name="connsiteX447" fmla="*/ 404077 w 994371"/>
              <a:gd name="connsiteY447" fmla="*/ 59729 h 358818"/>
              <a:gd name="connsiteX448" fmla="*/ 404981 w 994371"/>
              <a:gd name="connsiteY448" fmla="*/ 58059 h 358818"/>
              <a:gd name="connsiteX449" fmla="*/ 405884 w 994371"/>
              <a:gd name="connsiteY449" fmla="*/ 56408 h 358818"/>
              <a:gd name="connsiteX450" fmla="*/ 406788 w 994371"/>
              <a:gd name="connsiteY450" fmla="*/ 54776 h 358818"/>
              <a:gd name="connsiteX451" fmla="*/ 407692 w 994371"/>
              <a:gd name="connsiteY451" fmla="*/ 53165 h 358818"/>
              <a:gd name="connsiteX452" fmla="*/ 408597 w 994371"/>
              <a:gd name="connsiteY452" fmla="*/ 51573 h 358818"/>
              <a:gd name="connsiteX453" fmla="*/ 409501 w 994371"/>
              <a:gd name="connsiteY453" fmla="*/ 50001 h 358818"/>
              <a:gd name="connsiteX454" fmla="*/ 410405 w 994371"/>
              <a:gd name="connsiteY454" fmla="*/ 48450 h 358818"/>
              <a:gd name="connsiteX455" fmla="*/ 411308 w 994371"/>
              <a:gd name="connsiteY455" fmla="*/ 46919 h 358818"/>
              <a:gd name="connsiteX456" fmla="*/ 412212 w 994371"/>
              <a:gd name="connsiteY456" fmla="*/ 45409 h 358818"/>
              <a:gd name="connsiteX457" fmla="*/ 413116 w 994371"/>
              <a:gd name="connsiteY457" fmla="*/ 43921 h 358818"/>
              <a:gd name="connsiteX458" fmla="*/ 414019 w 994371"/>
              <a:gd name="connsiteY458" fmla="*/ 42454 h 358818"/>
              <a:gd name="connsiteX459" fmla="*/ 414925 w 994371"/>
              <a:gd name="connsiteY459" fmla="*/ 41008 h 358818"/>
              <a:gd name="connsiteX460" fmla="*/ 415828 w 994371"/>
              <a:gd name="connsiteY460" fmla="*/ 39585 h 358818"/>
              <a:gd name="connsiteX461" fmla="*/ 416732 w 994371"/>
              <a:gd name="connsiteY461" fmla="*/ 38183 h 358818"/>
              <a:gd name="connsiteX462" fmla="*/ 417636 w 994371"/>
              <a:gd name="connsiteY462" fmla="*/ 36804 h 358818"/>
              <a:gd name="connsiteX463" fmla="*/ 418539 w 994371"/>
              <a:gd name="connsiteY463" fmla="*/ 35447 h 358818"/>
              <a:gd name="connsiteX464" fmla="*/ 419445 w 994371"/>
              <a:gd name="connsiteY464" fmla="*/ 34113 h 358818"/>
              <a:gd name="connsiteX465" fmla="*/ 420349 w 994371"/>
              <a:gd name="connsiteY465" fmla="*/ 32802 h 358818"/>
              <a:gd name="connsiteX466" fmla="*/ 421252 w 994371"/>
              <a:gd name="connsiteY466" fmla="*/ 31514 h 358818"/>
              <a:gd name="connsiteX467" fmla="*/ 422156 w 994371"/>
              <a:gd name="connsiteY467" fmla="*/ 30250 h 358818"/>
              <a:gd name="connsiteX468" fmla="*/ 423060 w 994371"/>
              <a:gd name="connsiteY468" fmla="*/ 29009 h 358818"/>
              <a:gd name="connsiteX469" fmla="*/ 423963 w 994371"/>
              <a:gd name="connsiteY469" fmla="*/ 27791 h 358818"/>
              <a:gd name="connsiteX470" fmla="*/ 424867 w 994371"/>
              <a:gd name="connsiteY470" fmla="*/ 26598 h 358818"/>
              <a:gd name="connsiteX471" fmla="*/ 425772 w 994371"/>
              <a:gd name="connsiteY471" fmla="*/ 25429 h 358818"/>
              <a:gd name="connsiteX472" fmla="*/ 426676 w 994371"/>
              <a:gd name="connsiteY472" fmla="*/ 24284 h 358818"/>
              <a:gd name="connsiteX473" fmla="*/ 427580 w 994371"/>
              <a:gd name="connsiteY473" fmla="*/ 23164 h 358818"/>
              <a:gd name="connsiteX474" fmla="*/ 428483 w 994371"/>
              <a:gd name="connsiteY474" fmla="*/ 22068 h 358818"/>
              <a:gd name="connsiteX475" fmla="*/ 429387 w 994371"/>
              <a:gd name="connsiteY475" fmla="*/ 20997 h 358818"/>
              <a:gd name="connsiteX476" fmla="*/ 430293 w 994371"/>
              <a:gd name="connsiteY476" fmla="*/ 19951 h 358818"/>
              <a:gd name="connsiteX477" fmla="*/ 431196 w 994371"/>
              <a:gd name="connsiteY477" fmla="*/ 18931 h 358818"/>
              <a:gd name="connsiteX478" fmla="*/ 432100 w 994371"/>
              <a:gd name="connsiteY478" fmla="*/ 17935 h 358818"/>
              <a:gd name="connsiteX479" fmla="*/ 433004 w 994371"/>
              <a:gd name="connsiteY479" fmla="*/ 16965 h 358818"/>
              <a:gd name="connsiteX480" fmla="*/ 433907 w 994371"/>
              <a:gd name="connsiteY480" fmla="*/ 16021 h 358818"/>
              <a:gd name="connsiteX481" fmla="*/ 434811 w 994371"/>
              <a:gd name="connsiteY481" fmla="*/ 15103 h 358818"/>
              <a:gd name="connsiteX482" fmla="*/ 435715 w 994371"/>
              <a:gd name="connsiteY482" fmla="*/ 14211 h 358818"/>
              <a:gd name="connsiteX483" fmla="*/ 436620 w 994371"/>
              <a:gd name="connsiteY483" fmla="*/ 13344 h 358818"/>
              <a:gd name="connsiteX484" fmla="*/ 437524 w 994371"/>
              <a:gd name="connsiteY484" fmla="*/ 12504 h 358818"/>
              <a:gd name="connsiteX485" fmla="*/ 438427 w 994371"/>
              <a:gd name="connsiteY485" fmla="*/ 11690 h 358818"/>
              <a:gd name="connsiteX486" fmla="*/ 439331 w 994371"/>
              <a:gd name="connsiteY486" fmla="*/ 10903 h 358818"/>
              <a:gd name="connsiteX487" fmla="*/ 440235 w 994371"/>
              <a:gd name="connsiteY487" fmla="*/ 10142 h 358818"/>
              <a:gd name="connsiteX488" fmla="*/ 441140 w 994371"/>
              <a:gd name="connsiteY488" fmla="*/ 9409 h 358818"/>
              <a:gd name="connsiteX489" fmla="*/ 442044 w 994371"/>
              <a:gd name="connsiteY489" fmla="*/ 8702 h 358818"/>
              <a:gd name="connsiteX490" fmla="*/ 442948 w 994371"/>
              <a:gd name="connsiteY490" fmla="*/ 8021 h 358818"/>
              <a:gd name="connsiteX491" fmla="*/ 443851 w 994371"/>
              <a:gd name="connsiteY491" fmla="*/ 7368 h 358818"/>
              <a:gd name="connsiteX492" fmla="*/ 444755 w 994371"/>
              <a:gd name="connsiteY492" fmla="*/ 6742 h 358818"/>
              <a:gd name="connsiteX493" fmla="*/ 445659 w 994371"/>
              <a:gd name="connsiteY493" fmla="*/ 6144 h 358818"/>
              <a:gd name="connsiteX494" fmla="*/ 446562 w 994371"/>
              <a:gd name="connsiteY494" fmla="*/ 5572 h 358818"/>
              <a:gd name="connsiteX495" fmla="*/ 447468 w 994371"/>
              <a:gd name="connsiteY495" fmla="*/ 5029 h 358818"/>
              <a:gd name="connsiteX496" fmla="*/ 448371 w 994371"/>
              <a:gd name="connsiteY496" fmla="*/ 4512 h 358818"/>
              <a:gd name="connsiteX497" fmla="*/ 449275 w 994371"/>
              <a:gd name="connsiteY497" fmla="*/ 4024 h 358818"/>
              <a:gd name="connsiteX498" fmla="*/ 450179 w 994371"/>
              <a:gd name="connsiteY498" fmla="*/ 3563 h 358818"/>
              <a:gd name="connsiteX499" fmla="*/ 451083 w 994371"/>
              <a:gd name="connsiteY499" fmla="*/ 3130 h 358818"/>
              <a:gd name="connsiteX500" fmla="*/ 451988 w 994371"/>
              <a:gd name="connsiteY500" fmla="*/ 2724 h 358818"/>
              <a:gd name="connsiteX501" fmla="*/ 452892 w 994371"/>
              <a:gd name="connsiteY501" fmla="*/ 2347 h 358818"/>
              <a:gd name="connsiteX502" fmla="*/ 453795 w 994371"/>
              <a:gd name="connsiteY502" fmla="*/ 1997 h 358818"/>
              <a:gd name="connsiteX503" fmla="*/ 454699 w 994371"/>
              <a:gd name="connsiteY503" fmla="*/ 1676 h 358818"/>
              <a:gd name="connsiteX504" fmla="*/ 455603 w 994371"/>
              <a:gd name="connsiteY504" fmla="*/ 1382 h 358818"/>
              <a:gd name="connsiteX505" fmla="*/ 456506 w 994371"/>
              <a:gd name="connsiteY505" fmla="*/ 1117 h 358818"/>
              <a:gd name="connsiteX506" fmla="*/ 457410 w 994371"/>
              <a:gd name="connsiteY506" fmla="*/ 880 h 358818"/>
              <a:gd name="connsiteX507" fmla="*/ 458315 w 994371"/>
              <a:gd name="connsiteY507" fmla="*/ 671 h 358818"/>
              <a:gd name="connsiteX508" fmla="*/ 459219 w 994371"/>
              <a:gd name="connsiteY508" fmla="*/ 490 h 358818"/>
              <a:gd name="connsiteX509" fmla="*/ 460123 w 994371"/>
              <a:gd name="connsiteY509" fmla="*/ 338 h 358818"/>
              <a:gd name="connsiteX510" fmla="*/ 461027 w 994371"/>
              <a:gd name="connsiteY510" fmla="*/ 214 h 358818"/>
              <a:gd name="connsiteX511" fmla="*/ 461930 w 994371"/>
              <a:gd name="connsiteY511" fmla="*/ 118 h 358818"/>
              <a:gd name="connsiteX512" fmla="*/ 462836 w 994371"/>
              <a:gd name="connsiteY512" fmla="*/ 50 h 358818"/>
              <a:gd name="connsiteX513" fmla="*/ 463739 w 994371"/>
              <a:gd name="connsiteY513" fmla="*/ 11 h 358818"/>
              <a:gd name="connsiteX514" fmla="*/ 464643 w 994371"/>
              <a:gd name="connsiteY514" fmla="*/ 0 h 358818"/>
              <a:gd name="connsiteX515" fmla="*/ 465547 w 994371"/>
              <a:gd name="connsiteY515" fmla="*/ 17 h 358818"/>
              <a:gd name="connsiteX516" fmla="*/ 466450 w 994371"/>
              <a:gd name="connsiteY516" fmla="*/ 63 h 358818"/>
              <a:gd name="connsiteX517" fmla="*/ 467354 w 994371"/>
              <a:gd name="connsiteY517" fmla="*/ 137 h 358818"/>
              <a:gd name="connsiteX518" fmla="*/ 468258 w 994371"/>
              <a:gd name="connsiteY518" fmla="*/ 240 h 358818"/>
              <a:gd name="connsiteX519" fmla="*/ 469163 w 994371"/>
              <a:gd name="connsiteY519" fmla="*/ 370 h 358818"/>
              <a:gd name="connsiteX520" fmla="*/ 470067 w 994371"/>
              <a:gd name="connsiteY520" fmla="*/ 529 h 358818"/>
              <a:gd name="connsiteX521" fmla="*/ 470970 w 994371"/>
              <a:gd name="connsiteY521" fmla="*/ 716 h 358818"/>
              <a:gd name="connsiteX522" fmla="*/ 471874 w 994371"/>
              <a:gd name="connsiteY522" fmla="*/ 932 h 358818"/>
              <a:gd name="connsiteX523" fmla="*/ 472778 w 994371"/>
              <a:gd name="connsiteY523" fmla="*/ 1175 h 358818"/>
              <a:gd name="connsiteX524" fmla="*/ 473683 w 994371"/>
              <a:gd name="connsiteY524" fmla="*/ 1447 h 358818"/>
              <a:gd name="connsiteX525" fmla="*/ 474587 w 994371"/>
              <a:gd name="connsiteY525" fmla="*/ 1747 h 358818"/>
              <a:gd name="connsiteX526" fmla="*/ 475491 w 994371"/>
              <a:gd name="connsiteY526" fmla="*/ 2075 h 358818"/>
              <a:gd name="connsiteX527" fmla="*/ 476394 w 994371"/>
              <a:gd name="connsiteY527" fmla="*/ 2431 h 358818"/>
              <a:gd name="connsiteX528" fmla="*/ 477298 w 994371"/>
              <a:gd name="connsiteY528" fmla="*/ 2814 h 358818"/>
              <a:gd name="connsiteX529" fmla="*/ 478202 w 994371"/>
              <a:gd name="connsiteY529" fmla="*/ 3226 h 358818"/>
              <a:gd name="connsiteX530" fmla="*/ 479107 w 994371"/>
              <a:gd name="connsiteY530" fmla="*/ 3666 h 358818"/>
              <a:gd name="connsiteX531" fmla="*/ 480011 w 994371"/>
              <a:gd name="connsiteY531" fmla="*/ 4133 h 358818"/>
              <a:gd name="connsiteX532" fmla="*/ 480914 w 994371"/>
              <a:gd name="connsiteY532" fmla="*/ 4628 h 358818"/>
              <a:gd name="connsiteX533" fmla="*/ 481818 w 994371"/>
              <a:gd name="connsiteY533" fmla="*/ 5150 h 358818"/>
              <a:gd name="connsiteX534" fmla="*/ 482722 w 994371"/>
              <a:gd name="connsiteY534" fmla="*/ 5700 h 358818"/>
              <a:gd name="connsiteX535" fmla="*/ 483626 w 994371"/>
              <a:gd name="connsiteY535" fmla="*/ 6278 h 358818"/>
              <a:gd name="connsiteX536" fmla="*/ 484529 w 994371"/>
              <a:gd name="connsiteY536" fmla="*/ 6883 h 358818"/>
              <a:gd name="connsiteX537" fmla="*/ 485435 w 994371"/>
              <a:gd name="connsiteY537" fmla="*/ 7515 h 358818"/>
              <a:gd name="connsiteX538" fmla="*/ 486338 w 994371"/>
              <a:gd name="connsiteY538" fmla="*/ 8174 h 358818"/>
              <a:gd name="connsiteX539" fmla="*/ 487242 w 994371"/>
              <a:gd name="connsiteY539" fmla="*/ 8860 h 358818"/>
              <a:gd name="connsiteX540" fmla="*/ 488146 w 994371"/>
              <a:gd name="connsiteY540" fmla="*/ 9574 h 358818"/>
              <a:gd name="connsiteX541" fmla="*/ 489049 w 994371"/>
              <a:gd name="connsiteY541" fmla="*/ 10314 h 358818"/>
              <a:gd name="connsiteX542" fmla="*/ 489955 w 994371"/>
              <a:gd name="connsiteY542" fmla="*/ 11080 h 358818"/>
              <a:gd name="connsiteX543" fmla="*/ 490858 w 994371"/>
              <a:gd name="connsiteY543" fmla="*/ 11874 h 358818"/>
              <a:gd name="connsiteX544" fmla="*/ 491762 w 994371"/>
              <a:gd name="connsiteY544" fmla="*/ 12693 h 358818"/>
              <a:gd name="connsiteX545" fmla="*/ 492666 w 994371"/>
              <a:gd name="connsiteY545" fmla="*/ 13539 h 358818"/>
              <a:gd name="connsiteX546" fmla="*/ 493570 w 994371"/>
              <a:gd name="connsiteY546" fmla="*/ 14412 h 358818"/>
              <a:gd name="connsiteX547" fmla="*/ 494473 w 994371"/>
              <a:gd name="connsiteY547" fmla="*/ 15310 h 358818"/>
              <a:gd name="connsiteX548" fmla="*/ 495377 w 994371"/>
              <a:gd name="connsiteY548" fmla="*/ 16234 h 358818"/>
              <a:gd name="connsiteX549" fmla="*/ 496282 w 994371"/>
              <a:gd name="connsiteY549" fmla="*/ 17184 h 358818"/>
              <a:gd name="connsiteX550" fmla="*/ 497186 w 994371"/>
              <a:gd name="connsiteY550" fmla="*/ 18160 h 358818"/>
              <a:gd name="connsiteX551" fmla="*/ 498090 w 994371"/>
              <a:gd name="connsiteY551" fmla="*/ 19161 h 358818"/>
              <a:gd name="connsiteX552" fmla="*/ 498993 w 994371"/>
              <a:gd name="connsiteY552" fmla="*/ 20188 h 358818"/>
              <a:gd name="connsiteX553" fmla="*/ 499897 w 994371"/>
              <a:gd name="connsiteY553" fmla="*/ 21239 h 358818"/>
              <a:gd name="connsiteX554" fmla="*/ 500802 w 994371"/>
              <a:gd name="connsiteY554" fmla="*/ 22316 h 358818"/>
              <a:gd name="connsiteX555" fmla="*/ 501706 w 994371"/>
              <a:gd name="connsiteY555" fmla="*/ 23417 h 358818"/>
              <a:gd name="connsiteX556" fmla="*/ 502610 w 994371"/>
              <a:gd name="connsiteY556" fmla="*/ 24543 h 358818"/>
              <a:gd name="connsiteX557" fmla="*/ 503514 w 994371"/>
              <a:gd name="connsiteY557" fmla="*/ 25693 h 358818"/>
              <a:gd name="connsiteX558" fmla="*/ 504417 w 994371"/>
              <a:gd name="connsiteY558" fmla="*/ 26868 h 358818"/>
              <a:gd name="connsiteX559" fmla="*/ 505321 w 994371"/>
              <a:gd name="connsiteY559" fmla="*/ 28067 h 358818"/>
              <a:gd name="connsiteX560" fmla="*/ 506225 w 994371"/>
              <a:gd name="connsiteY560" fmla="*/ 29289 h 358818"/>
              <a:gd name="connsiteX561" fmla="*/ 507130 w 994371"/>
              <a:gd name="connsiteY561" fmla="*/ 30536 h 358818"/>
              <a:gd name="connsiteX562" fmla="*/ 508034 w 994371"/>
              <a:gd name="connsiteY562" fmla="*/ 31806 h 358818"/>
              <a:gd name="connsiteX563" fmla="*/ 508937 w 994371"/>
              <a:gd name="connsiteY563" fmla="*/ 33099 h 358818"/>
              <a:gd name="connsiteX564" fmla="*/ 509841 w 994371"/>
              <a:gd name="connsiteY564" fmla="*/ 34415 h 358818"/>
              <a:gd name="connsiteX565" fmla="*/ 510745 w 994371"/>
              <a:gd name="connsiteY565" fmla="*/ 35754 h 358818"/>
              <a:gd name="connsiteX566" fmla="*/ 511650 w 994371"/>
              <a:gd name="connsiteY566" fmla="*/ 37116 h 358818"/>
              <a:gd name="connsiteX567" fmla="*/ 512554 w 994371"/>
              <a:gd name="connsiteY567" fmla="*/ 38501 h 358818"/>
              <a:gd name="connsiteX568" fmla="*/ 513458 w 994371"/>
              <a:gd name="connsiteY568" fmla="*/ 39907 h 358818"/>
              <a:gd name="connsiteX569" fmla="*/ 514361 w 994371"/>
              <a:gd name="connsiteY569" fmla="*/ 41336 h 358818"/>
              <a:gd name="connsiteX570" fmla="*/ 515265 w 994371"/>
              <a:gd name="connsiteY570" fmla="*/ 42786 h 358818"/>
              <a:gd name="connsiteX571" fmla="*/ 516169 w 994371"/>
              <a:gd name="connsiteY571" fmla="*/ 44258 h 358818"/>
              <a:gd name="connsiteX572" fmla="*/ 517072 w 994371"/>
              <a:gd name="connsiteY572" fmla="*/ 45752 h 358818"/>
              <a:gd name="connsiteX573" fmla="*/ 517978 w 994371"/>
              <a:gd name="connsiteY573" fmla="*/ 47266 h 358818"/>
              <a:gd name="connsiteX574" fmla="*/ 518881 w 994371"/>
              <a:gd name="connsiteY574" fmla="*/ 48802 h 358818"/>
              <a:gd name="connsiteX575" fmla="*/ 519785 w 994371"/>
              <a:gd name="connsiteY575" fmla="*/ 50357 h 358818"/>
              <a:gd name="connsiteX576" fmla="*/ 520689 w 994371"/>
              <a:gd name="connsiteY576" fmla="*/ 51934 h 358818"/>
              <a:gd name="connsiteX577" fmla="*/ 521592 w 994371"/>
              <a:gd name="connsiteY577" fmla="*/ 53530 h 358818"/>
              <a:gd name="connsiteX578" fmla="*/ 522498 w 994371"/>
              <a:gd name="connsiteY578" fmla="*/ 55147 h 358818"/>
              <a:gd name="connsiteX579" fmla="*/ 523402 w 994371"/>
              <a:gd name="connsiteY579" fmla="*/ 56783 h 358818"/>
              <a:gd name="connsiteX580" fmla="*/ 524305 w 994371"/>
              <a:gd name="connsiteY580" fmla="*/ 58438 h 358818"/>
              <a:gd name="connsiteX581" fmla="*/ 525209 w 994371"/>
              <a:gd name="connsiteY581" fmla="*/ 60112 h 358818"/>
              <a:gd name="connsiteX582" fmla="*/ 526113 w 994371"/>
              <a:gd name="connsiteY582" fmla="*/ 61806 h 358818"/>
              <a:gd name="connsiteX583" fmla="*/ 527016 w 994371"/>
              <a:gd name="connsiteY583" fmla="*/ 63517 h 358818"/>
              <a:gd name="connsiteX584" fmla="*/ 527920 w 994371"/>
              <a:gd name="connsiteY584" fmla="*/ 65248 h 358818"/>
              <a:gd name="connsiteX585" fmla="*/ 528825 w 994371"/>
              <a:gd name="connsiteY585" fmla="*/ 66996 h 358818"/>
              <a:gd name="connsiteX586" fmla="*/ 529729 w 994371"/>
              <a:gd name="connsiteY586" fmla="*/ 68762 h 358818"/>
              <a:gd name="connsiteX587" fmla="*/ 530633 w 994371"/>
              <a:gd name="connsiteY587" fmla="*/ 70545 h 358818"/>
              <a:gd name="connsiteX588" fmla="*/ 531536 w 994371"/>
              <a:gd name="connsiteY588" fmla="*/ 72346 h 358818"/>
              <a:gd name="connsiteX589" fmla="*/ 532440 w 994371"/>
              <a:gd name="connsiteY589" fmla="*/ 74163 h 358818"/>
              <a:gd name="connsiteX590" fmla="*/ 533346 w 994371"/>
              <a:gd name="connsiteY590" fmla="*/ 75997 h 358818"/>
              <a:gd name="connsiteX591" fmla="*/ 534249 w 994371"/>
              <a:gd name="connsiteY591" fmla="*/ 77848 h 358818"/>
              <a:gd name="connsiteX592" fmla="*/ 535153 w 994371"/>
              <a:gd name="connsiteY592" fmla="*/ 79714 h 358818"/>
              <a:gd name="connsiteX593" fmla="*/ 536057 w 994371"/>
              <a:gd name="connsiteY593" fmla="*/ 81596 h 358818"/>
              <a:gd name="connsiteX594" fmla="*/ 536960 w 994371"/>
              <a:gd name="connsiteY594" fmla="*/ 83494 h 358818"/>
              <a:gd name="connsiteX595" fmla="*/ 537864 w 994371"/>
              <a:gd name="connsiteY595" fmla="*/ 85407 h 358818"/>
              <a:gd name="connsiteX596" fmla="*/ 538768 w 994371"/>
              <a:gd name="connsiteY596" fmla="*/ 87335 h 358818"/>
              <a:gd name="connsiteX597" fmla="*/ 539673 w 994371"/>
              <a:gd name="connsiteY597" fmla="*/ 89277 h 358818"/>
              <a:gd name="connsiteX598" fmla="*/ 540577 w 994371"/>
              <a:gd name="connsiteY598" fmla="*/ 91233 h 358818"/>
              <a:gd name="connsiteX599" fmla="*/ 541480 w 994371"/>
              <a:gd name="connsiteY599" fmla="*/ 93204 h 358818"/>
              <a:gd name="connsiteX600" fmla="*/ 542384 w 994371"/>
              <a:gd name="connsiteY600" fmla="*/ 95188 h 358818"/>
              <a:gd name="connsiteX601" fmla="*/ 543288 w 994371"/>
              <a:gd name="connsiteY601" fmla="*/ 97185 h 358818"/>
              <a:gd name="connsiteX602" fmla="*/ 544193 w 994371"/>
              <a:gd name="connsiteY602" fmla="*/ 99195 h 358818"/>
              <a:gd name="connsiteX603" fmla="*/ 545097 w 994371"/>
              <a:gd name="connsiteY603" fmla="*/ 101218 h 358818"/>
              <a:gd name="connsiteX604" fmla="*/ 546001 w 994371"/>
              <a:gd name="connsiteY604" fmla="*/ 103253 h 358818"/>
              <a:gd name="connsiteX605" fmla="*/ 546904 w 994371"/>
              <a:gd name="connsiteY605" fmla="*/ 105300 h 358818"/>
              <a:gd name="connsiteX606" fmla="*/ 547808 w 994371"/>
              <a:gd name="connsiteY606" fmla="*/ 107359 h 358818"/>
              <a:gd name="connsiteX607" fmla="*/ 548712 w 994371"/>
              <a:gd name="connsiteY607" fmla="*/ 109430 h 358818"/>
              <a:gd name="connsiteX608" fmla="*/ 549615 w 994371"/>
              <a:gd name="connsiteY608" fmla="*/ 111511 h 358818"/>
              <a:gd name="connsiteX609" fmla="*/ 550521 w 994371"/>
              <a:gd name="connsiteY609" fmla="*/ 113603 h 358818"/>
              <a:gd name="connsiteX610" fmla="*/ 551424 w 994371"/>
              <a:gd name="connsiteY610" fmla="*/ 115706 h 358818"/>
              <a:gd name="connsiteX611" fmla="*/ 552328 w 994371"/>
              <a:gd name="connsiteY611" fmla="*/ 117819 h 358818"/>
              <a:gd name="connsiteX612" fmla="*/ 553232 w 994371"/>
              <a:gd name="connsiteY612" fmla="*/ 119941 h 358818"/>
              <a:gd name="connsiteX613" fmla="*/ 554136 w 994371"/>
              <a:gd name="connsiteY613" fmla="*/ 122073 h 358818"/>
              <a:gd name="connsiteX614" fmla="*/ 555041 w 994371"/>
              <a:gd name="connsiteY614" fmla="*/ 124213 h 358818"/>
              <a:gd name="connsiteX615" fmla="*/ 555945 w 994371"/>
              <a:gd name="connsiteY615" fmla="*/ 126363 h 358818"/>
              <a:gd name="connsiteX616" fmla="*/ 556848 w 994371"/>
              <a:gd name="connsiteY616" fmla="*/ 128521 h 358818"/>
              <a:gd name="connsiteX617" fmla="*/ 557752 w 994371"/>
              <a:gd name="connsiteY617" fmla="*/ 130687 h 358818"/>
              <a:gd name="connsiteX618" fmla="*/ 558656 w 994371"/>
              <a:gd name="connsiteY618" fmla="*/ 132860 h 358818"/>
              <a:gd name="connsiteX619" fmla="*/ 559559 w 994371"/>
              <a:gd name="connsiteY619" fmla="*/ 135040 h 358818"/>
              <a:gd name="connsiteX620" fmla="*/ 560463 w 994371"/>
              <a:gd name="connsiteY620" fmla="*/ 137228 h 358818"/>
              <a:gd name="connsiteX621" fmla="*/ 561368 w 994371"/>
              <a:gd name="connsiteY621" fmla="*/ 139424 h 358818"/>
              <a:gd name="connsiteX622" fmla="*/ 562272 w 994371"/>
              <a:gd name="connsiteY622" fmla="*/ 141625 h 358818"/>
              <a:gd name="connsiteX623" fmla="*/ 563176 w 994371"/>
              <a:gd name="connsiteY623" fmla="*/ 143831 h 358818"/>
              <a:gd name="connsiteX624" fmla="*/ 564080 w 994371"/>
              <a:gd name="connsiteY624" fmla="*/ 146044 h 358818"/>
              <a:gd name="connsiteX625" fmla="*/ 564983 w 994371"/>
              <a:gd name="connsiteY625" fmla="*/ 148262 h 358818"/>
              <a:gd name="connsiteX626" fmla="*/ 565889 w 994371"/>
              <a:gd name="connsiteY626" fmla="*/ 150485 h 358818"/>
              <a:gd name="connsiteX627" fmla="*/ 566792 w 994371"/>
              <a:gd name="connsiteY627" fmla="*/ 152712 h 358818"/>
              <a:gd name="connsiteX628" fmla="*/ 567696 w 994371"/>
              <a:gd name="connsiteY628" fmla="*/ 154943 h 358818"/>
              <a:gd name="connsiteX629" fmla="*/ 568600 w 994371"/>
              <a:gd name="connsiteY629" fmla="*/ 157179 h 358818"/>
              <a:gd name="connsiteX630" fmla="*/ 569503 w 994371"/>
              <a:gd name="connsiteY630" fmla="*/ 159417 h 358818"/>
              <a:gd name="connsiteX631" fmla="*/ 570407 w 994371"/>
              <a:gd name="connsiteY631" fmla="*/ 161659 h 358818"/>
              <a:gd name="connsiteX632" fmla="*/ 571311 w 994371"/>
              <a:gd name="connsiteY632" fmla="*/ 163904 h 358818"/>
              <a:gd name="connsiteX633" fmla="*/ 572216 w 994371"/>
              <a:gd name="connsiteY633" fmla="*/ 166151 h 358818"/>
              <a:gd name="connsiteX634" fmla="*/ 573120 w 994371"/>
              <a:gd name="connsiteY634" fmla="*/ 168401 h 358818"/>
              <a:gd name="connsiteX635" fmla="*/ 574023 w 994371"/>
              <a:gd name="connsiteY635" fmla="*/ 170652 h 358818"/>
              <a:gd name="connsiteX636" fmla="*/ 574927 w 994371"/>
              <a:gd name="connsiteY636" fmla="*/ 172904 h 358818"/>
              <a:gd name="connsiteX637" fmla="*/ 575831 w 994371"/>
              <a:gd name="connsiteY637" fmla="*/ 175158 h 358818"/>
              <a:gd name="connsiteX638" fmla="*/ 576736 w 994371"/>
              <a:gd name="connsiteY638" fmla="*/ 177413 h 358818"/>
              <a:gd name="connsiteX639" fmla="*/ 577640 w 994371"/>
              <a:gd name="connsiteY639" fmla="*/ 179667 h 358818"/>
              <a:gd name="connsiteX640" fmla="*/ 578544 w 994371"/>
              <a:gd name="connsiteY640" fmla="*/ 181921 h 358818"/>
              <a:gd name="connsiteX641" fmla="*/ 579447 w 994371"/>
              <a:gd name="connsiteY641" fmla="*/ 184175 h 358818"/>
              <a:gd name="connsiteX642" fmla="*/ 580351 w 994371"/>
              <a:gd name="connsiteY642" fmla="*/ 186428 h 358818"/>
              <a:gd name="connsiteX643" fmla="*/ 581255 w 994371"/>
              <a:gd name="connsiteY643" fmla="*/ 188681 h 358818"/>
              <a:gd name="connsiteX644" fmla="*/ 582158 w 994371"/>
              <a:gd name="connsiteY644" fmla="*/ 190931 h 358818"/>
              <a:gd name="connsiteX645" fmla="*/ 583064 w 994371"/>
              <a:gd name="connsiteY645" fmla="*/ 193181 h 358818"/>
              <a:gd name="connsiteX646" fmla="*/ 583967 w 994371"/>
              <a:gd name="connsiteY646" fmla="*/ 195427 h 358818"/>
              <a:gd name="connsiteX647" fmla="*/ 584871 w 994371"/>
              <a:gd name="connsiteY647" fmla="*/ 197671 h 358818"/>
              <a:gd name="connsiteX648" fmla="*/ 585775 w 994371"/>
              <a:gd name="connsiteY648" fmla="*/ 199912 h 358818"/>
              <a:gd name="connsiteX649" fmla="*/ 586679 w 994371"/>
              <a:gd name="connsiteY649" fmla="*/ 202150 h 358818"/>
              <a:gd name="connsiteX650" fmla="*/ 587584 w 994371"/>
              <a:gd name="connsiteY650" fmla="*/ 204385 h 358818"/>
              <a:gd name="connsiteX651" fmla="*/ 588488 w 994371"/>
              <a:gd name="connsiteY651" fmla="*/ 206615 h 358818"/>
              <a:gd name="connsiteX652" fmla="*/ 589391 w 994371"/>
              <a:gd name="connsiteY652" fmla="*/ 208841 h 358818"/>
              <a:gd name="connsiteX653" fmla="*/ 590295 w 994371"/>
              <a:gd name="connsiteY653" fmla="*/ 211064 h 358818"/>
              <a:gd name="connsiteX654" fmla="*/ 591199 w 994371"/>
              <a:gd name="connsiteY654" fmla="*/ 213280 h 358818"/>
              <a:gd name="connsiteX655" fmla="*/ 592102 w 994371"/>
              <a:gd name="connsiteY655" fmla="*/ 215491 h 358818"/>
              <a:gd name="connsiteX656" fmla="*/ 593006 w 994371"/>
              <a:gd name="connsiteY656" fmla="*/ 217697 h 358818"/>
              <a:gd name="connsiteX657" fmla="*/ 593911 w 994371"/>
              <a:gd name="connsiteY657" fmla="*/ 219896 h 358818"/>
              <a:gd name="connsiteX658" fmla="*/ 594815 w 994371"/>
              <a:gd name="connsiteY658" fmla="*/ 222089 h 358818"/>
              <a:gd name="connsiteX659" fmla="*/ 595719 w 994371"/>
              <a:gd name="connsiteY659" fmla="*/ 224275 h 358818"/>
              <a:gd name="connsiteX660" fmla="*/ 596623 w 994371"/>
              <a:gd name="connsiteY660" fmla="*/ 226455 h 358818"/>
              <a:gd name="connsiteX661" fmla="*/ 597526 w 994371"/>
              <a:gd name="connsiteY661" fmla="*/ 228627 h 358818"/>
              <a:gd name="connsiteX662" fmla="*/ 598432 w 994371"/>
              <a:gd name="connsiteY662" fmla="*/ 230790 h 358818"/>
              <a:gd name="connsiteX663" fmla="*/ 599335 w 994371"/>
              <a:gd name="connsiteY663" fmla="*/ 232946 h 358818"/>
              <a:gd name="connsiteX664" fmla="*/ 600239 w 994371"/>
              <a:gd name="connsiteY664" fmla="*/ 235094 h 358818"/>
              <a:gd name="connsiteX665" fmla="*/ 601143 w 994371"/>
              <a:gd name="connsiteY665" fmla="*/ 237232 h 358818"/>
              <a:gd name="connsiteX666" fmla="*/ 602046 w 994371"/>
              <a:gd name="connsiteY666" fmla="*/ 239362 h 358818"/>
              <a:gd name="connsiteX667" fmla="*/ 602950 w 994371"/>
              <a:gd name="connsiteY667" fmla="*/ 241483 h 358818"/>
              <a:gd name="connsiteX668" fmla="*/ 603854 w 994371"/>
              <a:gd name="connsiteY668" fmla="*/ 243593 h 358818"/>
              <a:gd name="connsiteX669" fmla="*/ 604759 w 994371"/>
              <a:gd name="connsiteY669" fmla="*/ 245693 h 358818"/>
              <a:gd name="connsiteX670" fmla="*/ 605663 w 994371"/>
              <a:gd name="connsiteY670" fmla="*/ 247783 h 358818"/>
              <a:gd name="connsiteX671" fmla="*/ 606567 w 994371"/>
              <a:gd name="connsiteY671" fmla="*/ 249862 h 358818"/>
              <a:gd name="connsiteX672" fmla="*/ 607470 w 994371"/>
              <a:gd name="connsiteY672" fmla="*/ 251931 h 358818"/>
              <a:gd name="connsiteX673" fmla="*/ 608374 w 994371"/>
              <a:gd name="connsiteY673" fmla="*/ 253986 h 358818"/>
              <a:gd name="connsiteX674" fmla="*/ 609278 w 994371"/>
              <a:gd name="connsiteY674" fmla="*/ 256031 h 358818"/>
              <a:gd name="connsiteX675" fmla="*/ 610183 w 994371"/>
              <a:gd name="connsiteY675" fmla="*/ 258064 h 358818"/>
              <a:gd name="connsiteX676" fmla="*/ 611087 w 994371"/>
              <a:gd name="connsiteY676" fmla="*/ 260084 h 358818"/>
              <a:gd name="connsiteX677" fmla="*/ 611990 w 994371"/>
              <a:gd name="connsiteY677" fmla="*/ 262091 h 358818"/>
              <a:gd name="connsiteX678" fmla="*/ 612894 w 994371"/>
              <a:gd name="connsiteY678" fmla="*/ 264086 h 358818"/>
              <a:gd name="connsiteX679" fmla="*/ 613798 w 994371"/>
              <a:gd name="connsiteY679" fmla="*/ 266066 h 358818"/>
              <a:gd name="connsiteX680" fmla="*/ 614703 w 994371"/>
              <a:gd name="connsiteY680" fmla="*/ 268033 h 358818"/>
              <a:gd name="connsiteX681" fmla="*/ 615607 w 994371"/>
              <a:gd name="connsiteY681" fmla="*/ 269986 h 358818"/>
              <a:gd name="connsiteX682" fmla="*/ 616510 w 994371"/>
              <a:gd name="connsiteY682" fmla="*/ 271925 h 358818"/>
              <a:gd name="connsiteX683" fmla="*/ 617414 w 994371"/>
              <a:gd name="connsiteY683" fmla="*/ 273849 h 358818"/>
              <a:gd name="connsiteX684" fmla="*/ 618318 w 994371"/>
              <a:gd name="connsiteY684" fmla="*/ 275759 h 358818"/>
              <a:gd name="connsiteX685" fmla="*/ 619222 w 994371"/>
              <a:gd name="connsiteY685" fmla="*/ 277653 h 358818"/>
              <a:gd name="connsiteX686" fmla="*/ 620125 w 994371"/>
              <a:gd name="connsiteY686" fmla="*/ 279532 h 358818"/>
              <a:gd name="connsiteX687" fmla="*/ 621031 w 994371"/>
              <a:gd name="connsiteY687" fmla="*/ 281394 h 358818"/>
              <a:gd name="connsiteX688" fmla="*/ 621934 w 994371"/>
              <a:gd name="connsiteY688" fmla="*/ 283241 h 358818"/>
              <a:gd name="connsiteX689" fmla="*/ 622838 w 994371"/>
              <a:gd name="connsiteY689" fmla="*/ 285072 h 358818"/>
              <a:gd name="connsiteX690" fmla="*/ 623742 w 994371"/>
              <a:gd name="connsiteY690" fmla="*/ 286886 h 358818"/>
              <a:gd name="connsiteX691" fmla="*/ 624645 w 994371"/>
              <a:gd name="connsiteY691" fmla="*/ 288681 h 358818"/>
              <a:gd name="connsiteX692" fmla="*/ 625551 w 994371"/>
              <a:gd name="connsiteY692" fmla="*/ 290461 h 358818"/>
              <a:gd name="connsiteX693" fmla="*/ 626455 w 994371"/>
              <a:gd name="connsiteY693" fmla="*/ 292223 h 358818"/>
              <a:gd name="connsiteX694" fmla="*/ 627358 w 994371"/>
              <a:gd name="connsiteY694" fmla="*/ 293967 h 358818"/>
              <a:gd name="connsiteX695" fmla="*/ 628262 w 994371"/>
              <a:gd name="connsiteY695" fmla="*/ 295693 h 358818"/>
              <a:gd name="connsiteX696" fmla="*/ 629166 w 994371"/>
              <a:gd name="connsiteY696" fmla="*/ 297401 h 358818"/>
              <a:gd name="connsiteX697" fmla="*/ 630069 w 994371"/>
              <a:gd name="connsiteY697" fmla="*/ 299090 h 358818"/>
              <a:gd name="connsiteX698" fmla="*/ 630973 w 994371"/>
              <a:gd name="connsiteY698" fmla="*/ 300760 h 358818"/>
              <a:gd name="connsiteX699" fmla="*/ 631878 w 994371"/>
              <a:gd name="connsiteY699" fmla="*/ 302411 h 358818"/>
              <a:gd name="connsiteX700" fmla="*/ 632782 w 994371"/>
              <a:gd name="connsiteY700" fmla="*/ 304043 h 358818"/>
              <a:gd name="connsiteX701" fmla="*/ 633686 w 994371"/>
              <a:gd name="connsiteY701" fmla="*/ 305654 h 358818"/>
              <a:gd name="connsiteX702" fmla="*/ 634589 w 994371"/>
              <a:gd name="connsiteY702" fmla="*/ 307245 h 358818"/>
              <a:gd name="connsiteX703" fmla="*/ 635493 w 994371"/>
              <a:gd name="connsiteY703" fmla="*/ 308818 h 358818"/>
              <a:gd name="connsiteX704" fmla="*/ 636398 w 994371"/>
              <a:gd name="connsiteY704" fmla="*/ 310370 h 358818"/>
              <a:gd name="connsiteX705" fmla="*/ 637302 w 994371"/>
              <a:gd name="connsiteY705" fmla="*/ 311900 h 358818"/>
              <a:gd name="connsiteX706" fmla="*/ 638206 w 994371"/>
              <a:gd name="connsiteY706" fmla="*/ 313410 h 358818"/>
              <a:gd name="connsiteX707" fmla="*/ 639110 w 994371"/>
              <a:gd name="connsiteY707" fmla="*/ 314898 h 358818"/>
              <a:gd name="connsiteX708" fmla="*/ 640013 w 994371"/>
              <a:gd name="connsiteY708" fmla="*/ 316365 h 358818"/>
              <a:gd name="connsiteX709" fmla="*/ 640917 w 994371"/>
              <a:gd name="connsiteY709" fmla="*/ 317811 h 358818"/>
              <a:gd name="connsiteX710" fmla="*/ 641821 w 994371"/>
              <a:gd name="connsiteY710" fmla="*/ 319234 h 358818"/>
              <a:gd name="connsiteX711" fmla="*/ 642726 w 994371"/>
              <a:gd name="connsiteY711" fmla="*/ 320636 h 358818"/>
              <a:gd name="connsiteX712" fmla="*/ 643630 w 994371"/>
              <a:gd name="connsiteY712" fmla="*/ 322015 h 358818"/>
              <a:gd name="connsiteX713" fmla="*/ 644533 w 994371"/>
              <a:gd name="connsiteY713" fmla="*/ 323372 h 358818"/>
              <a:gd name="connsiteX714" fmla="*/ 645437 w 994371"/>
              <a:gd name="connsiteY714" fmla="*/ 324706 h 358818"/>
              <a:gd name="connsiteX715" fmla="*/ 646341 w 994371"/>
              <a:gd name="connsiteY715" fmla="*/ 326017 h 358818"/>
              <a:gd name="connsiteX716" fmla="*/ 647246 w 994371"/>
              <a:gd name="connsiteY716" fmla="*/ 327304 h 358818"/>
              <a:gd name="connsiteX717" fmla="*/ 648150 w 994371"/>
              <a:gd name="connsiteY717" fmla="*/ 328568 h 358818"/>
              <a:gd name="connsiteX718" fmla="*/ 649054 w 994371"/>
              <a:gd name="connsiteY718" fmla="*/ 329811 h 358818"/>
              <a:gd name="connsiteX719" fmla="*/ 649957 w 994371"/>
              <a:gd name="connsiteY719" fmla="*/ 331027 h 358818"/>
              <a:gd name="connsiteX720" fmla="*/ 650861 w 994371"/>
              <a:gd name="connsiteY720" fmla="*/ 332221 h 358818"/>
              <a:gd name="connsiteX721" fmla="*/ 651765 w 994371"/>
              <a:gd name="connsiteY721" fmla="*/ 333389 h 358818"/>
              <a:gd name="connsiteX722" fmla="*/ 652668 w 994371"/>
              <a:gd name="connsiteY722" fmla="*/ 334535 h 358818"/>
              <a:gd name="connsiteX723" fmla="*/ 653574 w 994371"/>
              <a:gd name="connsiteY723" fmla="*/ 335655 h 358818"/>
              <a:gd name="connsiteX724" fmla="*/ 654477 w 994371"/>
              <a:gd name="connsiteY724" fmla="*/ 336752 h 358818"/>
              <a:gd name="connsiteX725" fmla="*/ 655381 w 994371"/>
              <a:gd name="connsiteY725" fmla="*/ 337821 h 358818"/>
              <a:gd name="connsiteX726" fmla="*/ 656285 w 994371"/>
              <a:gd name="connsiteY726" fmla="*/ 338868 h 358818"/>
              <a:gd name="connsiteX727" fmla="*/ 657189 w 994371"/>
              <a:gd name="connsiteY727" fmla="*/ 339888 h 358818"/>
              <a:gd name="connsiteX728" fmla="*/ 658094 w 994371"/>
              <a:gd name="connsiteY728" fmla="*/ 340883 h 358818"/>
              <a:gd name="connsiteX729" fmla="*/ 658998 w 994371"/>
              <a:gd name="connsiteY729" fmla="*/ 341853 h 358818"/>
              <a:gd name="connsiteX730" fmla="*/ 659901 w 994371"/>
              <a:gd name="connsiteY730" fmla="*/ 342797 h 358818"/>
              <a:gd name="connsiteX731" fmla="*/ 660805 w 994371"/>
              <a:gd name="connsiteY731" fmla="*/ 343715 h 358818"/>
              <a:gd name="connsiteX732" fmla="*/ 661709 w 994371"/>
              <a:gd name="connsiteY732" fmla="*/ 344607 h 358818"/>
              <a:gd name="connsiteX733" fmla="*/ 662612 w 994371"/>
              <a:gd name="connsiteY733" fmla="*/ 345474 h 358818"/>
              <a:gd name="connsiteX734" fmla="*/ 663516 w 994371"/>
              <a:gd name="connsiteY734" fmla="*/ 346315 h 358818"/>
              <a:gd name="connsiteX735" fmla="*/ 664421 w 994371"/>
              <a:gd name="connsiteY735" fmla="*/ 347129 h 358818"/>
              <a:gd name="connsiteX736" fmla="*/ 665325 w 994371"/>
              <a:gd name="connsiteY736" fmla="*/ 347915 h 358818"/>
              <a:gd name="connsiteX737" fmla="*/ 666229 w 994371"/>
              <a:gd name="connsiteY737" fmla="*/ 348676 h 358818"/>
              <a:gd name="connsiteX738" fmla="*/ 667132 w 994371"/>
              <a:gd name="connsiteY738" fmla="*/ 349410 h 358818"/>
              <a:gd name="connsiteX739" fmla="*/ 668036 w 994371"/>
              <a:gd name="connsiteY739" fmla="*/ 350118 h 358818"/>
              <a:gd name="connsiteX740" fmla="*/ 668940 w 994371"/>
              <a:gd name="connsiteY740" fmla="*/ 350797 h 358818"/>
              <a:gd name="connsiteX741" fmla="*/ 669845 w 994371"/>
              <a:gd name="connsiteY741" fmla="*/ 351450 h 358818"/>
              <a:gd name="connsiteX742" fmla="*/ 670749 w 994371"/>
              <a:gd name="connsiteY742" fmla="*/ 352076 h 358818"/>
              <a:gd name="connsiteX743" fmla="*/ 671653 w 994371"/>
              <a:gd name="connsiteY743" fmla="*/ 352674 h 358818"/>
              <a:gd name="connsiteX744" fmla="*/ 672556 w 994371"/>
              <a:gd name="connsiteY744" fmla="*/ 353246 h 358818"/>
              <a:gd name="connsiteX745" fmla="*/ 673460 w 994371"/>
              <a:gd name="connsiteY745" fmla="*/ 353790 h 358818"/>
              <a:gd name="connsiteX746" fmla="*/ 674364 w 994371"/>
              <a:gd name="connsiteY746" fmla="*/ 354305 h 358818"/>
              <a:gd name="connsiteX747" fmla="*/ 675269 w 994371"/>
              <a:gd name="connsiteY747" fmla="*/ 354795 h 358818"/>
              <a:gd name="connsiteX748" fmla="*/ 676173 w 994371"/>
              <a:gd name="connsiteY748" fmla="*/ 355256 h 358818"/>
              <a:gd name="connsiteX749" fmla="*/ 677076 w 994371"/>
              <a:gd name="connsiteY749" fmla="*/ 355689 h 358818"/>
              <a:gd name="connsiteX750" fmla="*/ 677980 w 994371"/>
              <a:gd name="connsiteY750" fmla="*/ 356095 h 358818"/>
              <a:gd name="connsiteX751" fmla="*/ 678884 w 994371"/>
              <a:gd name="connsiteY751" fmla="*/ 356472 h 358818"/>
              <a:gd name="connsiteX752" fmla="*/ 679789 w 994371"/>
              <a:gd name="connsiteY752" fmla="*/ 356822 h 358818"/>
              <a:gd name="connsiteX753" fmla="*/ 680693 w 994371"/>
              <a:gd name="connsiteY753" fmla="*/ 357143 h 358818"/>
              <a:gd name="connsiteX754" fmla="*/ 681597 w 994371"/>
              <a:gd name="connsiteY754" fmla="*/ 357437 h 358818"/>
              <a:gd name="connsiteX755" fmla="*/ 682500 w 994371"/>
              <a:gd name="connsiteY755" fmla="*/ 357701 h 358818"/>
              <a:gd name="connsiteX756" fmla="*/ 683404 w 994371"/>
              <a:gd name="connsiteY756" fmla="*/ 357938 h 358818"/>
              <a:gd name="connsiteX757" fmla="*/ 684308 w 994371"/>
              <a:gd name="connsiteY757" fmla="*/ 358148 h 358818"/>
              <a:gd name="connsiteX758" fmla="*/ 685213 w 994371"/>
              <a:gd name="connsiteY758" fmla="*/ 358329 h 358818"/>
              <a:gd name="connsiteX759" fmla="*/ 686117 w 994371"/>
              <a:gd name="connsiteY759" fmla="*/ 358480 h 358818"/>
              <a:gd name="connsiteX760" fmla="*/ 687020 w 994371"/>
              <a:gd name="connsiteY760" fmla="*/ 358605 h 358818"/>
              <a:gd name="connsiteX761" fmla="*/ 687924 w 994371"/>
              <a:gd name="connsiteY761" fmla="*/ 358701 h 358818"/>
              <a:gd name="connsiteX762" fmla="*/ 688828 w 994371"/>
              <a:gd name="connsiteY762" fmla="*/ 358769 h 358818"/>
              <a:gd name="connsiteX763" fmla="*/ 689732 w 994371"/>
              <a:gd name="connsiteY763" fmla="*/ 358807 h 358818"/>
              <a:gd name="connsiteX764" fmla="*/ 690635 w 994371"/>
              <a:gd name="connsiteY764" fmla="*/ 358819 h 358818"/>
              <a:gd name="connsiteX765" fmla="*/ 691541 w 994371"/>
              <a:gd name="connsiteY765" fmla="*/ 358801 h 358818"/>
              <a:gd name="connsiteX766" fmla="*/ 692444 w 994371"/>
              <a:gd name="connsiteY766" fmla="*/ 358756 h 358818"/>
              <a:gd name="connsiteX767" fmla="*/ 693348 w 994371"/>
              <a:gd name="connsiteY767" fmla="*/ 358681 h 358818"/>
              <a:gd name="connsiteX768" fmla="*/ 694252 w 994371"/>
              <a:gd name="connsiteY768" fmla="*/ 358580 h 358818"/>
              <a:gd name="connsiteX769" fmla="*/ 695155 w 994371"/>
              <a:gd name="connsiteY769" fmla="*/ 358448 h 358818"/>
              <a:gd name="connsiteX770" fmla="*/ 696059 w 994371"/>
              <a:gd name="connsiteY770" fmla="*/ 358289 h 358818"/>
              <a:gd name="connsiteX771" fmla="*/ 696964 w 994371"/>
              <a:gd name="connsiteY771" fmla="*/ 358103 h 358818"/>
              <a:gd name="connsiteX772" fmla="*/ 697868 w 994371"/>
              <a:gd name="connsiteY772" fmla="*/ 357887 h 358818"/>
              <a:gd name="connsiteX773" fmla="*/ 698772 w 994371"/>
              <a:gd name="connsiteY773" fmla="*/ 357643 h 358818"/>
              <a:gd name="connsiteX774" fmla="*/ 699676 w 994371"/>
              <a:gd name="connsiteY774" fmla="*/ 357372 h 358818"/>
              <a:gd name="connsiteX775" fmla="*/ 700579 w 994371"/>
              <a:gd name="connsiteY775" fmla="*/ 357071 h 358818"/>
              <a:gd name="connsiteX776" fmla="*/ 701485 w 994371"/>
              <a:gd name="connsiteY776" fmla="*/ 356744 h 358818"/>
              <a:gd name="connsiteX777" fmla="*/ 702388 w 994371"/>
              <a:gd name="connsiteY777" fmla="*/ 356389 h 358818"/>
              <a:gd name="connsiteX778" fmla="*/ 703292 w 994371"/>
              <a:gd name="connsiteY778" fmla="*/ 356005 h 358818"/>
              <a:gd name="connsiteX779" fmla="*/ 704196 w 994371"/>
              <a:gd name="connsiteY779" fmla="*/ 355593 h 358818"/>
              <a:gd name="connsiteX780" fmla="*/ 705099 w 994371"/>
              <a:gd name="connsiteY780" fmla="*/ 355153 h 358818"/>
              <a:gd name="connsiteX781" fmla="*/ 706003 w 994371"/>
              <a:gd name="connsiteY781" fmla="*/ 354686 h 358818"/>
              <a:gd name="connsiteX782" fmla="*/ 706908 w 994371"/>
              <a:gd name="connsiteY782" fmla="*/ 354191 h 358818"/>
              <a:gd name="connsiteX783" fmla="*/ 707812 w 994371"/>
              <a:gd name="connsiteY783" fmla="*/ 353669 h 358818"/>
              <a:gd name="connsiteX784" fmla="*/ 708716 w 994371"/>
              <a:gd name="connsiteY784" fmla="*/ 353118 h 358818"/>
              <a:gd name="connsiteX785" fmla="*/ 709620 w 994371"/>
              <a:gd name="connsiteY785" fmla="*/ 352541 h 358818"/>
              <a:gd name="connsiteX786" fmla="*/ 710523 w 994371"/>
              <a:gd name="connsiteY786" fmla="*/ 351937 h 358818"/>
              <a:gd name="connsiteX787" fmla="*/ 711427 w 994371"/>
              <a:gd name="connsiteY787" fmla="*/ 351304 h 358818"/>
              <a:gd name="connsiteX788" fmla="*/ 712331 w 994371"/>
              <a:gd name="connsiteY788" fmla="*/ 350644 h 358818"/>
              <a:gd name="connsiteX789" fmla="*/ 713236 w 994371"/>
              <a:gd name="connsiteY789" fmla="*/ 349958 h 358818"/>
              <a:gd name="connsiteX790" fmla="*/ 714140 w 994371"/>
              <a:gd name="connsiteY790" fmla="*/ 349245 h 358818"/>
              <a:gd name="connsiteX791" fmla="*/ 715043 w 994371"/>
              <a:gd name="connsiteY791" fmla="*/ 348505 h 358818"/>
              <a:gd name="connsiteX792" fmla="*/ 715947 w 994371"/>
              <a:gd name="connsiteY792" fmla="*/ 347739 h 358818"/>
              <a:gd name="connsiteX793" fmla="*/ 716851 w 994371"/>
              <a:gd name="connsiteY793" fmla="*/ 346945 h 358818"/>
              <a:gd name="connsiteX794" fmla="*/ 717754 w 994371"/>
              <a:gd name="connsiteY794" fmla="*/ 346126 h 358818"/>
              <a:gd name="connsiteX795" fmla="*/ 718660 w 994371"/>
              <a:gd name="connsiteY795" fmla="*/ 345280 h 358818"/>
              <a:gd name="connsiteX796" fmla="*/ 719563 w 994371"/>
              <a:gd name="connsiteY796" fmla="*/ 344406 h 358818"/>
              <a:gd name="connsiteX797" fmla="*/ 720467 w 994371"/>
              <a:gd name="connsiteY797" fmla="*/ 343509 h 358818"/>
              <a:gd name="connsiteX798" fmla="*/ 721371 w 994371"/>
              <a:gd name="connsiteY798" fmla="*/ 342584 h 358818"/>
              <a:gd name="connsiteX799" fmla="*/ 722275 w 994371"/>
              <a:gd name="connsiteY799" fmla="*/ 341634 h 358818"/>
              <a:gd name="connsiteX800" fmla="*/ 723180 w 994371"/>
              <a:gd name="connsiteY800" fmla="*/ 340659 h 358818"/>
              <a:gd name="connsiteX801" fmla="*/ 724084 w 994371"/>
              <a:gd name="connsiteY801" fmla="*/ 339657 h 358818"/>
              <a:gd name="connsiteX802" fmla="*/ 724987 w 994371"/>
              <a:gd name="connsiteY802" fmla="*/ 338632 h 358818"/>
              <a:gd name="connsiteX803" fmla="*/ 725891 w 994371"/>
              <a:gd name="connsiteY803" fmla="*/ 337579 h 358818"/>
              <a:gd name="connsiteX804" fmla="*/ 726795 w 994371"/>
              <a:gd name="connsiteY804" fmla="*/ 336502 h 358818"/>
              <a:gd name="connsiteX805" fmla="*/ 727698 w 994371"/>
              <a:gd name="connsiteY805" fmla="*/ 335403 h 358818"/>
              <a:gd name="connsiteX806" fmla="*/ 728604 w 994371"/>
              <a:gd name="connsiteY806" fmla="*/ 334276 h 358818"/>
              <a:gd name="connsiteX807" fmla="*/ 729508 w 994371"/>
              <a:gd name="connsiteY807" fmla="*/ 333125 h 358818"/>
              <a:gd name="connsiteX808" fmla="*/ 730411 w 994371"/>
              <a:gd name="connsiteY808" fmla="*/ 331951 h 358818"/>
              <a:gd name="connsiteX809" fmla="*/ 731315 w 994371"/>
              <a:gd name="connsiteY809" fmla="*/ 330751 h 358818"/>
              <a:gd name="connsiteX810" fmla="*/ 732219 w 994371"/>
              <a:gd name="connsiteY810" fmla="*/ 329529 h 358818"/>
              <a:gd name="connsiteX811" fmla="*/ 733122 w 994371"/>
              <a:gd name="connsiteY811" fmla="*/ 328283 h 358818"/>
              <a:gd name="connsiteX812" fmla="*/ 734026 w 994371"/>
              <a:gd name="connsiteY812" fmla="*/ 327014 h 358818"/>
              <a:gd name="connsiteX813" fmla="*/ 734931 w 994371"/>
              <a:gd name="connsiteY813" fmla="*/ 325719 h 358818"/>
              <a:gd name="connsiteX814" fmla="*/ 735835 w 994371"/>
              <a:gd name="connsiteY814" fmla="*/ 324404 h 358818"/>
              <a:gd name="connsiteX815" fmla="*/ 736739 w 994371"/>
              <a:gd name="connsiteY815" fmla="*/ 323065 h 358818"/>
              <a:gd name="connsiteX816" fmla="*/ 737642 w 994371"/>
              <a:gd name="connsiteY816" fmla="*/ 321703 h 358818"/>
              <a:gd name="connsiteX817" fmla="*/ 738546 w 994371"/>
              <a:gd name="connsiteY817" fmla="*/ 320319 h 358818"/>
              <a:gd name="connsiteX818" fmla="*/ 739450 w 994371"/>
              <a:gd name="connsiteY818" fmla="*/ 318912 h 358818"/>
              <a:gd name="connsiteX819" fmla="*/ 740355 w 994371"/>
              <a:gd name="connsiteY819" fmla="*/ 317483 h 358818"/>
              <a:gd name="connsiteX820" fmla="*/ 741259 w 994371"/>
              <a:gd name="connsiteY820" fmla="*/ 316033 h 358818"/>
              <a:gd name="connsiteX821" fmla="*/ 742163 w 994371"/>
              <a:gd name="connsiteY821" fmla="*/ 314560 h 358818"/>
              <a:gd name="connsiteX822" fmla="*/ 743066 w 994371"/>
              <a:gd name="connsiteY822" fmla="*/ 313066 h 358818"/>
              <a:gd name="connsiteX823" fmla="*/ 743970 w 994371"/>
              <a:gd name="connsiteY823" fmla="*/ 311553 h 358818"/>
              <a:gd name="connsiteX824" fmla="*/ 744875 w 994371"/>
              <a:gd name="connsiteY824" fmla="*/ 310018 h 358818"/>
              <a:gd name="connsiteX825" fmla="*/ 745779 w 994371"/>
              <a:gd name="connsiteY825" fmla="*/ 308461 h 358818"/>
              <a:gd name="connsiteX826" fmla="*/ 746683 w 994371"/>
              <a:gd name="connsiteY826" fmla="*/ 306885 h 358818"/>
              <a:gd name="connsiteX827" fmla="*/ 747586 w 994371"/>
              <a:gd name="connsiteY827" fmla="*/ 305288 h 358818"/>
              <a:gd name="connsiteX828" fmla="*/ 748490 w 994371"/>
              <a:gd name="connsiteY828" fmla="*/ 303672 h 358818"/>
              <a:gd name="connsiteX829" fmla="*/ 749394 w 994371"/>
              <a:gd name="connsiteY829" fmla="*/ 302036 h 358818"/>
              <a:gd name="connsiteX830" fmla="*/ 750299 w 994371"/>
              <a:gd name="connsiteY830" fmla="*/ 300381 h 358818"/>
              <a:gd name="connsiteX831" fmla="*/ 751203 w 994371"/>
              <a:gd name="connsiteY831" fmla="*/ 298707 h 358818"/>
              <a:gd name="connsiteX832" fmla="*/ 752107 w 994371"/>
              <a:gd name="connsiteY832" fmla="*/ 297012 h 358818"/>
              <a:gd name="connsiteX833" fmla="*/ 753010 w 994371"/>
              <a:gd name="connsiteY833" fmla="*/ 295301 h 358818"/>
              <a:gd name="connsiteX834" fmla="*/ 753914 w 994371"/>
              <a:gd name="connsiteY834" fmla="*/ 293572 h 358818"/>
              <a:gd name="connsiteX835" fmla="*/ 754818 w 994371"/>
              <a:gd name="connsiteY835" fmla="*/ 291823 h 358818"/>
              <a:gd name="connsiteX836" fmla="*/ 755723 w 994371"/>
              <a:gd name="connsiteY836" fmla="*/ 290057 h 358818"/>
              <a:gd name="connsiteX837" fmla="*/ 756627 w 994371"/>
              <a:gd name="connsiteY837" fmla="*/ 288273 h 358818"/>
              <a:gd name="connsiteX838" fmla="*/ 757530 w 994371"/>
              <a:gd name="connsiteY838" fmla="*/ 286474 h 358818"/>
              <a:gd name="connsiteX839" fmla="*/ 758434 w 994371"/>
              <a:gd name="connsiteY839" fmla="*/ 284655 h 358818"/>
              <a:gd name="connsiteX840" fmla="*/ 759338 w 994371"/>
              <a:gd name="connsiteY840" fmla="*/ 282821 h 358818"/>
              <a:gd name="connsiteX841" fmla="*/ 760241 w 994371"/>
              <a:gd name="connsiteY841" fmla="*/ 280970 h 358818"/>
              <a:gd name="connsiteX842" fmla="*/ 761145 w 994371"/>
              <a:gd name="connsiteY842" fmla="*/ 279105 h 358818"/>
              <a:gd name="connsiteX843" fmla="*/ 762050 w 994371"/>
              <a:gd name="connsiteY843" fmla="*/ 277222 h 358818"/>
              <a:gd name="connsiteX844" fmla="*/ 762954 w 994371"/>
              <a:gd name="connsiteY844" fmla="*/ 275325 h 358818"/>
              <a:gd name="connsiteX845" fmla="*/ 763858 w 994371"/>
              <a:gd name="connsiteY845" fmla="*/ 273412 h 358818"/>
              <a:gd name="connsiteX846" fmla="*/ 764762 w 994371"/>
              <a:gd name="connsiteY846" fmla="*/ 271485 h 358818"/>
              <a:gd name="connsiteX847" fmla="*/ 765665 w 994371"/>
              <a:gd name="connsiteY847" fmla="*/ 269543 h 358818"/>
              <a:gd name="connsiteX848" fmla="*/ 766569 w 994371"/>
              <a:gd name="connsiteY848" fmla="*/ 267586 h 358818"/>
              <a:gd name="connsiteX849" fmla="*/ 767474 w 994371"/>
              <a:gd name="connsiteY849" fmla="*/ 265616 h 358818"/>
              <a:gd name="connsiteX850" fmla="*/ 768378 w 994371"/>
              <a:gd name="connsiteY850" fmla="*/ 263631 h 358818"/>
              <a:gd name="connsiteX851" fmla="*/ 769282 w 994371"/>
              <a:gd name="connsiteY851" fmla="*/ 261634 h 358818"/>
              <a:gd name="connsiteX852" fmla="*/ 770185 w 994371"/>
              <a:gd name="connsiteY852" fmla="*/ 259624 h 358818"/>
              <a:gd name="connsiteX853" fmla="*/ 771089 w 994371"/>
              <a:gd name="connsiteY853" fmla="*/ 257600 h 358818"/>
              <a:gd name="connsiteX854" fmla="*/ 771995 w 994371"/>
              <a:gd name="connsiteY854" fmla="*/ 255565 h 358818"/>
              <a:gd name="connsiteX855" fmla="*/ 772898 w 994371"/>
              <a:gd name="connsiteY855" fmla="*/ 253519 h 358818"/>
              <a:gd name="connsiteX856" fmla="*/ 773802 w 994371"/>
              <a:gd name="connsiteY856" fmla="*/ 251459 h 358818"/>
              <a:gd name="connsiteX857" fmla="*/ 774706 w 994371"/>
              <a:gd name="connsiteY857" fmla="*/ 249389 h 358818"/>
              <a:gd name="connsiteX858" fmla="*/ 775609 w 994371"/>
              <a:gd name="connsiteY858" fmla="*/ 247308 h 358818"/>
              <a:gd name="connsiteX859" fmla="*/ 776513 w 994371"/>
              <a:gd name="connsiteY859" fmla="*/ 245214 h 358818"/>
              <a:gd name="connsiteX860" fmla="*/ 777418 w 994371"/>
              <a:gd name="connsiteY860" fmla="*/ 243113 h 358818"/>
              <a:gd name="connsiteX861" fmla="*/ 778322 w 994371"/>
              <a:gd name="connsiteY861" fmla="*/ 241000 h 358818"/>
              <a:gd name="connsiteX862" fmla="*/ 779226 w 994371"/>
              <a:gd name="connsiteY862" fmla="*/ 238877 h 358818"/>
              <a:gd name="connsiteX863" fmla="*/ 780129 w 994371"/>
              <a:gd name="connsiteY863" fmla="*/ 236746 h 358818"/>
              <a:gd name="connsiteX864" fmla="*/ 781033 w 994371"/>
              <a:gd name="connsiteY864" fmla="*/ 234606 h 358818"/>
              <a:gd name="connsiteX865" fmla="*/ 781937 w 994371"/>
              <a:gd name="connsiteY865" fmla="*/ 232456 h 358818"/>
              <a:gd name="connsiteX866" fmla="*/ 782841 w 994371"/>
              <a:gd name="connsiteY866" fmla="*/ 230299 h 358818"/>
              <a:gd name="connsiteX867" fmla="*/ 783746 w 994371"/>
              <a:gd name="connsiteY867" fmla="*/ 228132 h 358818"/>
              <a:gd name="connsiteX868" fmla="*/ 784650 w 994371"/>
              <a:gd name="connsiteY868" fmla="*/ 225958 h 358818"/>
              <a:gd name="connsiteX869" fmla="*/ 785553 w 994371"/>
              <a:gd name="connsiteY869" fmla="*/ 223778 h 358818"/>
              <a:gd name="connsiteX870" fmla="*/ 786457 w 994371"/>
              <a:gd name="connsiteY870" fmla="*/ 221589 h 358818"/>
              <a:gd name="connsiteX871" fmla="*/ 787361 w 994371"/>
              <a:gd name="connsiteY871" fmla="*/ 219394 h 358818"/>
              <a:gd name="connsiteX872" fmla="*/ 788264 w 994371"/>
              <a:gd name="connsiteY872" fmla="*/ 217193 h 358818"/>
              <a:gd name="connsiteX873" fmla="*/ 789170 w 994371"/>
              <a:gd name="connsiteY873" fmla="*/ 214987 h 358818"/>
              <a:gd name="connsiteX874" fmla="*/ 790073 w 994371"/>
              <a:gd name="connsiteY874" fmla="*/ 212775 h 358818"/>
              <a:gd name="connsiteX875" fmla="*/ 790977 w 994371"/>
              <a:gd name="connsiteY875" fmla="*/ 210557 h 358818"/>
              <a:gd name="connsiteX876" fmla="*/ 791881 w 994371"/>
              <a:gd name="connsiteY876" fmla="*/ 208334 h 358818"/>
              <a:gd name="connsiteX877" fmla="*/ 792785 w 994371"/>
              <a:gd name="connsiteY877" fmla="*/ 206106 h 358818"/>
              <a:gd name="connsiteX878" fmla="*/ 793690 w 994371"/>
              <a:gd name="connsiteY878" fmla="*/ 203875 h 358818"/>
              <a:gd name="connsiteX879" fmla="*/ 794594 w 994371"/>
              <a:gd name="connsiteY879" fmla="*/ 201640 h 358818"/>
              <a:gd name="connsiteX880" fmla="*/ 795497 w 994371"/>
              <a:gd name="connsiteY880" fmla="*/ 199402 h 358818"/>
              <a:gd name="connsiteX881" fmla="*/ 796401 w 994371"/>
              <a:gd name="connsiteY881" fmla="*/ 197159 h 358818"/>
              <a:gd name="connsiteX882" fmla="*/ 797305 w 994371"/>
              <a:gd name="connsiteY882" fmla="*/ 194915 h 358818"/>
              <a:gd name="connsiteX883" fmla="*/ 798208 w 994371"/>
              <a:gd name="connsiteY883" fmla="*/ 192667 h 358818"/>
              <a:gd name="connsiteX884" fmla="*/ 799114 w 994371"/>
              <a:gd name="connsiteY884" fmla="*/ 190418 h 358818"/>
              <a:gd name="connsiteX885" fmla="*/ 800017 w 994371"/>
              <a:gd name="connsiteY885" fmla="*/ 188167 h 358818"/>
              <a:gd name="connsiteX886" fmla="*/ 800921 w 994371"/>
              <a:gd name="connsiteY886" fmla="*/ 185915 h 358818"/>
              <a:gd name="connsiteX887" fmla="*/ 801825 w 994371"/>
              <a:gd name="connsiteY887" fmla="*/ 183660 h 358818"/>
              <a:gd name="connsiteX888" fmla="*/ 802728 w 994371"/>
              <a:gd name="connsiteY888" fmla="*/ 181406 h 358818"/>
              <a:gd name="connsiteX889" fmla="*/ 803632 w 994371"/>
              <a:gd name="connsiteY889" fmla="*/ 179152 h 358818"/>
              <a:gd name="connsiteX890" fmla="*/ 804536 w 994371"/>
              <a:gd name="connsiteY890" fmla="*/ 176898 h 358818"/>
              <a:gd name="connsiteX891" fmla="*/ 805441 w 994371"/>
              <a:gd name="connsiteY891" fmla="*/ 174643 h 358818"/>
              <a:gd name="connsiteX892" fmla="*/ 806345 w 994371"/>
              <a:gd name="connsiteY892" fmla="*/ 172391 h 358818"/>
              <a:gd name="connsiteX893" fmla="*/ 807249 w 994371"/>
              <a:gd name="connsiteY893" fmla="*/ 170138 h 358818"/>
              <a:gd name="connsiteX894" fmla="*/ 808152 w 994371"/>
              <a:gd name="connsiteY894" fmla="*/ 167887 h 358818"/>
              <a:gd name="connsiteX895" fmla="*/ 809056 w 994371"/>
              <a:gd name="connsiteY895" fmla="*/ 165638 h 358818"/>
              <a:gd name="connsiteX896" fmla="*/ 809960 w 994371"/>
              <a:gd name="connsiteY896" fmla="*/ 163392 h 358818"/>
              <a:gd name="connsiteX897" fmla="*/ 810865 w 994371"/>
              <a:gd name="connsiteY897" fmla="*/ 161148 h 358818"/>
              <a:gd name="connsiteX898" fmla="*/ 811769 w 994371"/>
              <a:gd name="connsiteY898" fmla="*/ 158907 h 358818"/>
              <a:gd name="connsiteX899" fmla="*/ 812672 w 994371"/>
              <a:gd name="connsiteY899" fmla="*/ 156669 h 358818"/>
              <a:gd name="connsiteX900" fmla="*/ 813576 w 994371"/>
              <a:gd name="connsiteY900" fmla="*/ 154433 h 358818"/>
              <a:gd name="connsiteX901" fmla="*/ 814480 w 994371"/>
              <a:gd name="connsiteY901" fmla="*/ 152204 h 358818"/>
              <a:gd name="connsiteX902" fmla="*/ 815385 w 994371"/>
              <a:gd name="connsiteY902" fmla="*/ 149978 h 358818"/>
              <a:gd name="connsiteX903" fmla="*/ 816289 w 994371"/>
              <a:gd name="connsiteY903" fmla="*/ 147755 h 358818"/>
              <a:gd name="connsiteX904" fmla="*/ 817193 w 994371"/>
              <a:gd name="connsiteY904" fmla="*/ 145539 h 358818"/>
              <a:gd name="connsiteX905" fmla="*/ 818096 w 994371"/>
              <a:gd name="connsiteY905" fmla="*/ 143328 h 358818"/>
              <a:gd name="connsiteX906" fmla="*/ 819000 w 994371"/>
              <a:gd name="connsiteY906" fmla="*/ 141122 h 358818"/>
              <a:gd name="connsiteX907" fmla="*/ 819904 w 994371"/>
              <a:gd name="connsiteY907" fmla="*/ 138923 h 358818"/>
              <a:gd name="connsiteX908" fmla="*/ 820809 w 994371"/>
              <a:gd name="connsiteY908" fmla="*/ 136730 h 358818"/>
              <a:gd name="connsiteX909" fmla="*/ 821713 w 994371"/>
              <a:gd name="connsiteY909" fmla="*/ 134544 h 358818"/>
              <a:gd name="connsiteX910" fmla="*/ 822617 w 994371"/>
              <a:gd name="connsiteY910" fmla="*/ 132364 h 358818"/>
              <a:gd name="connsiteX911" fmla="*/ 823520 w 994371"/>
              <a:gd name="connsiteY911" fmla="*/ 130192 h 358818"/>
              <a:gd name="connsiteX912" fmla="*/ 824424 w 994371"/>
              <a:gd name="connsiteY912" fmla="*/ 128028 h 358818"/>
              <a:gd name="connsiteX913" fmla="*/ 825328 w 994371"/>
              <a:gd name="connsiteY913" fmla="*/ 125872 h 358818"/>
              <a:gd name="connsiteX914" fmla="*/ 826231 w 994371"/>
              <a:gd name="connsiteY914" fmla="*/ 123724 h 358818"/>
              <a:gd name="connsiteX915" fmla="*/ 827137 w 994371"/>
              <a:gd name="connsiteY915" fmla="*/ 121586 h 358818"/>
              <a:gd name="connsiteX916" fmla="*/ 828040 w 994371"/>
              <a:gd name="connsiteY916" fmla="*/ 119456 h 358818"/>
              <a:gd name="connsiteX917" fmla="*/ 828944 w 994371"/>
              <a:gd name="connsiteY917" fmla="*/ 117336 h 358818"/>
              <a:gd name="connsiteX918" fmla="*/ 829848 w 994371"/>
              <a:gd name="connsiteY918" fmla="*/ 115226 h 358818"/>
              <a:gd name="connsiteX919" fmla="*/ 830751 w 994371"/>
              <a:gd name="connsiteY919" fmla="*/ 113125 h 358818"/>
              <a:gd name="connsiteX920" fmla="*/ 831655 w 994371"/>
              <a:gd name="connsiteY920" fmla="*/ 111036 h 358818"/>
              <a:gd name="connsiteX921" fmla="*/ 832560 w 994371"/>
              <a:gd name="connsiteY921" fmla="*/ 108957 h 358818"/>
              <a:gd name="connsiteX922" fmla="*/ 833464 w 994371"/>
              <a:gd name="connsiteY922" fmla="*/ 106889 h 358818"/>
              <a:gd name="connsiteX923" fmla="*/ 834368 w 994371"/>
              <a:gd name="connsiteY923" fmla="*/ 104832 h 358818"/>
              <a:gd name="connsiteX924" fmla="*/ 835272 w 994371"/>
              <a:gd name="connsiteY924" fmla="*/ 102788 h 358818"/>
              <a:gd name="connsiteX925" fmla="*/ 836175 w 994371"/>
              <a:gd name="connsiteY925" fmla="*/ 100756 h 358818"/>
              <a:gd name="connsiteX926" fmla="*/ 837081 w 994371"/>
              <a:gd name="connsiteY926" fmla="*/ 98735 h 358818"/>
              <a:gd name="connsiteX927" fmla="*/ 837984 w 994371"/>
              <a:gd name="connsiteY927" fmla="*/ 96728 h 358818"/>
              <a:gd name="connsiteX928" fmla="*/ 838888 w 994371"/>
              <a:gd name="connsiteY928" fmla="*/ 94734 h 358818"/>
              <a:gd name="connsiteX929" fmla="*/ 839792 w 994371"/>
              <a:gd name="connsiteY929" fmla="*/ 92753 h 358818"/>
              <a:gd name="connsiteX930" fmla="*/ 840695 w 994371"/>
              <a:gd name="connsiteY930" fmla="*/ 90786 h 358818"/>
              <a:gd name="connsiteX931" fmla="*/ 841599 w 994371"/>
              <a:gd name="connsiteY931" fmla="*/ 88833 h 358818"/>
              <a:gd name="connsiteX932" fmla="*/ 842504 w 994371"/>
              <a:gd name="connsiteY932" fmla="*/ 86894 h 358818"/>
              <a:gd name="connsiteX933" fmla="*/ 843408 w 994371"/>
              <a:gd name="connsiteY933" fmla="*/ 84969 h 358818"/>
              <a:gd name="connsiteX934" fmla="*/ 844312 w 994371"/>
              <a:gd name="connsiteY934" fmla="*/ 83060 h 358818"/>
              <a:gd name="connsiteX935" fmla="*/ 845216 w 994371"/>
              <a:gd name="connsiteY935" fmla="*/ 81166 h 358818"/>
              <a:gd name="connsiteX936" fmla="*/ 846119 w 994371"/>
              <a:gd name="connsiteY936" fmla="*/ 79287 h 358818"/>
              <a:gd name="connsiteX937" fmla="*/ 847023 w 994371"/>
              <a:gd name="connsiteY937" fmla="*/ 77424 h 358818"/>
              <a:gd name="connsiteX938" fmla="*/ 847927 w 994371"/>
              <a:gd name="connsiteY938" fmla="*/ 75578 h 358818"/>
              <a:gd name="connsiteX939" fmla="*/ 848832 w 994371"/>
              <a:gd name="connsiteY939" fmla="*/ 73747 h 358818"/>
              <a:gd name="connsiteX940" fmla="*/ 849736 w 994371"/>
              <a:gd name="connsiteY940" fmla="*/ 71934 h 358818"/>
              <a:gd name="connsiteX941" fmla="*/ 850639 w 994371"/>
              <a:gd name="connsiteY941" fmla="*/ 70137 h 358818"/>
              <a:gd name="connsiteX942" fmla="*/ 851543 w 994371"/>
              <a:gd name="connsiteY942" fmla="*/ 68358 h 358818"/>
              <a:gd name="connsiteX943" fmla="*/ 852447 w 994371"/>
              <a:gd name="connsiteY943" fmla="*/ 66595 h 358818"/>
              <a:gd name="connsiteX944" fmla="*/ 853350 w 994371"/>
              <a:gd name="connsiteY944" fmla="*/ 64851 h 358818"/>
              <a:gd name="connsiteX945" fmla="*/ 854256 w 994371"/>
              <a:gd name="connsiteY945" fmla="*/ 63125 h 358818"/>
              <a:gd name="connsiteX946" fmla="*/ 855160 w 994371"/>
              <a:gd name="connsiteY946" fmla="*/ 61418 h 358818"/>
              <a:gd name="connsiteX947" fmla="*/ 856063 w 994371"/>
              <a:gd name="connsiteY947" fmla="*/ 59729 h 358818"/>
              <a:gd name="connsiteX948" fmla="*/ 856967 w 994371"/>
              <a:gd name="connsiteY948" fmla="*/ 58059 h 358818"/>
              <a:gd name="connsiteX949" fmla="*/ 857871 w 994371"/>
              <a:gd name="connsiteY949" fmla="*/ 56408 h 358818"/>
              <a:gd name="connsiteX950" fmla="*/ 858776 w 994371"/>
              <a:gd name="connsiteY950" fmla="*/ 54776 h 358818"/>
              <a:gd name="connsiteX951" fmla="*/ 859680 w 994371"/>
              <a:gd name="connsiteY951" fmla="*/ 53165 h 358818"/>
              <a:gd name="connsiteX952" fmla="*/ 860583 w 994371"/>
              <a:gd name="connsiteY952" fmla="*/ 51573 h 358818"/>
              <a:gd name="connsiteX953" fmla="*/ 861487 w 994371"/>
              <a:gd name="connsiteY953" fmla="*/ 50001 h 358818"/>
              <a:gd name="connsiteX954" fmla="*/ 862391 w 994371"/>
              <a:gd name="connsiteY954" fmla="*/ 48450 h 358818"/>
              <a:gd name="connsiteX955" fmla="*/ 863294 w 994371"/>
              <a:gd name="connsiteY955" fmla="*/ 46919 h 358818"/>
              <a:gd name="connsiteX956" fmla="*/ 864200 w 994371"/>
              <a:gd name="connsiteY956" fmla="*/ 45409 h 358818"/>
              <a:gd name="connsiteX957" fmla="*/ 865104 w 994371"/>
              <a:gd name="connsiteY957" fmla="*/ 43921 h 358818"/>
              <a:gd name="connsiteX958" fmla="*/ 866007 w 994371"/>
              <a:gd name="connsiteY958" fmla="*/ 42454 h 358818"/>
              <a:gd name="connsiteX959" fmla="*/ 866911 w 994371"/>
              <a:gd name="connsiteY959" fmla="*/ 41008 h 358818"/>
              <a:gd name="connsiteX960" fmla="*/ 867815 w 994371"/>
              <a:gd name="connsiteY960" fmla="*/ 39585 h 358818"/>
              <a:gd name="connsiteX961" fmla="*/ 868718 w 994371"/>
              <a:gd name="connsiteY961" fmla="*/ 38183 h 358818"/>
              <a:gd name="connsiteX962" fmla="*/ 869622 w 994371"/>
              <a:gd name="connsiteY962" fmla="*/ 36804 h 358818"/>
              <a:gd name="connsiteX963" fmla="*/ 870527 w 994371"/>
              <a:gd name="connsiteY963" fmla="*/ 35447 h 358818"/>
              <a:gd name="connsiteX964" fmla="*/ 871431 w 994371"/>
              <a:gd name="connsiteY964" fmla="*/ 34113 h 358818"/>
              <a:gd name="connsiteX965" fmla="*/ 872335 w 994371"/>
              <a:gd name="connsiteY965" fmla="*/ 32802 h 358818"/>
              <a:gd name="connsiteX966" fmla="*/ 873238 w 994371"/>
              <a:gd name="connsiteY966" fmla="*/ 31514 h 358818"/>
              <a:gd name="connsiteX967" fmla="*/ 874142 w 994371"/>
              <a:gd name="connsiteY967" fmla="*/ 30250 h 358818"/>
              <a:gd name="connsiteX968" fmla="*/ 875046 w 994371"/>
              <a:gd name="connsiteY968" fmla="*/ 29009 h 358818"/>
              <a:gd name="connsiteX969" fmla="*/ 875951 w 994371"/>
              <a:gd name="connsiteY969" fmla="*/ 27791 h 358818"/>
              <a:gd name="connsiteX970" fmla="*/ 876855 w 994371"/>
              <a:gd name="connsiteY970" fmla="*/ 26598 h 358818"/>
              <a:gd name="connsiteX971" fmla="*/ 877759 w 994371"/>
              <a:gd name="connsiteY971" fmla="*/ 25429 h 358818"/>
              <a:gd name="connsiteX972" fmla="*/ 878662 w 994371"/>
              <a:gd name="connsiteY972" fmla="*/ 24284 h 358818"/>
              <a:gd name="connsiteX973" fmla="*/ 879566 w 994371"/>
              <a:gd name="connsiteY973" fmla="*/ 23164 h 358818"/>
              <a:gd name="connsiteX974" fmla="*/ 880470 w 994371"/>
              <a:gd name="connsiteY974" fmla="*/ 22068 h 358818"/>
              <a:gd name="connsiteX975" fmla="*/ 881375 w 994371"/>
              <a:gd name="connsiteY975" fmla="*/ 20997 h 358818"/>
              <a:gd name="connsiteX976" fmla="*/ 882279 w 994371"/>
              <a:gd name="connsiteY976" fmla="*/ 19951 h 358818"/>
              <a:gd name="connsiteX977" fmla="*/ 883182 w 994371"/>
              <a:gd name="connsiteY977" fmla="*/ 18931 h 358818"/>
              <a:gd name="connsiteX978" fmla="*/ 884086 w 994371"/>
              <a:gd name="connsiteY978" fmla="*/ 17935 h 358818"/>
              <a:gd name="connsiteX979" fmla="*/ 884990 w 994371"/>
              <a:gd name="connsiteY979" fmla="*/ 16965 h 358818"/>
              <a:gd name="connsiteX980" fmla="*/ 885895 w 994371"/>
              <a:gd name="connsiteY980" fmla="*/ 16021 h 358818"/>
              <a:gd name="connsiteX981" fmla="*/ 886799 w 994371"/>
              <a:gd name="connsiteY981" fmla="*/ 15103 h 358818"/>
              <a:gd name="connsiteX982" fmla="*/ 887703 w 994371"/>
              <a:gd name="connsiteY982" fmla="*/ 14211 h 358818"/>
              <a:gd name="connsiteX983" fmla="*/ 888606 w 994371"/>
              <a:gd name="connsiteY983" fmla="*/ 13344 h 358818"/>
              <a:gd name="connsiteX984" fmla="*/ 889510 w 994371"/>
              <a:gd name="connsiteY984" fmla="*/ 12504 h 358818"/>
              <a:gd name="connsiteX985" fmla="*/ 890414 w 994371"/>
              <a:gd name="connsiteY985" fmla="*/ 11690 h 358818"/>
              <a:gd name="connsiteX986" fmla="*/ 891319 w 994371"/>
              <a:gd name="connsiteY986" fmla="*/ 10903 h 358818"/>
              <a:gd name="connsiteX987" fmla="*/ 892223 w 994371"/>
              <a:gd name="connsiteY987" fmla="*/ 10142 h 358818"/>
              <a:gd name="connsiteX988" fmla="*/ 893126 w 994371"/>
              <a:gd name="connsiteY988" fmla="*/ 9409 h 358818"/>
              <a:gd name="connsiteX989" fmla="*/ 894030 w 994371"/>
              <a:gd name="connsiteY989" fmla="*/ 8702 h 358818"/>
              <a:gd name="connsiteX990" fmla="*/ 894934 w 994371"/>
              <a:gd name="connsiteY990" fmla="*/ 8021 h 358818"/>
              <a:gd name="connsiteX991" fmla="*/ 895837 w 994371"/>
              <a:gd name="connsiteY991" fmla="*/ 7368 h 358818"/>
              <a:gd name="connsiteX992" fmla="*/ 896741 w 994371"/>
              <a:gd name="connsiteY992" fmla="*/ 6742 h 358818"/>
              <a:gd name="connsiteX993" fmla="*/ 897647 w 994371"/>
              <a:gd name="connsiteY993" fmla="*/ 6144 h 358818"/>
              <a:gd name="connsiteX994" fmla="*/ 898550 w 994371"/>
              <a:gd name="connsiteY994" fmla="*/ 5572 h 358818"/>
              <a:gd name="connsiteX995" fmla="*/ 899454 w 994371"/>
              <a:gd name="connsiteY995" fmla="*/ 5029 h 358818"/>
              <a:gd name="connsiteX996" fmla="*/ 900358 w 994371"/>
              <a:gd name="connsiteY996" fmla="*/ 4512 h 358818"/>
              <a:gd name="connsiteX997" fmla="*/ 901261 w 994371"/>
              <a:gd name="connsiteY997" fmla="*/ 4024 h 358818"/>
              <a:gd name="connsiteX998" fmla="*/ 902165 w 994371"/>
              <a:gd name="connsiteY998" fmla="*/ 3563 h 358818"/>
              <a:gd name="connsiteX999" fmla="*/ 903070 w 994371"/>
              <a:gd name="connsiteY999" fmla="*/ 3130 h 358818"/>
              <a:gd name="connsiteX1000" fmla="*/ 903974 w 994371"/>
              <a:gd name="connsiteY1000" fmla="*/ 2724 h 358818"/>
              <a:gd name="connsiteX1001" fmla="*/ 904878 w 994371"/>
              <a:gd name="connsiteY1001" fmla="*/ 2347 h 358818"/>
              <a:gd name="connsiteX1002" fmla="*/ 905782 w 994371"/>
              <a:gd name="connsiteY1002" fmla="*/ 1997 h 358818"/>
              <a:gd name="connsiteX1003" fmla="*/ 906685 w 994371"/>
              <a:gd name="connsiteY1003" fmla="*/ 1676 h 358818"/>
              <a:gd name="connsiteX1004" fmla="*/ 907591 w 994371"/>
              <a:gd name="connsiteY1004" fmla="*/ 1382 h 358818"/>
              <a:gd name="connsiteX1005" fmla="*/ 908494 w 994371"/>
              <a:gd name="connsiteY1005" fmla="*/ 1117 h 358818"/>
              <a:gd name="connsiteX1006" fmla="*/ 909398 w 994371"/>
              <a:gd name="connsiteY1006" fmla="*/ 880 h 358818"/>
              <a:gd name="connsiteX1007" fmla="*/ 910302 w 994371"/>
              <a:gd name="connsiteY1007" fmla="*/ 671 h 358818"/>
              <a:gd name="connsiteX1008" fmla="*/ 911205 w 994371"/>
              <a:gd name="connsiteY1008" fmla="*/ 490 h 358818"/>
              <a:gd name="connsiteX1009" fmla="*/ 912109 w 994371"/>
              <a:gd name="connsiteY1009" fmla="*/ 338 h 358818"/>
              <a:gd name="connsiteX1010" fmla="*/ 913014 w 994371"/>
              <a:gd name="connsiteY1010" fmla="*/ 214 h 358818"/>
              <a:gd name="connsiteX1011" fmla="*/ 913918 w 994371"/>
              <a:gd name="connsiteY1011" fmla="*/ 118 h 358818"/>
              <a:gd name="connsiteX1012" fmla="*/ 914822 w 994371"/>
              <a:gd name="connsiteY1012" fmla="*/ 50 h 358818"/>
              <a:gd name="connsiteX1013" fmla="*/ 915725 w 994371"/>
              <a:gd name="connsiteY1013" fmla="*/ 11 h 358818"/>
              <a:gd name="connsiteX1014" fmla="*/ 916629 w 994371"/>
              <a:gd name="connsiteY1014" fmla="*/ 0 h 358818"/>
              <a:gd name="connsiteX1015" fmla="*/ 917533 w 994371"/>
              <a:gd name="connsiteY1015" fmla="*/ 17 h 358818"/>
              <a:gd name="connsiteX1016" fmla="*/ 918437 w 994371"/>
              <a:gd name="connsiteY1016" fmla="*/ 63 h 358818"/>
              <a:gd name="connsiteX1017" fmla="*/ 919342 w 994371"/>
              <a:gd name="connsiteY1017" fmla="*/ 137 h 358818"/>
              <a:gd name="connsiteX1018" fmla="*/ 920246 w 994371"/>
              <a:gd name="connsiteY1018" fmla="*/ 240 h 358818"/>
              <a:gd name="connsiteX1019" fmla="*/ 921149 w 994371"/>
              <a:gd name="connsiteY1019" fmla="*/ 370 h 358818"/>
              <a:gd name="connsiteX1020" fmla="*/ 922053 w 994371"/>
              <a:gd name="connsiteY1020" fmla="*/ 529 h 358818"/>
              <a:gd name="connsiteX1021" fmla="*/ 922957 w 994371"/>
              <a:gd name="connsiteY1021" fmla="*/ 716 h 358818"/>
              <a:gd name="connsiteX1022" fmla="*/ 923860 w 994371"/>
              <a:gd name="connsiteY1022" fmla="*/ 932 h 358818"/>
              <a:gd name="connsiteX1023" fmla="*/ 924766 w 994371"/>
              <a:gd name="connsiteY1023" fmla="*/ 1175 h 358818"/>
              <a:gd name="connsiteX1024" fmla="*/ 925669 w 994371"/>
              <a:gd name="connsiteY1024" fmla="*/ 1447 h 358818"/>
              <a:gd name="connsiteX1025" fmla="*/ 926573 w 994371"/>
              <a:gd name="connsiteY1025" fmla="*/ 1747 h 358818"/>
              <a:gd name="connsiteX1026" fmla="*/ 927477 w 994371"/>
              <a:gd name="connsiteY1026" fmla="*/ 2075 h 358818"/>
              <a:gd name="connsiteX1027" fmla="*/ 928381 w 994371"/>
              <a:gd name="connsiteY1027" fmla="*/ 2431 h 358818"/>
              <a:gd name="connsiteX1028" fmla="*/ 929286 w 994371"/>
              <a:gd name="connsiteY1028" fmla="*/ 2814 h 358818"/>
              <a:gd name="connsiteX1029" fmla="*/ 930190 w 994371"/>
              <a:gd name="connsiteY1029" fmla="*/ 3226 h 358818"/>
              <a:gd name="connsiteX1030" fmla="*/ 931093 w 994371"/>
              <a:gd name="connsiteY1030" fmla="*/ 3666 h 358818"/>
              <a:gd name="connsiteX1031" fmla="*/ 931997 w 994371"/>
              <a:gd name="connsiteY1031" fmla="*/ 4133 h 358818"/>
              <a:gd name="connsiteX1032" fmla="*/ 932901 w 994371"/>
              <a:gd name="connsiteY1032" fmla="*/ 4628 h 358818"/>
              <a:gd name="connsiteX1033" fmla="*/ 933804 w 994371"/>
              <a:gd name="connsiteY1033" fmla="*/ 5150 h 358818"/>
              <a:gd name="connsiteX1034" fmla="*/ 934710 w 994371"/>
              <a:gd name="connsiteY1034" fmla="*/ 5700 h 358818"/>
              <a:gd name="connsiteX1035" fmla="*/ 935613 w 994371"/>
              <a:gd name="connsiteY1035" fmla="*/ 6278 h 358818"/>
              <a:gd name="connsiteX1036" fmla="*/ 936517 w 994371"/>
              <a:gd name="connsiteY1036" fmla="*/ 6883 h 358818"/>
              <a:gd name="connsiteX1037" fmla="*/ 937421 w 994371"/>
              <a:gd name="connsiteY1037" fmla="*/ 7515 h 358818"/>
              <a:gd name="connsiteX1038" fmla="*/ 938325 w 994371"/>
              <a:gd name="connsiteY1038" fmla="*/ 8174 h 358818"/>
              <a:gd name="connsiteX1039" fmla="*/ 939228 w 994371"/>
              <a:gd name="connsiteY1039" fmla="*/ 8860 h 358818"/>
              <a:gd name="connsiteX1040" fmla="*/ 940132 w 994371"/>
              <a:gd name="connsiteY1040" fmla="*/ 9574 h 358818"/>
              <a:gd name="connsiteX1041" fmla="*/ 941037 w 994371"/>
              <a:gd name="connsiteY1041" fmla="*/ 10314 h 358818"/>
              <a:gd name="connsiteX1042" fmla="*/ 941941 w 994371"/>
              <a:gd name="connsiteY1042" fmla="*/ 11080 h 358818"/>
              <a:gd name="connsiteX1043" fmla="*/ 942845 w 994371"/>
              <a:gd name="connsiteY1043" fmla="*/ 11874 h 358818"/>
              <a:gd name="connsiteX1044" fmla="*/ 943748 w 994371"/>
              <a:gd name="connsiteY1044" fmla="*/ 12693 h 358818"/>
              <a:gd name="connsiteX1045" fmla="*/ 944652 w 994371"/>
              <a:gd name="connsiteY1045" fmla="*/ 13539 h 358818"/>
              <a:gd name="connsiteX1046" fmla="*/ 945556 w 994371"/>
              <a:gd name="connsiteY1046" fmla="*/ 14412 h 358818"/>
              <a:gd name="connsiteX1047" fmla="*/ 946461 w 994371"/>
              <a:gd name="connsiteY1047" fmla="*/ 15310 h 358818"/>
              <a:gd name="connsiteX1048" fmla="*/ 947365 w 994371"/>
              <a:gd name="connsiteY1048" fmla="*/ 16234 h 358818"/>
              <a:gd name="connsiteX1049" fmla="*/ 948269 w 994371"/>
              <a:gd name="connsiteY1049" fmla="*/ 17184 h 358818"/>
              <a:gd name="connsiteX1050" fmla="*/ 949172 w 994371"/>
              <a:gd name="connsiteY1050" fmla="*/ 18160 h 358818"/>
              <a:gd name="connsiteX1051" fmla="*/ 950076 w 994371"/>
              <a:gd name="connsiteY1051" fmla="*/ 19161 h 358818"/>
              <a:gd name="connsiteX1052" fmla="*/ 950981 w 994371"/>
              <a:gd name="connsiteY1052" fmla="*/ 20188 h 358818"/>
              <a:gd name="connsiteX1053" fmla="*/ 951885 w 994371"/>
              <a:gd name="connsiteY1053" fmla="*/ 21239 h 358818"/>
              <a:gd name="connsiteX1054" fmla="*/ 952789 w 994371"/>
              <a:gd name="connsiteY1054" fmla="*/ 22316 h 358818"/>
              <a:gd name="connsiteX1055" fmla="*/ 953692 w 994371"/>
              <a:gd name="connsiteY1055" fmla="*/ 23417 h 358818"/>
              <a:gd name="connsiteX1056" fmla="*/ 954596 w 994371"/>
              <a:gd name="connsiteY1056" fmla="*/ 24543 h 358818"/>
              <a:gd name="connsiteX1057" fmla="*/ 955500 w 994371"/>
              <a:gd name="connsiteY1057" fmla="*/ 25693 h 358818"/>
              <a:gd name="connsiteX1058" fmla="*/ 956405 w 994371"/>
              <a:gd name="connsiteY1058" fmla="*/ 26868 h 358818"/>
              <a:gd name="connsiteX1059" fmla="*/ 957309 w 994371"/>
              <a:gd name="connsiteY1059" fmla="*/ 28067 h 358818"/>
              <a:gd name="connsiteX1060" fmla="*/ 958213 w 994371"/>
              <a:gd name="connsiteY1060" fmla="*/ 29289 h 358818"/>
              <a:gd name="connsiteX1061" fmla="*/ 959116 w 994371"/>
              <a:gd name="connsiteY1061" fmla="*/ 30536 h 358818"/>
              <a:gd name="connsiteX1062" fmla="*/ 960020 w 994371"/>
              <a:gd name="connsiteY1062" fmla="*/ 31806 h 358818"/>
              <a:gd name="connsiteX1063" fmla="*/ 960924 w 994371"/>
              <a:gd name="connsiteY1063" fmla="*/ 33099 h 358818"/>
              <a:gd name="connsiteX1064" fmla="*/ 961827 w 994371"/>
              <a:gd name="connsiteY1064" fmla="*/ 34415 h 358818"/>
              <a:gd name="connsiteX1065" fmla="*/ 962733 w 994371"/>
              <a:gd name="connsiteY1065" fmla="*/ 35754 h 358818"/>
              <a:gd name="connsiteX1066" fmla="*/ 963636 w 994371"/>
              <a:gd name="connsiteY1066" fmla="*/ 37116 h 358818"/>
              <a:gd name="connsiteX1067" fmla="*/ 964540 w 994371"/>
              <a:gd name="connsiteY1067" fmla="*/ 38501 h 358818"/>
              <a:gd name="connsiteX1068" fmla="*/ 965444 w 994371"/>
              <a:gd name="connsiteY1068" fmla="*/ 39907 h 358818"/>
              <a:gd name="connsiteX1069" fmla="*/ 966347 w 994371"/>
              <a:gd name="connsiteY1069" fmla="*/ 41336 h 358818"/>
              <a:gd name="connsiteX1070" fmla="*/ 967251 w 994371"/>
              <a:gd name="connsiteY1070" fmla="*/ 42786 h 358818"/>
              <a:gd name="connsiteX1071" fmla="*/ 968156 w 994371"/>
              <a:gd name="connsiteY1071" fmla="*/ 44258 h 358818"/>
              <a:gd name="connsiteX1072" fmla="*/ 969060 w 994371"/>
              <a:gd name="connsiteY1072" fmla="*/ 45752 h 358818"/>
              <a:gd name="connsiteX1073" fmla="*/ 969964 w 994371"/>
              <a:gd name="connsiteY1073" fmla="*/ 47266 h 358818"/>
              <a:gd name="connsiteX1074" fmla="*/ 970868 w 994371"/>
              <a:gd name="connsiteY1074" fmla="*/ 48802 h 358818"/>
              <a:gd name="connsiteX1075" fmla="*/ 971771 w 994371"/>
              <a:gd name="connsiteY1075" fmla="*/ 50357 h 358818"/>
              <a:gd name="connsiteX1076" fmla="*/ 972677 w 994371"/>
              <a:gd name="connsiteY1076" fmla="*/ 51934 h 358818"/>
              <a:gd name="connsiteX1077" fmla="*/ 973580 w 994371"/>
              <a:gd name="connsiteY1077" fmla="*/ 53530 h 358818"/>
              <a:gd name="connsiteX1078" fmla="*/ 974484 w 994371"/>
              <a:gd name="connsiteY1078" fmla="*/ 55147 h 358818"/>
              <a:gd name="connsiteX1079" fmla="*/ 975388 w 994371"/>
              <a:gd name="connsiteY1079" fmla="*/ 56783 h 358818"/>
              <a:gd name="connsiteX1080" fmla="*/ 976291 w 994371"/>
              <a:gd name="connsiteY1080" fmla="*/ 58438 h 358818"/>
              <a:gd name="connsiteX1081" fmla="*/ 977195 w 994371"/>
              <a:gd name="connsiteY1081" fmla="*/ 60112 h 358818"/>
              <a:gd name="connsiteX1082" fmla="*/ 978100 w 994371"/>
              <a:gd name="connsiteY1082" fmla="*/ 61806 h 358818"/>
              <a:gd name="connsiteX1083" fmla="*/ 979004 w 994371"/>
              <a:gd name="connsiteY1083" fmla="*/ 63517 h 358818"/>
              <a:gd name="connsiteX1084" fmla="*/ 979908 w 994371"/>
              <a:gd name="connsiteY1084" fmla="*/ 65248 h 358818"/>
              <a:gd name="connsiteX1085" fmla="*/ 980812 w 994371"/>
              <a:gd name="connsiteY1085" fmla="*/ 66996 h 358818"/>
              <a:gd name="connsiteX1086" fmla="*/ 981715 w 994371"/>
              <a:gd name="connsiteY1086" fmla="*/ 68762 h 358818"/>
              <a:gd name="connsiteX1087" fmla="*/ 982619 w 994371"/>
              <a:gd name="connsiteY1087" fmla="*/ 70545 h 358818"/>
              <a:gd name="connsiteX1088" fmla="*/ 983523 w 994371"/>
              <a:gd name="connsiteY1088" fmla="*/ 72346 h 358818"/>
              <a:gd name="connsiteX1089" fmla="*/ 984428 w 994371"/>
              <a:gd name="connsiteY1089" fmla="*/ 74163 h 358818"/>
              <a:gd name="connsiteX1090" fmla="*/ 985332 w 994371"/>
              <a:gd name="connsiteY1090" fmla="*/ 75997 h 358818"/>
              <a:gd name="connsiteX1091" fmla="*/ 986235 w 994371"/>
              <a:gd name="connsiteY1091" fmla="*/ 77848 h 358818"/>
              <a:gd name="connsiteX1092" fmla="*/ 987139 w 994371"/>
              <a:gd name="connsiteY1092" fmla="*/ 79714 h 358818"/>
              <a:gd name="connsiteX1093" fmla="*/ 988043 w 994371"/>
              <a:gd name="connsiteY1093" fmla="*/ 81596 h 358818"/>
              <a:gd name="connsiteX1094" fmla="*/ 988947 w 994371"/>
              <a:gd name="connsiteY1094" fmla="*/ 83494 h 358818"/>
              <a:gd name="connsiteX1095" fmla="*/ 989852 w 994371"/>
              <a:gd name="connsiteY1095" fmla="*/ 85407 h 358818"/>
              <a:gd name="connsiteX1096" fmla="*/ 990756 w 994371"/>
              <a:gd name="connsiteY1096" fmla="*/ 87335 h 358818"/>
              <a:gd name="connsiteX1097" fmla="*/ 991659 w 994371"/>
              <a:gd name="connsiteY1097" fmla="*/ 89277 h 358818"/>
              <a:gd name="connsiteX1098" fmla="*/ 992563 w 994371"/>
              <a:gd name="connsiteY1098" fmla="*/ 91233 h 358818"/>
              <a:gd name="connsiteX1099" fmla="*/ 993467 w 994371"/>
              <a:gd name="connsiteY1099" fmla="*/ 93204 h 358818"/>
              <a:gd name="connsiteX1100" fmla="*/ 994372 w 994371"/>
              <a:gd name="connsiteY1100" fmla="*/ 95188 h 358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</a:cxnLst>
            <a:rect l="l" t="t" r="r" b="b"/>
            <a:pathLst>
              <a:path w="994371" h="358818">
                <a:moveTo>
                  <a:pt x="0" y="2724"/>
                </a:moveTo>
                <a:lnTo>
                  <a:pt x="904" y="2347"/>
                </a:lnTo>
                <a:lnTo>
                  <a:pt x="1807" y="1997"/>
                </a:lnTo>
                <a:lnTo>
                  <a:pt x="2713" y="1676"/>
                </a:lnTo>
                <a:lnTo>
                  <a:pt x="3616" y="1382"/>
                </a:lnTo>
                <a:lnTo>
                  <a:pt x="4520" y="1117"/>
                </a:lnTo>
                <a:lnTo>
                  <a:pt x="5424" y="880"/>
                </a:lnTo>
                <a:lnTo>
                  <a:pt x="6328" y="671"/>
                </a:lnTo>
                <a:lnTo>
                  <a:pt x="7231" y="490"/>
                </a:lnTo>
                <a:lnTo>
                  <a:pt x="8137" y="338"/>
                </a:lnTo>
                <a:lnTo>
                  <a:pt x="9040" y="214"/>
                </a:lnTo>
                <a:lnTo>
                  <a:pt x="9944" y="118"/>
                </a:lnTo>
                <a:lnTo>
                  <a:pt x="10848" y="50"/>
                </a:lnTo>
                <a:lnTo>
                  <a:pt x="11751" y="11"/>
                </a:lnTo>
                <a:lnTo>
                  <a:pt x="12655" y="0"/>
                </a:lnTo>
                <a:lnTo>
                  <a:pt x="13560" y="17"/>
                </a:lnTo>
                <a:lnTo>
                  <a:pt x="14464" y="63"/>
                </a:lnTo>
                <a:lnTo>
                  <a:pt x="15368" y="137"/>
                </a:lnTo>
                <a:lnTo>
                  <a:pt x="16272" y="240"/>
                </a:lnTo>
                <a:lnTo>
                  <a:pt x="17175" y="370"/>
                </a:lnTo>
                <a:lnTo>
                  <a:pt x="18079" y="529"/>
                </a:lnTo>
                <a:lnTo>
                  <a:pt x="18984" y="716"/>
                </a:lnTo>
                <a:lnTo>
                  <a:pt x="19888" y="932"/>
                </a:lnTo>
                <a:lnTo>
                  <a:pt x="20792" y="1175"/>
                </a:lnTo>
                <a:lnTo>
                  <a:pt x="21695" y="1447"/>
                </a:lnTo>
                <a:lnTo>
                  <a:pt x="22599" y="1747"/>
                </a:lnTo>
                <a:lnTo>
                  <a:pt x="23503" y="2075"/>
                </a:lnTo>
                <a:lnTo>
                  <a:pt x="24408" y="2431"/>
                </a:lnTo>
                <a:lnTo>
                  <a:pt x="25312" y="2814"/>
                </a:lnTo>
                <a:lnTo>
                  <a:pt x="26216" y="3226"/>
                </a:lnTo>
                <a:lnTo>
                  <a:pt x="27119" y="3666"/>
                </a:lnTo>
                <a:lnTo>
                  <a:pt x="28023" y="4133"/>
                </a:lnTo>
                <a:lnTo>
                  <a:pt x="28927" y="4628"/>
                </a:lnTo>
                <a:lnTo>
                  <a:pt x="29832" y="5150"/>
                </a:lnTo>
                <a:lnTo>
                  <a:pt x="30736" y="5700"/>
                </a:lnTo>
                <a:lnTo>
                  <a:pt x="31639" y="6278"/>
                </a:lnTo>
                <a:lnTo>
                  <a:pt x="32543" y="6883"/>
                </a:lnTo>
                <a:lnTo>
                  <a:pt x="33447" y="7515"/>
                </a:lnTo>
                <a:lnTo>
                  <a:pt x="34352" y="8174"/>
                </a:lnTo>
                <a:lnTo>
                  <a:pt x="35256" y="8860"/>
                </a:lnTo>
                <a:lnTo>
                  <a:pt x="36160" y="9574"/>
                </a:lnTo>
                <a:lnTo>
                  <a:pt x="37063" y="10314"/>
                </a:lnTo>
                <a:lnTo>
                  <a:pt x="37967" y="11080"/>
                </a:lnTo>
                <a:lnTo>
                  <a:pt x="38871" y="11874"/>
                </a:lnTo>
                <a:lnTo>
                  <a:pt x="39776" y="12693"/>
                </a:lnTo>
                <a:lnTo>
                  <a:pt x="40680" y="13539"/>
                </a:lnTo>
                <a:lnTo>
                  <a:pt x="41583" y="14412"/>
                </a:lnTo>
                <a:lnTo>
                  <a:pt x="42487" y="15310"/>
                </a:lnTo>
                <a:lnTo>
                  <a:pt x="43391" y="16234"/>
                </a:lnTo>
                <a:lnTo>
                  <a:pt x="44294" y="17184"/>
                </a:lnTo>
                <a:lnTo>
                  <a:pt x="45200" y="18160"/>
                </a:lnTo>
                <a:lnTo>
                  <a:pt x="46103" y="19161"/>
                </a:lnTo>
                <a:lnTo>
                  <a:pt x="47007" y="20188"/>
                </a:lnTo>
                <a:lnTo>
                  <a:pt x="47911" y="21239"/>
                </a:lnTo>
                <a:lnTo>
                  <a:pt x="48815" y="22316"/>
                </a:lnTo>
                <a:lnTo>
                  <a:pt x="49718" y="23417"/>
                </a:lnTo>
                <a:lnTo>
                  <a:pt x="50624" y="24543"/>
                </a:lnTo>
                <a:lnTo>
                  <a:pt x="51527" y="25693"/>
                </a:lnTo>
                <a:lnTo>
                  <a:pt x="52431" y="26868"/>
                </a:lnTo>
                <a:lnTo>
                  <a:pt x="53335" y="28067"/>
                </a:lnTo>
                <a:lnTo>
                  <a:pt x="54238" y="29289"/>
                </a:lnTo>
                <a:lnTo>
                  <a:pt x="55142" y="30536"/>
                </a:lnTo>
                <a:lnTo>
                  <a:pt x="56047" y="31806"/>
                </a:lnTo>
                <a:lnTo>
                  <a:pt x="56951" y="33099"/>
                </a:lnTo>
                <a:lnTo>
                  <a:pt x="57855" y="34415"/>
                </a:lnTo>
                <a:lnTo>
                  <a:pt x="58759" y="35754"/>
                </a:lnTo>
                <a:lnTo>
                  <a:pt x="59662" y="37116"/>
                </a:lnTo>
                <a:lnTo>
                  <a:pt x="60566" y="38501"/>
                </a:lnTo>
                <a:lnTo>
                  <a:pt x="61471" y="39907"/>
                </a:lnTo>
                <a:lnTo>
                  <a:pt x="62375" y="41336"/>
                </a:lnTo>
                <a:lnTo>
                  <a:pt x="63279" y="42786"/>
                </a:lnTo>
                <a:lnTo>
                  <a:pt x="64182" y="44258"/>
                </a:lnTo>
                <a:lnTo>
                  <a:pt x="65086" y="45752"/>
                </a:lnTo>
                <a:lnTo>
                  <a:pt x="65990" y="47266"/>
                </a:lnTo>
                <a:lnTo>
                  <a:pt x="66893" y="48802"/>
                </a:lnTo>
                <a:lnTo>
                  <a:pt x="67799" y="50357"/>
                </a:lnTo>
                <a:lnTo>
                  <a:pt x="68703" y="51934"/>
                </a:lnTo>
                <a:lnTo>
                  <a:pt x="69606" y="53530"/>
                </a:lnTo>
                <a:lnTo>
                  <a:pt x="70510" y="55147"/>
                </a:lnTo>
                <a:lnTo>
                  <a:pt x="71414" y="56783"/>
                </a:lnTo>
                <a:lnTo>
                  <a:pt x="72317" y="58438"/>
                </a:lnTo>
                <a:lnTo>
                  <a:pt x="73223" y="60112"/>
                </a:lnTo>
                <a:lnTo>
                  <a:pt x="74126" y="61806"/>
                </a:lnTo>
                <a:lnTo>
                  <a:pt x="75030" y="63517"/>
                </a:lnTo>
                <a:lnTo>
                  <a:pt x="75934" y="65248"/>
                </a:lnTo>
                <a:lnTo>
                  <a:pt x="76837" y="66996"/>
                </a:lnTo>
                <a:lnTo>
                  <a:pt x="77741" y="68762"/>
                </a:lnTo>
                <a:lnTo>
                  <a:pt x="78647" y="70545"/>
                </a:lnTo>
                <a:lnTo>
                  <a:pt x="79550" y="72346"/>
                </a:lnTo>
                <a:lnTo>
                  <a:pt x="80454" y="74163"/>
                </a:lnTo>
                <a:lnTo>
                  <a:pt x="81358" y="75997"/>
                </a:lnTo>
                <a:lnTo>
                  <a:pt x="82261" y="77848"/>
                </a:lnTo>
                <a:lnTo>
                  <a:pt x="83165" y="79714"/>
                </a:lnTo>
                <a:lnTo>
                  <a:pt x="84070" y="81596"/>
                </a:lnTo>
                <a:lnTo>
                  <a:pt x="84974" y="83494"/>
                </a:lnTo>
                <a:lnTo>
                  <a:pt x="85878" y="85407"/>
                </a:lnTo>
                <a:lnTo>
                  <a:pt x="86781" y="87335"/>
                </a:lnTo>
                <a:lnTo>
                  <a:pt x="87685" y="89277"/>
                </a:lnTo>
                <a:lnTo>
                  <a:pt x="88589" y="91233"/>
                </a:lnTo>
                <a:lnTo>
                  <a:pt x="89494" y="93204"/>
                </a:lnTo>
                <a:lnTo>
                  <a:pt x="90398" y="95188"/>
                </a:lnTo>
                <a:lnTo>
                  <a:pt x="91302" y="97185"/>
                </a:lnTo>
                <a:lnTo>
                  <a:pt x="92205" y="99195"/>
                </a:lnTo>
                <a:lnTo>
                  <a:pt x="93109" y="101218"/>
                </a:lnTo>
                <a:lnTo>
                  <a:pt x="94013" y="103253"/>
                </a:lnTo>
                <a:lnTo>
                  <a:pt x="94918" y="105300"/>
                </a:lnTo>
                <a:lnTo>
                  <a:pt x="95822" y="107359"/>
                </a:lnTo>
                <a:lnTo>
                  <a:pt x="96725" y="109430"/>
                </a:lnTo>
                <a:lnTo>
                  <a:pt x="97629" y="111511"/>
                </a:lnTo>
                <a:lnTo>
                  <a:pt x="98533" y="113603"/>
                </a:lnTo>
                <a:lnTo>
                  <a:pt x="99437" y="115706"/>
                </a:lnTo>
                <a:lnTo>
                  <a:pt x="100342" y="117819"/>
                </a:lnTo>
                <a:lnTo>
                  <a:pt x="101246" y="119941"/>
                </a:lnTo>
                <a:lnTo>
                  <a:pt x="102149" y="122073"/>
                </a:lnTo>
                <a:lnTo>
                  <a:pt x="103053" y="124213"/>
                </a:lnTo>
                <a:lnTo>
                  <a:pt x="103957" y="126363"/>
                </a:lnTo>
                <a:lnTo>
                  <a:pt x="104860" y="128521"/>
                </a:lnTo>
                <a:lnTo>
                  <a:pt x="105766" y="130687"/>
                </a:lnTo>
                <a:lnTo>
                  <a:pt x="106669" y="132860"/>
                </a:lnTo>
                <a:lnTo>
                  <a:pt x="107573" y="135040"/>
                </a:lnTo>
                <a:lnTo>
                  <a:pt x="108477" y="137228"/>
                </a:lnTo>
                <a:lnTo>
                  <a:pt x="109381" y="139424"/>
                </a:lnTo>
                <a:lnTo>
                  <a:pt x="110284" y="141625"/>
                </a:lnTo>
                <a:lnTo>
                  <a:pt x="111190" y="143831"/>
                </a:lnTo>
                <a:lnTo>
                  <a:pt x="112093" y="146044"/>
                </a:lnTo>
                <a:lnTo>
                  <a:pt x="112997" y="148262"/>
                </a:lnTo>
                <a:lnTo>
                  <a:pt x="113901" y="150485"/>
                </a:lnTo>
                <a:lnTo>
                  <a:pt x="114804" y="152712"/>
                </a:lnTo>
                <a:lnTo>
                  <a:pt x="115708" y="154943"/>
                </a:lnTo>
                <a:lnTo>
                  <a:pt x="116613" y="157179"/>
                </a:lnTo>
                <a:lnTo>
                  <a:pt x="117517" y="159417"/>
                </a:lnTo>
                <a:lnTo>
                  <a:pt x="118421" y="161659"/>
                </a:lnTo>
                <a:lnTo>
                  <a:pt x="119324" y="163904"/>
                </a:lnTo>
                <a:lnTo>
                  <a:pt x="120228" y="166151"/>
                </a:lnTo>
                <a:lnTo>
                  <a:pt x="121132" y="168401"/>
                </a:lnTo>
                <a:lnTo>
                  <a:pt x="122037" y="170652"/>
                </a:lnTo>
                <a:lnTo>
                  <a:pt x="122941" y="172904"/>
                </a:lnTo>
                <a:lnTo>
                  <a:pt x="123845" y="175158"/>
                </a:lnTo>
                <a:lnTo>
                  <a:pt x="124748" y="177413"/>
                </a:lnTo>
                <a:lnTo>
                  <a:pt x="125652" y="179667"/>
                </a:lnTo>
                <a:lnTo>
                  <a:pt x="126556" y="181921"/>
                </a:lnTo>
                <a:lnTo>
                  <a:pt x="127461" y="184175"/>
                </a:lnTo>
                <a:lnTo>
                  <a:pt x="128365" y="186428"/>
                </a:lnTo>
                <a:lnTo>
                  <a:pt x="129268" y="188681"/>
                </a:lnTo>
                <a:lnTo>
                  <a:pt x="130172" y="190931"/>
                </a:lnTo>
                <a:lnTo>
                  <a:pt x="131076" y="193181"/>
                </a:lnTo>
                <a:lnTo>
                  <a:pt x="131980" y="195427"/>
                </a:lnTo>
                <a:lnTo>
                  <a:pt x="132885" y="197671"/>
                </a:lnTo>
                <a:lnTo>
                  <a:pt x="133789" y="199912"/>
                </a:lnTo>
                <a:lnTo>
                  <a:pt x="134692" y="202150"/>
                </a:lnTo>
                <a:lnTo>
                  <a:pt x="135596" y="204385"/>
                </a:lnTo>
                <a:lnTo>
                  <a:pt x="136500" y="206615"/>
                </a:lnTo>
                <a:lnTo>
                  <a:pt x="137405" y="208841"/>
                </a:lnTo>
                <a:lnTo>
                  <a:pt x="138309" y="211064"/>
                </a:lnTo>
                <a:lnTo>
                  <a:pt x="139212" y="213280"/>
                </a:lnTo>
                <a:lnTo>
                  <a:pt x="140116" y="215491"/>
                </a:lnTo>
                <a:lnTo>
                  <a:pt x="141020" y="217697"/>
                </a:lnTo>
                <a:lnTo>
                  <a:pt x="141924" y="219896"/>
                </a:lnTo>
                <a:lnTo>
                  <a:pt x="142829" y="222089"/>
                </a:lnTo>
                <a:lnTo>
                  <a:pt x="143733" y="224275"/>
                </a:lnTo>
                <a:lnTo>
                  <a:pt x="144636" y="226455"/>
                </a:lnTo>
                <a:lnTo>
                  <a:pt x="145540" y="228627"/>
                </a:lnTo>
                <a:lnTo>
                  <a:pt x="146444" y="230790"/>
                </a:lnTo>
                <a:lnTo>
                  <a:pt x="147347" y="232946"/>
                </a:lnTo>
                <a:lnTo>
                  <a:pt x="148253" y="235094"/>
                </a:lnTo>
                <a:lnTo>
                  <a:pt x="149156" y="237232"/>
                </a:lnTo>
                <a:lnTo>
                  <a:pt x="150060" y="239362"/>
                </a:lnTo>
                <a:lnTo>
                  <a:pt x="150964" y="241483"/>
                </a:lnTo>
                <a:lnTo>
                  <a:pt x="151868" y="243593"/>
                </a:lnTo>
                <a:lnTo>
                  <a:pt x="152771" y="245693"/>
                </a:lnTo>
                <a:lnTo>
                  <a:pt x="153677" y="247783"/>
                </a:lnTo>
                <a:lnTo>
                  <a:pt x="154580" y="249862"/>
                </a:lnTo>
                <a:lnTo>
                  <a:pt x="155484" y="251931"/>
                </a:lnTo>
                <a:lnTo>
                  <a:pt x="156388" y="253986"/>
                </a:lnTo>
                <a:lnTo>
                  <a:pt x="157291" y="256031"/>
                </a:lnTo>
                <a:lnTo>
                  <a:pt x="158195" y="258064"/>
                </a:lnTo>
                <a:lnTo>
                  <a:pt x="159100" y="260084"/>
                </a:lnTo>
                <a:lnTo>
                  <a:pt x="160004" y="262091"/>
                </a:lnTo>
                <a:lnTo>
                  <a:pt x="160908" y="264086"/>
                </a:lnTo>
                <a:lnTo>
                  <a:pt x="161812" y="266066"/>
                </a:lnTo>
                <a:lnTo>
                  <a:pt x="162715" y="268033"/>
                </a:lnTo>
                <a:lnTo>
                  <a:pt x="163619" y="269986"/>
                </a:lnTo>
                <a:lnTo>
                  <a:pt x="164524" y="271925"/>
                </a:lnTo>
                <a:lnTo>
                  <a:pt x="165428" y="273849"/>
                </a:lnTo>
                <a:lnTo>
                  <a:pt x="166332" y="275759"/>
                </a:lnTo>
                <a:lnTo>
                  <a:pt x="167235" y="277653"/>
                </a:lnTo>
                <a:lnTo>
                  <a:pt x="168139" y="279532"/>
                </a:lnTo>
                <a:lnTo>
                  <a:pt x="169043" y="281394"/>
                </a:lnTo>
                <a:lnTo>
                  <a:pt x="169948" y="283241"/>
                </a:lnTo>
                <a:lnTo>
                  <a:pt x="170852" y="285072"/>
                </a:lnTo>
                <a:lnTo>
                  <a:pt x="171756" y="286886"/>
                </a:lnTo>
                <a:lnTo>
                  <a:pt x="172659" y="288681"/>
                </a:lnTo>
                <a:lnTo>
                  <a:pt x="173563" y="290461"/>
                </a:lnTo>
                <a:lnTo>
                  <a:pt x="174467" y="292223"/>
                </a:lnTo>
                <a:lnTo>
                  <a:pt x="175372" y="293967"/>
                </a:lnTo>
                <a:lnTo>
                  <a:pt x="176276" y="295693"/>
                </a:lnTo>
                <a:lnTo>
                  <a:pt x="177179" y="297401"/>
                </a:lnTo>
                <a:lnTo>
                  <a:pt x="178083" y="299090"/>
                </a:lnTo>
                <a:lnTo>
                  <a:pt x="178987" y="300760"/>
                </a:lnTo>
                <a:lnTo>
                  <a:pt x="179890" y="302411"/>
                </a:lnTo>
                <a:lnTo>
                  <a:pt x="180796" y="304043"/>
                </a:lnTo>
                <a:lnTo>
                  <a:pt x="181700" y="305654"/>
                </a:lnTo>
                <a:lnTo>
                  <a:pt x="182603" y="307245"/>
                </a:lnTo>
                <a:lnTo>
                  <a:pt x="183507" y="308818"/>
                </a:lnTo>
                <a:lnTo>
                  <a:pt x="184411" y="310370"/>
                </a:lnTo>
                <a:lnTo>
                  <a:pt x="185314" y="311900"/>
                </a:lnTo>
                <a:lnTo>
                  <a:pt x="186220" y="313410"/>
                </a:lnTo>
                <a:lnTo>
                  <a:pt x="187123" y="314898"/>
                </a:lnTo>
                <a:lnTo>
                  <a:pt x="188027" y="316365"/>
                </a:lnTo>
                <a:lnTo>
                  <a:pt x="188931" y="317811"/>
                </a:lnTo>
                <a:lnTo>
                  <a:pt x="189834" y="319234"/>
                </a:lnTo>
                <a:lnTo>
                  <a:pt x="190738" y="320636"/>
                </a:lnTo>
                <a:lnTo>
                  <a:pt x="191644" y="322015"/>
                </a:lnTo>
                <a:lnTo>
                  <a:pt x="192547" y="323372"/>
                </a:lnTo>
                <a:lnTo>
                  <a:pt x="193451" y="324706"/>
                </a:lnTo>
                <a:lnTo>
                  <a:pt x="194355" y="326017"/>
                </a:lnTo>
                <a:lnTo>
                  <a:pt x="195258" y="327304"/>
                </a:lnTo>
                <a:lnTo>
                  <a:pt x="196162" y="328568"/>
                </a:lnTo>
                <a:lnTo>
                  <a:pt x="197067" y="329811"/>
                </a:lnTo>
                <a:lnTo>
                  <a:pt x="197971" y="331027"/>
                </a:lnTo>
                <a:lnTo>
                  <a:pt x="198875" y="332221"/>
                </a:lnTo>
                <a:lnTo>
                  <a:pt x="199778" y="333389"/>
                </a:lnTo>
                <a:lnTo>
                  <a:pt x="200682" y="334535"/>
                </a:lnTo>
                <a:lnTo>
                  <a:pt x="201586" y="335655"/>
                </a:lnTo>
                <a:lnTo>
                  <a:pt x="202491" y="336752"/>
                </a:lnTo>
                <a:lnTo>
                  <a:pt x="203395" y="337821"/>
                </a:lnTo>
                <a:lnTo>
                  <a:pt x="204299" y="338868"/>
                </a:lnTo>
                <a:lnTo>
                  <a:pt x="205202" y="339888"/>
                </a:lnTo>
                <a:lnTo>
                  <a:pt x="206106" y="340883"/>
                </a:lnTo>
                <a:lnTo>
                  <a:pt x="207010" y="341853"/>
                </a:lnTo>
                <a:lnTo>
                  <a:pt x="207913" y="342797"/>
                </a:lnTo>
                <a:lnTo>
                  <a:pt x="208819" y="343715"/>
                </a:lnTo>
                <a:lnTo>
                  <a:pt x="209722" y="344607"/>
                </a:lnTo>
                <a:lnTo>
                  <a:pt x="210626" y="345474"/>
                </a:lnTo>
                <a:lnTo>
                  <a:pt x="211530" y="346315"/>
                </a:lnTo>
                <a:lnTo>
                  <a:pt x="212434" y="347129"/>
                </a:lnTo>
                <a:lnTo>
                  <a:pt x="213337" y="347915"/>
                </a:lnTo>
                <a:lnTo>
                  <a:pt x="214243" y="348676"/>
                </a:lnTo>
                <a:lnTo>
                  <a:pt x="215146" y="349410"/>
                </a:lnTo>
                <a:lnTo>
                  <a:pt x="216050" y="350118"/>
                </a:lnTo>
                <a:lnTo>
                  <a:pt x="216954" y="350797"/>
                </a:lnTo>
                <a:lnTo>
                  <a:pt x="217857" y="351450"/>
                </a:lnTo>
                <a:lnTo>
                  <a:pt x="218761" y="352076"/>
                </a:lnTo>
                <a:lnTo>
                  <a:pt x="219666" y="352674"/>
                </a:lnTo>
                <a:lnTo>
                  <a:pt x="220570" y="353246"/>
                </a:lnTo>
                <a:lnTo>
                  <a:pt x="221474" y="353790"/>
                </a:lnTo>
                <a:lnTo>
                  <a:pt x="222377" y="354305"/>
                </a:lnTo>
                <a:lnTo>
                  <a:pt x="223281" y="354795"/>
                </a:lnTo>
                <a:lnTo>
                  <a:pt x="224185" y="355256"/>
                </a:lnTo>
                <a:lnTo>
                  <a:pt x="225090" y="355689"/>
                </a:lnTo>
                <a:lnTo>
                  <a:pt x="225994" y="356095"/>
                </a:lnTo>
                <a:lnTo>
                  <a:pt x="226898" y="356472"/>
                </a:lnTo>
                <a:lnTo>
                  <a:pt x="227801" y="356822"/>
                </a:lnTo>
                <a:lnTo>
                  <a:pt x="228705" y="357143"/>
                </a:lnTo>
                <a:lnTo>
                  <a:pt x="229609" y="357437"/>
                </a:lnTo>
                <a:lnTo>
                  <a:pt x="230514" y="357701"/>
                </a:lnTo>
                <a:lnTo>
                  <a:pt x="231418" y="357938"/>
                </a:lnTo>
                <a:lnTo>
                  <a:pt x="232321" y="358148"/>
                </a:lnTo>
                <a:lnTo>
                  <a:pt x="233225" y="358329"/>
                </a:lnTo>
                <a:lnTo>
                  <a:pt x="234129" y="358480"/>
                </a:lnTo>
                <a:lnTo>
                  <a:pt x="235033" y="358605"/>
                </a:lnTo>
                <a:lnTo>
                  <a:pt x="235938" y="358701"/>
                </a:lnTo>
                <a:lnTo>
                  <a:pt x="236842" y="358769"/>
                </a:lnTo>
                <a:lnTo>
                  <a:pt x="237745" y="358807"/>
                </a:lnTo>
                <a:lnTo>
                  <a:pt x="238649" y="358819"/>
                </a:lnTo>
                <a:lnTo>
                  <a:pt x="239553" y="358801"/>
                </a:lnTo>
                <a:lnTo>
                  <a:pt x="240456" y="358756"/>
                </a:lnTo>
                <a:lnTo>
                  <a:pt x="241362" y="358681"/>
                </a:lnTo>
                <a:lnTo>
                  <a:pt x="242265" y="358580"/>
                </a:lnTo>
                <a:lnTo>
                  <a:pt x="243169" y="358448"/>
                </a:lnTo>
                <a:lnTo>
                  <a:pt x="244073" y="358289"/>
                </a:lnTo>
                <a:lnTo>
                  <a:pt x="244977" y="358103"/>
                </a:lnTo>
                <a:lnTo>
                  <a:pt x="245880" y="357887"/>
                </a:lnTo>
                <a:lnTo>
                  <a:pt x="246786" y="357643"/>
                </a:lnTo>
                <a:lnTo>
                  <a:pt x="247689" y="357372"/>
                </a:lnTo>
                <a:lnTo>
                  <a:pt x="248593" y="357071"/>
                </a:lnTo>
                <a:lnTo>
                  <a:pt x="249497" y="356744"/>
                </a:lnTo>
                <a:lnTo>
                  <a:pt x="250400" y="356389"/>
                </a:lnTo>
                <a:lnTo>
                  <a:pt x="251306" y="356005"/>
                </a:lnTo>
                <a:lnTo>
                  <a:pt x="252209" y="355593"/>
                </a:lnTo>
                <a:lnTo>
                  <a:pt x="253113" y="355153"/>
                </a:lnTo>
                <a:lnTo>
                  <a:pt x="254017" y="354686"/>
                </a:lnTo>
                <a:lnTo>
                  <a:pt x="254921" y="354191"/>
                </a:lnTo>
                <a:lnTo>
                  <a:pt x="255824" y="353669"/>
                </a:lnTo>
                <a:lnTo>
                  <a:pt x="256728" y="353118"/>
                </a:lnTo>
                <a:lnTo>
                  <a:pt x="257633" y="352541"/>
                </a:lnTo>
                <a:lnTo>
                  <a:pt x="258537" y="351937"/>
                </a:lnTo>
                <a:lnTo>
                  <a:pt x="259441" y="351304"/>
                </a:lnTo>
                <a:lnTo>
                  <a:pt x="260344" y="350644"/>
                </a:lnTo>
                <a:lnTo>
                  <a:pt x="261248" y="349958"/>
                </a:lnTo>
                <a:lnTo>
                  <a:pt x="262153" y="349245"/>
                </a:lnTo>
                <a:lnTo>
                  <a:pt x="263057" y="348505"/>
                </a:lnTo>
                <a:lnTo>
                  <a:pt x="263961" y="347739"/>
                </a:lnTo>
                <a:lnTo>
                  <a:pt x="264865" y="346945"/>
                </a:lnTo>
                <a:lnTo>
                  <a:pt x="265768" y="346126"/>
                </a:lnTo>
                <a:lnTo>
                  <a:pt x="266672" y="345280"/>
                </a:lnTo>
                <a:lnTo>
                  <a:pt x="267576" y="344406"/>
                </a:lnTo>
                <a:lnTo>
                  <a:pt x="268481" y="343509"/>
                </a:lnTo>
                <a:lnTo>
                  <a:pt x="269385" y="342584"/>
                </a:lnTo>
                <a:lnTo>
                  <a:pt x="270288" y="341634"/>
                </a:lnTo>
                <a:lnTo>
                  <a:pt x="271192" y="340659"/>
                </a:lnTo>
                <a:lnTo>
                  <a:pt x="272096" y="339657"/>
                </a:lnTo>
                <a:lnTo>
                  <a:pt x="273001" y="338632"/>
                </a:lnTo>
                <a:lnTo>
                  <a:pt x="273905" y="337579"/>
                </a:lnTo>
                <a:lnTo>
                  <a:pt x="274809" y="336502"/>
                </a:lnTo>
                <a:lnTo>
                  <a:pt x="275712" y="335403"/>
                </a:lnTo>
                <a:lnTo>
                  <a:pt x="276616" y="334276"/>
                </a:lnTo>
                <a:lnTo>
                  <a:pt x="277520" y="333125"/>
                </a:lnTo>
                <a:lnTo>
                  <a:pt x="278423" y="331951"/>
                </a:lnTo>
                <a:lnTo>
                  <a:pt x="279329" y="330751"/>
                </a:lnTo>
                <a:lnTo>
                  <a:pt x="280232" y="329529"/>
                </a:lnTo>
                <a:lnTo>
                  <a:pt x="281136" y="328283"/>
                </a:lnTo>
                <a:lnTo>
                  <a:pt x="282040" y="327014"/>
                </a:lnTo>
                <a:lnTo>
                  <a:pt x="282943" y="325719"/>
                </a:lnTo>
                <a:lnTo>
                  <a:pt x="283849" y="324404"/>
                </a:lnTo>
                <a:lnTo>
                  <a:pt x="284753" y="323065"/>
                </a:lnTo>
                <a:lnTo>
                  <a:pt x="285656" y="321703"/>
                </a:lnTo>
                <a:lnTo>
                  <a:pt x="286560" y="320319"/>
                </a:lnTo>
                <a:lnTo>
                  <a:pt x="287464" y="318912"/>
                </a:lnTo>
                <a:lnTo>
                  <a:pt x="288367" y="317483"/>
                </a:lnTo>
                <a:lnTo>
                  <a:pt x="289271" y="316033"/>
                </a:lnTo>
                <a:lnTo>
                  <a:pt x="290176" y="314560"/>
                </a:lnTo>
                <a:lnTo>
                  <a:pt x="291080" y="313066"/>
                </a:lnTo>
                <a:lnTo>
                  <a:pt x="291984" y="311553"/>
                </a:lnTo>
                <a:lnTo>
                  <a:pt x="292887" y="310018"/>
                </a:lnTo>
                <a:lnTo>
                  <a:pt x="293791" y="308461"/>
                </a:lnTo>
                <a:lnTo>
                  <a:pt x="294696" y="306885"/>
                </a:lnTo>
                <a:lnTo>
                  <a:pt x="295600" y="305288"/>
                </a:lnTo>
                <a:lnTo>
                  <a:pt x="296504" y="303672"/>
                </a:lnTo>
                <a:lnTo>
                  <a:pt x="297408" y="302036"/>
                </a:lnTo>
                <a:lnTo>
                  <a:pt x="298311" y="300381"/>
                </a:lnTo>
                <a:lnTo>
                  <a:pt x="299215" y="298707"/>
                </a:lnTo>
                <a:lnTo>
                  <a:pt x="300119" y="297012"/>
                </a:lnTo>
                <a:lnTo>
                  <a:pt x="301024" y="295301"/>
                </a:lnTo>
                <a:lnTo>
                  <a:pt x="301928" y="293572"/>
                </a:lnTo>
                <a:lnTo>
                  <a:pt x="302831" y="291823"/>
                </a:lnTo>
                <a:lnTo>
                  <a:pt x="303735" y="290057"/>
                </a:lnTo>
                <a:lnTo>
                  <a:pt x="304639" y="288273"/>
                </a:lnTo>
                <a:lnTo>
                  <a:pt x="305544" y="286474"/>
                </a:lnTo>
                <a:lnTo>
                  <a:pt x="306448" y="284655"/>
                </a:lnTo>
                <a:lnTo>
                  <a:pt x="307352" y="282821"/>
                </a:lnTo>
                <a:lnTo>
                  <a:pt x="308255" y="280970"/>
                </a:lnTo>
                <a:lnTo>
                  <a:pt x="309159" y="279105"/>
                </a:lnTo>
                <a:lnTo>
                  <a:pt x="310063" y="277222"/>
                </a:lnTo>
                <a:lnTo>
                  <a:pt x="310966" y="275325"/>
                </a:lnTo>
                <a:lnTo>
                  <a:pt x="311872" y="273412"/>
                </a:lnTo>
                <a:lnTo>
                  <a:pt x="312775" y="271485"/>
                </a:lnTo>
                <a:lnTo>
                  <a:pt x="313679" y="269543"/>
                </a:lnTo>
                <a:lnTo>
                  <a:pt x="314583" y="267586"/>
                </a:lnTo>
                <a:lnTo>
                  <a:pt x="315487" y="265616"/>
                </a:lnTo>
                <a:lnTo>
                  <a:pt x="316392" y="263631"/>
                </a:lnTo>
                <a:lnTo>
                  <a:pt x="317296" y="261634"/>
                </a:lnTo>
                <a:lnTo>
                  <a:pt x="318199" y="259624"/>
                </a:lnTo>
                <a:lnTo>
                  <a:pt x="319103" y="257600"/>
                </a:lnTo>
                <a:lnTo>
                  <a:pt x="320007" y="255565"/>
                </a:lnTo>
                <a:lnTo>
                  <a:pt x="320910" y="253519"/>
                </a:lnTo>
                <a:lnTo>
                  <a:pt x="321814" y="251459"/>
                </a:lnTo>
                <a:lnTo>
                  <a:pt x="322719" y="249389"/>
                </a:lnTo>
                <a:lnTo>
                  <a:pt x="323623" y="247308"/>
                </a:lnTo>
                <a:lnTo>
                  <a:pt x="324527" y="245214"/>
                </a:lnTo>
                <a:lnTo>
                  <a:pt x="325430" y="243113"/>
                </a:lnTo>
                <a:lnTo>
                  <a:pt x="326334" y="241000"/>
                </a:lnTo>
                <a:lnTo>
                  <a:pt x="327240" y="238877"/>
                </a:lnTo>
                <a:lnTo>
                  <a:pt x="328143" y="236746"/>
                </a:lnTo>
                <a:lnTo>
                  <a:pt x="329047" y="234606"/>
                </a:lnTo>
                <a:lnTo>
                  <a:pt x="329951" y="232456"/>
                </a:lnTo>
                <a:lnTo>
                  <a:pt x="330854" y="230299"/>
                </a:lnTo>
                <a:lnTo>
                  <a:pt x="331758" y="228132"/>
                </a:lnTo>
                <a:lnTo>
                  <a:pt x="332662" y="225958"/>
                </a:lnTo>
                <a:lnTo>
                  <a:pt x="333567" y="223778"/>
                </a:lnTo>
                <a:lnTo>
                  <a:pt x="334471" y="221589"/>
                </a:lnTo>
                <a:lnTo>
                  <a:pt x="335374" y="219394"/>
                </a:lnTo>
                <a:lnTo>
                  <a:pt x="336278" y="217193"/>
                </a:lnTo>
                <a:lnTo>
                  <a:pt x="337182" y="214987"/>
                </a:lnTo>
                <a:lnTo>
                  <a:pt x="338086" y="212775"/>
                </a:lnTo>
                <a:lnTo>
                  <a:pt x="338991" y="210557"/>
                </a:lnTo>
                <a:lnTo>
                  <a:pt x="339895" y="208334"/>
                </a:lnTo>
                <a:lnTo>
                  <a:pt x="340798" y="206106"/>
                </a:lnTo>
                <a:lnTo>
                  <a:pt x="341702" y="203875"/>
                </a:lnTo>
                <a:lnTo>
                  <a:pt x="342606" y="201640"/>
                </a:lnTo>
                <a:lnTo>
                  <a:pt x="343511" y="199402"/>
                </a:lnTo>
                <a:lnTo>
                  <a:pt x="344415" y="197159"/>
                </a:lnTo>
                <a:lnTo>
                  <a:pt x="345318" y="194915"/>
                </a:lnTo>
                <a:lnTo>
                  <a:pt x="346222" y="192667"/>
                </a:lnTo>
                <a:lnTo>
                  <a:pt x="347126" y="190418"/>
                </a:lnTo>
                <a:lnTo>
                  <a:pt x="348030" y="188167"/>
                </a:lnTo>
                <a:lnTo>
                  <a:pt x="348933" y="185915"/>
                </a:lnTo>
                <a:lnTo>
                  <a:pt x="349839" y="183660"/>
                </a:lnTo>
                <a:lnTo>
                  <a:pt x="350742" y="181406"/>
                </a:lnTo>
                <a:lnTo>
                  <a:pt x="351646" y="179152"/>
                </a:lnTo>
                <a:lnTo>
                  <a:pt x="352550" y="176898"/>
                </a:lnTo>
                <a:lnTo>
                  <a:pt x="353453" y="174643"/>
                </a:lnTo>
                <a:lnTo>
                  <a:pt x="354359" y="172391"/>
                </a:lnTo>
                <a:lnTo>
                  <a:pt x="355262" y="170138"/>
                </a:lnTo>
                <a:lnTo>
                  <a:pt x="356166" y="167887"/>
                </a:lnTo>
                <a:lnTo>
                  <a:pt x="357070" y="165638"/>
                </a:lnTo>
                <a:lnTo>
                  <a:pt x="357974" y="163392"/>
                </a:lnTo>
                <a:lnTo>
                  <a:pt x="358877" y="161148"/>
                </a:lnTo>
                <a:lnTo>
                  <a:pt x="359781" y="158907"/>
                </a:lnTo>
                <a:lnTo>
                  <a:pt x="360686" y="156669"/>
                </a:lnTo>
                <a:lnTo>
                  <a:pt x="361590" y="154433"/>
                </a:lnTo>
                <a:lnTo>
                  <a:pt x="362494" y="152204"/>
                </a:lnTo>
                <a:lnTo>
                  <a:pt x="363397" y="149978"/>
                </a:lnTo>
                <a:lnTo>
                  <a:pt x="364301" y="147755"/>
                </a:lnTo>
                <a:lnTo>
                  <a:pt x="365206" y="145539"/>
                </a:lnTo>
                <a:lnTo>
                  <a:pt x="366110" y="143328"/>
                </a:lnTo>
                <a:lnTo>
                  <a:pt x="367014" y="141122"/>
                </a:lnTo>
                <a:lnTo>
                  <a:pt x="367917" y="138923"/>
                </a:lnTo>
                <a:lnTo>
                  <a:pt x="368821" y="136730"/>
                </a:lnTo>
                <a:lnTo>
                  <a:pt x="369725" y="134544"/>
                </a:lnTo>
                <a:lnTo>
                  <a:pt x="370629" y="132364"/>
                </a:lnTo>
                <a:lnTo>
                  <a:pt x="371534" y="130192"/>
                </a:lnTo>
                <a:lnTo>
                  <a:pt x="372438" y="128028"/>
                </a:lnTo>
                <a:lnTo>
                  <a:pt x="373341" y="125872"/>
                </a:lnTo>
                <a:lnTo>
                  <a:pt x="374245" y="123724"/>
                </a:lnTo>
                <a:lnTo>
                  <a:pt x="375149" y="121586"/>
                </a:lnTo>
                <a:lnTo>
                  <a:pt x="376054" y="119456"/>
                </a:lnTo>
                <a:lnTo>
                  <a:pt x="376958" y="117336"/>
                </a:lnTo>
                <a:lnTo>
                  <a:pt x="377862" y="115226"/>
                </a:lnTo>
                <a:lnTo>
                  <a:pt x="378765" y="113125"/>
                </a:lnTo>
                <a:lnTo>
                  <a:pt x="379669" y="111036"/>
                </a:lnTo>
                <a:lnTo>
                  <a:pt x="380573" y="108957"/>
                </a:lnTo>
                <a:lnTo>
                  <a:pt x="381476" y="106889"/>
                </a:lnTo>
                <a:lnTo>
                  <a:pt x="382382" y="104832"/>
                </a:lnTo>
                <a:lnTo>
                  <a:pt x="383285" y="102788"/>
                </a:lnTo>
                <a:lnTo>
                  <a:pt x="384189" y="100756"/>
                </a:lnTo>
                <a:lnTo>
                  <a:pt x="385093" y="98735"/>
                </a:lnTo>
                <a:lnTo>
                  <a:pt x="385996" y="96728"/>
                </a:lnTo>
                <a:lnTo>
                  <a:pt x="386902" y="94734"/>
                </a:lnTo>
                <a:lnTo>
                  <a:pt x="387805" y="92753"/>
                </a:lnTo>
                <a:lnTo>
                  <a:pt x="388709" y="90786"/>
                </a:lnTo>
                <a:lnTo>
                  <a:pt x="389613" y="88833"/>
                </a:lnTo>
                <a:lnTo>
                  <a:pt x="390517" y="86894"/>
                </a:lnTo>
                <a:lnTo>
                  <a:pt x="391420" y="84969"/>
                </a:lnTo>
                <a:lnTo>
                  <a:pt x="392324" y="83060"/>
                </a:lnTo>
                <a:lnTo>
                  <a:pt x="393229" y="81166"/>
                </a:lnTo>
                <a:lnTo>
                  <a:pt x="394133" y="79287"/>
                </a:lnTo>
                <a:lnTo>
                  <a:pt x="395037" y="77424"/>
                </a:lnTo>
                <a:lnTo>
                  <a:pt x="395940" y="75578"/>
                </a:lnTo>
                <a:lnTo>
                  <a:pt x="396844" y="73747"/>
                </a:lnTo>
                <a:lnTo>
                  <a:pt x="397749" y="71934"/>
                </a:lnTo>
                <a:lnTo>
                  <a:pt x="398653" y="70137"/>
                </a:lnTo>
                <a:lnTo>
                  <a:pt x="399557" y="68358"/>
                </a:lnTo>
                <a:lnTo>
                  <a:pt x="400461" y="66595"/>
                </a:lnTo>
                <a:lnTo>
                  <a:pt x="401364" y="64851"/>
                </a:lnTo>
                <a:lnTo>
                  <a:pt x="402268" y="63125"/>
                </a:lnTo>
                <a:lnTo>
                  <a:pt x="403172" y="61418"/>
                </a:lnTo>
                <a:lnTo>
                  <a:pt x="404077" y="59729"/>
                </a:lnTo>
                <a:lnTo>
                  <a:pt x="404981" y="58059"/>
                </a:lnTo>
                <a:lnTo>
                  <a:pt x="405884" y="56408"/>
                </a:lnTo>
                <a:lnTo>
                  <a:pt x="406788" y="54776"/>
                </a:lnTo>
                <a:lnTo>
                  <a:pt x="407692" y="53165"/>
                </a:lnTo>
                <a:lnTo>
                  <a:pt x="408597" y="51573"/>
                </a:lnTo>
                <a:lnTo>
                  <a:pt x="409501" y="50001"/>
                </a:lnTo>
                <a:lnTo>
                  <a:pt x="410405" y="48450"/>
                </a:lnTo>
                <a:lnTo>
                  <a:pt x="411308" y="46919"/>
                </a:lnTo>
                <a:lnTo>
                  <a:pt x="412212" y="45409"/>
                </a:lnTo>
                <a:lnTo>
                  <a:pt x="413116" y="43921"/>
                </a:lnTo>
                <a:lnTo>
                  <a:pt x="414019" y="42454"/>
                </a:lnTo>
                <a:lnTo>
                  <a:pt x="414925" y="41008"/>
                </a:lnTo>
                <a:lnTo>
                  <a:pt x="415828" y="39585"/>
                </a:lnTo>
                <a:lnTo>
                  <a:pt x="416732" y="38183"/>
                </a:lnTo>
                <a:lnTo>
                  <a:pt x="417636" y="36804"/>
                </a:lnTo>
                <a:lnTo>
                  <a:pt x="418539" y="35447"/>
                </a:lnTo>
                <a:lnTo>
                  <a:pt x="419445" y="34113"/>
                </a:lnTo>
                <a:lnTo>
                  <a:pt x="420349" y="32802"/>
                </a:lnTo>
                <a:lnTo>
                  <a:pt x="421252" y="31514"/>
                </a:lnTo>
                <a:lnTo>
                  <a:pt x="422156" y="30250"/>
                </a:lnTo>
                <a:lnTo>
                  <a:pt x="423060" y="29009"/>
                </a:lnTo>
                <a:lnTo>
                  <a:pt x="423963" y="27791"/>
                </a:lnTo>
                <a:lnTo>
                  <a:pt x="424867" y="26598"/>
                </a:lnTo>
                <a:lnTo>
                  <a:pt x="425772" y="25429"/>
                </a:lnTo>
                <a:lnTo>
                  <a:pt x="426676" y="24284"/>
                </a:lnTo>
                <a:lnTo>
                  <a:pt x="427580" y="23164"/>
                </a:lnTo>
                <a:lnTo>
                  <a:pt x="428483" y="22068"/>
                </a:lnTo>
                <a:lnTo>
                  <a:pt x="429387" y="20997"/>
                </a:lnTo>
                <a:lnTo>
                  <a:pt x="430293" y="19951"/>
                </a:lnTo>
                <a:lnTo>
                  <a:pt x="431196" y="18931"/>
                </a:lnTo>
                <a:lnTo>
                  <a:pt x="432100" y="17935"/>
                </a:lnTo>
                <a:lnTo>
                  <a:pt x="433004" y="16965"/>
                </a:lnTo>
                <a:lnTo>
                  <a:pt x="433907" y="16021"/>
                </a:lnTo>
                <a:lnTo>
                  <a:pt x="434811" y="15103"/>
                </a:lnTo>
                <a:lnTo>
                  <a:pt x="435715" y="14211"/>
                </a:lnTo>
                <a:lnTo>
                  <a:pt x="436620" y="13344"/>
                </a:lnTo>
                <a:lnTo>
                  <a:pt x="437524" y="12504"/>
                </a:lnTo>
                <a:lnTo>
                  <a:pt x="438427" y="11690"/>
                </a:lnTo>
                <a:lnTo>
                  <a:pt x="439331" y="10903"/>
                </a:lnTo>
                <a:lnTo>
                  <a:pt x="440235" y="10142"/>
                </a:lnTo>
                <a:lnTo>
                  <a:pt x="441140" y="9409"/>
                </a:lnTo>
                <a:lnTo>
                  <a:pt x="442044" y="8702"/>
                </a:lnTo>
                <a:lnTo>
                  <a:pt x="442948" y="8021"/>
                </a:lnTo>
                <a:lnTo>
                  <a:pt x="443851" y="7368"/>
                </a:lnTo>
                <a:lnTo>
                  <a:pt x="444755" y="6742"/>
                </a:lnTo>
                <a:lnTo>
                  <a:pt x="445659" y="6144"/>
                </a:lnTo>
                <a:lnTo>
                  <a:pt x="446562" y="5572"/>
                </a:lnTo>
                <a:lnTo>
                  <a:pt x="447468" y="5029"/>
                </a:lnTo>
                <a:lnTo>
                  <a:pt x="448371" y="4512"/>
                </a:lnTo>
                <a:lnTo>
                  <a:pt x="449275" y="4024"/>
                </a:lnTo>
                <a:lnTo>
                  <a:pt x="450179" y="3563"/>
                </a:lnTo>
                <a:lnTo>
                  <a:pt x="451083" y="3130"/>
                </a:lnTo>
                <a:lnTo>
                  <a:pt x="451988" y="2724"/>
                </a:lnTo>
                <a:lnTo>
                  <a:pt x="452892" y="2347"/>
                </a:lnTo>
                <a:lnTo>
                  <a:pt x="453795" y="1997"/>
                </a:lnTo>
                <a:lnTo>
                  <a:pt x="454699" y="1676"/>
                </a:lnTo>
                <a:lnTo>
                  <a:pt x="455603" y="1382"/>
                </a:lnTo>
                <a:lnTo>
                  <a:pt x="456506" y="1117"/>
                </a:lnTo>
                <a:lnTo>
                  <a:pt x="457410" y="880"/>
                </a:lnTo>
                <a:lnTo>
                  <a:pt x="458315" y="671"/>
                </a:lnTo>
                <a:lnTo>
                  <a:pt x="459219" y="490"/>
                </a:lnTo>
                <a:lnTo>
                  <a:pt x="460123" y="338"/>
                </a:lnTo>
                <a:lnTo>
                  <a:pt x="461027" y="214"/>
                </a:lnTo>
                <a:lnTo>
                  <a:pt x="461930" y="118"/>
                </a:lnTo>
                <a:lnTo>
                  <a:pt x="462836" y="50"/>
                </a:lnTo>
                <a:lnTo>
                  <a:pt x="463739" y="11"/>
                </a:lnTo>
                <a:lnTo>
                  <a:pt x="464643" y="0"/>
                </a:lnTo>
                <a:lnTo>
                  <a:pt x="465547" y="17"/>
                </a:lnTo>
                <a:lnTo>
                  <a:pt x="466450" y="63"/>
                </a:lnTo>
                <a:lnTo>
                  <a:pt x="467354" y="137"/>
                </a:lnTo>
                <a:lnTo>
                  <a:pt x="468258" y="240"/>
                </a:lnTo>
                <a:lnTo>
                  <a:pt x="469163" y="370"/>
                </a:lnTo>
                <a:lnTo>
                  <a:pt x="470067" y="529"/>
                </a:lnTo>
                <a:lnTo>
                  <a:pt x="470970" y="716"/>
                </a:lnTo>
                <a:lnTo>
                  <a:pt x="471874" y="932"/>
                </a:lnTo>
                <a:lnTo>
                  <a:pt x="472778" y="1175"/>
                </a:lnTo>
                <a:lnTo>
                  <a:pt x="473683" y="1447"/>
                </a:lnTo>
                <a:lnTo>
                  <a:pt x="474587" y="1747"/>
                </a:lnTo>
                <a:lnTo>
                  <a:pt x="475491" y="2075"/>
                </a:lnTo>
                <a:lnTo>
                  <a:pt x="476394" y="2431"/>
                </a:lnTo>
                <a:lnTo>
                  <a:pt x="477298" y="2814"/>
                </a:lnTo>
                <a:lnTo>
                  <a:pt x="478202" y="3226"/>
                </a:lnTo>
                <a:lnTo>
                  <a:pt x="479107" y="3666"/>
                </a:lnTo>
                <a:lnTo>
                  <a:pt x="480011" y="4133"/>
                </a:lnTo>
                <a:lnTo>
                  <a:pt x="480914" y="4628"/>
                </a:lnTo>
                <a:lnTo>
                  <a:pt x="481818" y="5150"/>
                </a:lnTo>
                <a:lnTo>
                  <a:pt x="482722" y="5700"/>
                </a:lnTo>
                <a:lnTo>
                  <a:pt x="483626" y="6278"/>
                </a:lnTo>
                <a:lnTo>
                  <a:pt x="484529" y="6883"/>
                </a:lnTo>
                <a:lnTo>
                  <a:pt x="485435" y="7515"/>
                </a:lnTo>
                <a:lnTo>
                  <a:pt x="486338" y="8174"/>
                </a:lnTo>
                <a:lnTo>
                  <a:pt x="487242" y="8860"/>
                </a:lnTo>
                <a:lnTo>
                  <a:pt x="488146" y="9574"/>
                </a:lnTo>
                <a:lnTo>
                  <a:pt x="489049" y="10314"/>
                </a:lnTo>
                <a:lnTo>
                  <a:pt x="489955" y="11080"/>
                </a:lnTo>
                <a:lnTo>
                  <a:pt x="490858" y="11874"/>
                </a:lnTo>
                <a:lnTo>
                  <a:pt x="491762" y="12693"/>
                </a:lnTo>
                <a:lnTo>
                  <a:pt x="492666" y="13539"/>
                </a:lnTo>
                <a:lnTo>
                  <a:pt x="493570" y="14412"/>
                </a:lnTo>
                <a:lnTo>
                  <a:pt x="494473" y="15310"/>
                </a:lnTo>
                <a:lnTo>
                  <a:pt x="495377" y="16234"/>
                </a:lnTo>
                <a:lnTo>
                  <a:pt x="496282" y="17184"/>
                </a:lnTo>
                <a:lnTo>
                  <a:pt x="497186" y="18160"/>
                </a:lnTo>
                <a:lnTo>
                  <a:pt x="498090" y="19161"/>
                </a:lnTo>
                <a:lnTo>
                  <a:pt x="498993" y="20188"/>
                </a:lnTo>
                <a:lnTo>
                  <a:pt x="499897" y="21239"/>
                </a:lnTo>
                <a:lnTo>
                  <a:pt x="500802" y="22316"/>
                </a:lnTo>
                <a:lnTo>
                  <a:pt x="501706" y="23417"/>
                </a:lnTo>
                <a:lnTo>
                  <a:pt x="502610" y="24543"/>
                </a:lnTo>
                <a:lnTo>
                  <a:pt x="503514" y="25693"/>
                </a:lnTo>
                <a:lnTo>
                  <a:pt x="504417" y="26868"/>
                </a:lnTo>
                <a:lnTo>
                  <a:pt x="505321" y="28067"/>
                </a:lnTo>
                <a:lnTo>
                  <a:pt x="506225" y="29289"/>
                </a:lnTo>
                <a:lnTo>
                  <a:pt x="507130" y="30536"/>
                </a:lnTo>
                <a:lnTo>
                  <a:pt x="508034" y="31806"/>
                </a:lnTo>
                <a:lnTo>
                  <a:pt x="508937" y="33099"/>
                </a:lnTo>
                <a:lnTo>
                  <a:pt x="509841" y="34415"/>
                </a:lnTo>
                <a:lnTo>
                  <a:pt x="510745" y="35754"/>
                </a:lnTo>
                <a:lnTo>
                  <a:pt x="511650" y="37116"/>
                </a:lnTo>
                <a:lnTo>
                  <a:pt x="512554" y="38501"/>
                </a:lnTo>
                <a:lnTo>
                  <a:pt x="513458" y="39907"/>
                </a:lnTo>
                <a:lnTo>
                  <a:pt x="514361" y="41336"/>
                </a:lnTo>
                <a:lnTo>
                  <a:pt x="515265" y="42786"/>
                </a:lnTo>
                <a:lnTo>
                  <a:pt x="516169" y="44258"/>
                </a:lnTo>
                <a:lnTo>
                  <a:pt x="517072" y="45752"/>
                </a:lnTo>
                <a:lnTo>
                  <a:pt x="517978" y="47266"/>
                </a:lnTo>
                <a:lnTo>
                  <a:pt x="518881" y="48802"/>
                </a:lnTo>
                <a:lnTo>
                  <a:pt x="519785" y="50357"/>
                </a:lnTo>
                <a:lnTo>
                  <a:pt x="520689" y="51934"/>
                </a:lnTo>
                <a:lnTo>
                  <a:pt x="521592" y="53530"/>
                </a:lnTo>
                <a:lnTo>
                  <a:pt x="522498" y="55147"/>
                </a:lnTo>
                <a:lnTo>
                  <a:pt x="523402" y="56783"/>
                </a:lnTo>
                <a:lnTo>
                  <a:pt x="524305" y="58438"/>
                </a:lnTo>
                <a:lnTo>
                  <a:pt x="525209" y="60112"/>
                </a:lnTo>
                <a:lnTo>
                  <a:pt x="526113" y="61806"/>
                </a:lnTo>
                <a:lnTo>
                  <a:pt x="527016" y="63517"/>
                </a:lnTo>
                <a:lnTo>
                  <a:pt x="527920" y="65248"/>
                </a:lnTo>
                <a:lnTo>
                  <a:pt x="528825" y="66996"/>
                </a:lnTo>
                <a:lnTo>
                  <a:pt x="529729" y="68762"/>
                </a:lnTo>
                <a:lnTo>
                  <a:pt x="530633" y="70545"/>
                </a:lnTo>
                <a:lnTo>
                  <a:pt x="531536" y="72346"/>
                </a:lnTo>
                <a:lnTo>
                  <a:pt x="532440" y="74163"/>
                </a:lnTo>
                <a:lnTo>
                  <a:pt x="533346" y="75997"/>
                </a:lnTo>
                <a:lnTo>
                  <a:pt x="534249" y="77848"/>
                </a:lnTo>
                <a:lnTo>
                  <a:pt x="535153" y="79714"/>
                </a:lnTo>
                <a:lnTo>
                  <a:pt x="536057" y="81596"/>
                </a:lnTo>
                <a:lnTo>
                  <a:pt x="536960" y="83494"/>
                </a:lnTo>
                <a:lnTo>
                  <a:pt x="537864" y="85407"/>
                </a:lnTo>
                <a:lnTo>
                  <a:pt x="538768" y="87335"/>
                </a:lnTo>
                <a:lnTo>
                  <a:pt x="539673" y="89277"/>
                </a:lnTo>
                <a:lnTo>
                  <a:pt x="540577" y="91233"/>
                </a:lnTo>
                <a:lnTo>
                  <a:pt x="541480" y="93204"/>
                </a:lnTo>
                <a:lnTo>
                  <a:pt x="542384" y="95188"/>
                </a:lnTo>
                <a:lnTo>
                  <a:pt x="543288" y="97185"/>
                </a:lnTo>
                <a:lnTo>
                  <a:pt x="544193" y="99195"/>
                </a:lnTo>
                <a:lnTo>
                  <a:pt x="545097" y="101218"/>
                </a:lnTo>
                <a:lnTo>
                  <a:pt x="546001" y="103253"/>
                </a:lnTo>
                <a:lnTo>
                  <a:pt x="546904" y="105300"/>
                </a:lnTo>
                <a:lnTo>
                  <a:pt x="547808" y="107359"/>
                </a:lnTo>
                <a:lnTo>
                  <a:pt x="548712" y="109430"/>
                </a:lnTo>
                <a:lnTo>
                  <a:pt x="549615" y="111511"/>
                </a:lnTo>
                <a:lnTo>
                  <a:pt x="550521" y="113603"/>
                </a:lnTo>
                <a:lnTo>
                  <a:pt x="551424" y="115706"/>
                </a:lnTo>
                <a:lnTo>
                  <a:pt x="552328" y="117819"/>
                </a:lnTo>
                <a:lnTo>
                  <a:pt x="553232" y="119941"/>
                </a:lnTo>
                <a:lnTo>
                  <a:pt x="554136" y="122073"/>
                </a:lnTo>
                <a:lnTo>
                  <a:pt x="555041" y="124213"/>
                </a:lnTo>
                <a:lnTo>
                  <a:pt x="555945" y="126363"/>
                </a:lnTo>
                <a:lnTo>
                  <a:pt x="556848" y="128521"/>
                </a:lnTo>
                <a:lnTo>
                  <a:pt x="557752" y="130687"/>
                </a:lnTo>
                <a:lnTo>
                  <a:pt x="558656" y="132860"/>
                </a:lnTo>
                <a:lnTo>
                  <a:pt x="559559" y="135040"/>
                </a:lnTo>
                <a:lnTo>
                  <a:pt x="560463" y="137228"/>
                </a:lnTo>
                <a:lnTo>
                  <a:pt x="561368" y="139424"/>
                </a:lnTo>
                <a:lnTo>
                  <a:pt x="562272" y="141625"/>
                </a:lnTo>
                <a:lnTo>
                  <a:pt x="563176" y="143831"/>
                </a:lnTo>
                <a:lnTo>
                  <a:pt x="564080" y="146044"/>
                </a:lnTo>
                <a:lnTo>
                  <a:pt x="564983" y="148262"/>
                </a:lnTo>
                <a:lnTo>
                  <a:pt x="565889" y="150485"/>
                </a:lnTo>
                <a:lnTo>
                  <a:pt x="566792" y="152712"/>
                </a:lnTo>
                <a:lnTo>
                  <a:pt x="567696" y="154943"/>
                </a:lnTo>
                <a:lnTo>
                  <a:pt x="568600" y="157179"/>
                </a:lnTo>
                <a:lnTo>
                  <a:pt x="569503" y="159417"/>
                </a:lnTo>
                <a:lnTo>
                  <a:pt x="570407" y="161659"/>
                </a:lnTo>
                <a:lnTo>
                  <a:pt x="571311" y="163904"/>
                </a:lnTo>
                <a:lnTo>
                  <a:pt x="572216" y="166151"/>
                </a:lnTo>
                <a:lnTo>
                  <a:pt x="573120" y="168401"/>
                </a:lnTo>
                <a:lnTo>
                  <a:pt x="574023" y="170652"/>
                </a:lnTo>
                <a:lnTo>
                  <a:pt x="574927" y="172904"/>
                </a:lnTo>
                <a:lnTo>
                  <a:pt x="575831" y="175158"/>
                </a:lnTo>
                <a:lnTo>
                  <a:pt x="576736" y="177413"/>
                </a:lnTo>
                <a:lnTo>
                  <a:pt x="577640" y="179667"/>
                </a:lnTo>
                <a:lnTo>
                  <a:pt x="578544" y="181921"/>
                </a:lnTo>
                <a:lnTo>
                  <a:pt x="579447" y="184175"/>
                </a:lnTo>
                <a:lnTo>
                  <a:pt x="580351" y="186428"/>
                </a:lnTo>
                <a:lnTo>
                  <a:pt x="581255" y="188681"/>
                </a:lnTo>
                <a:lnTo>
                  <a:pt x="582158" y="190931"/>
                </a:lnTo>
                <a:lnTo>
                  <a:pt x="583064" y="193181"/>
                </a:lnTo>
                <a:lnTo>
                  <a:pt x="583967" y="195427"/>
                </a:lnTo>
                <a:lnTo>
                  <a:pt x="584871" y="197671"/>
                </a:lnTo>
                <a:lnTo>
                  <a:pt x="585775" y="199912"/>
                </a:lnTo>
                <a:lnTo>
                  <a:pt x="586679" y="202150"/>
                </a:lnTo>
                <a:lnTo>
                  <a:pt x="587584" y="204385"/>
                </a:lnTo>
                <a:lnTo>
                  <a:pt x="588488" y="206615"/>
                </a:lnTo>
                <a:lnTo>
                  <a:pt x="589391" y="208841"/>
                </a:lnTo>
                <a:lnTo>
                  <a:pt x="590295" y="211064"/>
                </a:lnTo>
                <a:lnTo>
                  <a:pt x="591199" y="213280"/>
                </a:lnTo>
                <a:lnTo>
                  <a:pt x="592102" y="215491"/>
                </a:lnTo>
                <a:lnTo>
                  <a:pt x="593006" y="217697"/>
                </a:lnTo>
                <a:lnTo>
                  <a:pt x="593911" y="219896"/>
                </a:lnTo>
                <a:lnTo>
                  <a:pt x="594815" y="222089"/>
                </a:lnTo>
                <a:lnTo>
                  <a:pt x="595719" y="224275"/>
                </a:lnTo>
                <a:lnTo>
                  <a:pt x="596623" y="226455"/>
                </a:lnTo>
                <a:lnTo>
                  <a:pt x="597526" y="228627"/>
                </a:lnTo>
                <a:lnTo>
                  <a:pt x="598432" y="230790"/>
                </a:lnTo>
                <a:lnTo>
                  <a:pt x="599335" y="232946"/>
                </a:lnTo>
                <a:lnTo>
                  <a:pt x="600239" y="235094"/>
                </a:lnTo>
                <a:lnTo>
                  <a:pt x="601143" y="237232"/>
                </a:lnTo>
                <a:lnTo>
                  <a:pt x="602046" y="239362"/>
                </a:lnTo>
                <a:lnTo>
                  <a:pt x="602950" y="241483"/>
                </a:lnTo>
                <a:lnTo>
                  <a:pt x="603854" y="243593"/>
                </a:lnTo>
                <a:lnTo>
                  <a:pt x="604759" y="245693"/>
                </a:lnTo>
                <a:lnTo>
                  <a:pt x="605663" y="247783"/>
                </a:lnTo>
                <a:lnTo>
                  <a:pt x="606567" y="249862"/>
                </a:lnTo>
                <a:lnTo>
                  <a:pt x="607470" y="251931"/>
                </a:lnTo>
                <a:lnTo>
                  <a:pt x="608374" y="253986"/>
                </a:lnTo>
                <a:lnTo>
                  <a:pt x="609278" y="256031"/>
                </a:lnTo>
                <a:lnTo>
                  <a:pt x="610183" y="258064"/>
                </a:lnTo>
                <a:lnTo>
                  <a:pt x="611087" y="260084"/>
                </a:lnTo>
                <a:lnTo>
                  <a:pt x="611990" y="262091"/>
                </a:lnTo>
                <a:lnTo>
                  <a:pt x="612894" y="264086"/>
                </a:lnTo>
                <a:lnTo>
                  <a:pt x="613798" y="266066"/>
                </a:lnTo>
                <a:lnTo>
                  <a:pt x="614703" y="268033"/>
                </a:lnTo>
                <a:lnTo>
                  <a:pt x="615607" y="269986"/>
                </a:lnTo>
                <a:lnTo>
                  <a:pt x="616510" y="271925"/>
                </a:lnTo>
                <a:lnTo>
                  <a:pt x="617414" y="273849"/>
                </a:lnTo>
                <a:lnTo>
                  <a:pt x="618318" y="275759"/>
                </a:lnTo>
                <a:lnTo>
                  <a:pt x="619222" y="277653"/>
                </a:lnTo>
                <a:lnTo>
                  <a:pt x="620125" y="279532"/>
                </a:lnTo>
                <a:lnTo>
                  <a:pt x="621031" y="281394"/>
                </a:lnTo>
                <a:lnTo>
                  <a:pt x="621934" y="283241"/>
                </a:lnTo>
                <a:lnTo>
                  <a:pt x="622838" y="285072"/>
                </a:lnTo>
                <a:lnTo>
                  <a:pt x="623742" y="286886"/>
                </a:lnTo>
                <a:lnTo>
                  <a:pt x="624645" y="288681"/>
                </a:lnTo>
                <a:lnTo>
                  <a:pt x="625551" y="290461"/>
                </a:lnTo>
                <a:lnTo>
                  <a:pt x="626455" y="292223"/>
                </a:lnTo>
                <a:lnTo>
                  <a:pt x="627358" y="293967"/>
                </a:lnTo>
                <a:lnTo>
                  <a:pt x="628262" y="295693"/>
                </a:lnTo>
                <a:lnTo>
                  <a:pt x="629166" y="297401"/>
                </a:lnTo>
                <a:lnTo>
                  <a:pt x="630069" y="299090"/>
                </a:lnTo>
                <a:lnTo>
                  <a:pt x="630973" y="300760"/>
                </a:lnTo>
                <a:lnTo>
                  <a:pt x="631878" y="302411"/>
                </a:lnTo>
                <a:lnTo>
                  <a:pt x="632782" y="304043"/>
                </a:lnTo>
                <a:lnTo>
                  <a:pt x="633686" y="305654"/>
                </a:lnTo>
                <a:lnTo>
                  <a:pt x="634589" y="307245"/>
                </a:lnTo>
                <a:lnTo>
                  <a:pt x="635493" y="308818"/>
                </a:lnTo>
                <a:lnTo>
                  <a:pt x="636398" y="310370"/>
                </a:lnTo>
                <a:lnTo>
                  <a:pt x="637302" y="311900"/>
                </a:lnTo>
                <a:lnTo>
                  <a:pt x="638206" y="313410"/>
                </a:lnTo>
                <a:lnTo>
                  <a:pt x="639110" y="314898"/>
                </a:lnTo>
                <a:lnTo>
                  <a:pt x="640013" y="316365"/>
                </a:lnTo>
                <a:lnTo>
                  <a:pt x="640917" y="317811"/>
                </a:lnTo>
                <a:lnTo>
                  <a:pt x="641821" y="319234"/>
                </a:lnTo>
                <a:lnTo>
                  <a:pt x="642726" y="320636"/>
                </a:lnTo>
                <a:lnTo>
                  <a:pt x="643630" y="322015"/>
                </a:lnTo>
                <a:lnTo>
                  <a:pt x="644533" y="323372"/>
                </a:lnTo>
                <a:lnTo>
                  <a:pt x="645437" y="324706"/>
                </a:lnTo>
                <a:lnTo>
                  <a:pt x="646341" y="326017"/>
                </a:lnTo>
                <a:lnTo>
                  <a:pt x="647246" y="327304"/>
                </a:lnTo>
                <a:lnTo>
                  <a:pt x="648150" y="328568"/>
                </a:lnTo>
                <a:lnTo>
                  <a:pt x="649054" y="329811"/>
                </a:lnTo>
                <a:lnTo>
                  <a:pt x="649957" y="331027"/>
                </a:lnTo>
                <a:lnTo>
                  <a:pt x="650861" y="332221"/>
                </a:lnTo>
                <a:lnTo>
                  <a:pt x="651765" y="333389"/>
                </a:lnTo>
                <a:lnTo>
                  <a:pt x="652668" y="334535"/>
                </a:lnTo>
                <a:lnTo>
                  <a:pt x="653574" y="335655"/>
                </a:lnTo>
                <a:lnTo>
                  <a:pt x="654477" y="336752"/>
                </a:lnTo>
                <a:lnTo>
                  <a:pt x="655381" y="337821"/>
                </a:lnTo>
                <a:lnTo>
                  <a:pt x="656285" y="338868"/>
                </a:lnTo>
                <a:lnTo>
                  <a:pt x="657189" y="339888"/>
                </a:lnTo>
                <a:lnTo>
                  <a:pt x="658094" y="340883"/>
                </a:lnTo>
                <a:lnTo>
                  <a:pt x="658998" y="341853"/>
                </a:lnTo>
                <a:lnTo>
                  <a:pt x="659901" y="342797"/>
                </a:lnTo>
                <a:lnTo>
                  <a:pt x="660805" y="343715"/>
                </a:lnTo>
                <a:lnTo>
                  <a:pt x="661709" y="344607"/>
                </a:lnTo>
                <a:lnTo>
                  <a:pt x="662612" y="345474"/>
                </a:lnTo>
                <a:lnTo>
                  <a:pt x="663516" y="346315"/>
                </a:lnTo>
                <a:lnTo>
                  <a:pt x="664421" y="347129"/>
                </a:lnTo>
                <a:lnTo>
                  <a:pt x="665325" y="347915"/>
                </a:lnTo>
                <a:lnTo>
                  <a:pt x="666229" y="348676"/>
                </a:lnTo>
                <a:lnTo>
                  <a:pt x="667132" y="349410"/>
                </a:lnTo>
                <a:lnTo>
                  <a:pt x="668036" y="350118"/>
                </a:lnTo>
                <a:lnTo>
                  <a:pt x="668940" y="350797"/>
                </a:lnTo>
                <a:lnTo>
                  <a:pt x="669845" y="351450"/>
                </a:lnTo>
                <a:lnTo>
                  <a:pt x="670749" y="352076"/>
                </a:lnTo>
                <a:lnTo>
                  <a:pt x="671653" y="352674"/>
                </a:lnTo>
                <a:lnTo>
                  <a:pt x="672556" y="353246"/>
                </a:lnTo>
                <a:lnTo>
                  <a:pt x="673460" y="353790"/>
                </a:lnTo>
                <a:lnTo>
                  <a:pt x="674364" y="354305"/>
                </a:lnTo>
                <a:lnTo>
                  <a:pt x="675269" y="354795"/>
                </a:lnTo>
                <a:lnTo>
                  <a:pt x="676173" y="355256"/>
                </a:lnTo>
                <a:lnTo>
                  <a:pt x="677076" y="355689"/>
                </a:lnTo>
                <a:lnTo>
                  <a:pt x="677980" y="356095"/>
                </a:lnTo>
                <a:lnTo>
                  <a:pt x="678884" y="356472"/>
                </a:lnTo>
                <a:lnTo>
                  <a:pt x="679789" y="356822"/>
                </a:lnTo>
                <a:lnTo>
                  <a:pt x="680693" y="357143"/>
                </a:lnTo>
                <a:lnTo>
                  <a:pt x="681597" y="357437"/>
                </a:lnTo>
                <a:lnTo>
                  <a:pt x="682500" y="357701"/>
                </a:lnTo>
                <a:lnTo>
                  <a:pt x="683404" y="357938"/>
                </a:lnTo>
                <a:lnTo>
                  <a:pt x="684308" y="358148"/>
                </a:lnTo>
                <a:lnTo>
                  <a:pt x="685213" y="358329"/>
                </a:lnTo>
                <a:lnTo>
                  <a:pt x="686117" y="358480"/>
                </a:lnTo>
                <a:lnTo>
                  <a:pt x="687020" y="358605"/>
                </a:lnTo>
                <a:lnTo>
                  <a:pt x="687924" y="358701"/>
                </a:lnTo>
                <a:lnTo>
                  <a:pt x="688828" y="358769"/>
                </a:lnTo>
                <a:lnTo>
                  <a:pt x="689732" y="358807"/>
                </a:lnTo>
                <a:lnTo>
                  <a:pt x="690635" y="358819"/>
                </a:lnTo>
                <a:lnTo>
                  <a:pt x="691541" y="358801"/>
                </a:lnTo>
                <a:lnTo>
                  <a:pt x="692444" y="358756"/>
                </a:lnTo>
                <a:lnTo>
                  <a:pt x="693348" y="358681"/>
                </a:lnTo>
                <a:lnTo>
                  <a:pt x="694252" y="358580"/>
                </a:lnTo>
                <a:lnTo>
                  <a:pt x="695155" y="358448"/>
                </a:lnTo>
                <a:lnTo>
                  <a:pt x="696059" y="358289"/>
                </a:lnTo>
                <a:lnTo>
                  <a:pt x="696964" y="358103"/>
                </a:lnTo>
                <a:lnTo>
                  <a:pt x="697868" y="357887"/>
                </a:lnTo>
                <a:lnTo>
                  <a:pt x="698772" y="357643"/>
                </a:lnTo>
                <a:lnTo>
                  <a:pt x="699676" y="357372"/>
                </a:lnTo>
                <a:lnTo>
                  <a:pt x="700579" y="357071"/>
                </a:lnTo>
                <a:lnTo>
                  <a:pt x="701485" y="356744"/>
                </a:lnTo>
                <a:lnTo>
                  <a:pt x="702388" y="356389"/>
                </a:lnTo>
                <a:lnTo>
                  <a:pt x="703292" y="356005"/>
                </a:lnTo>
                <a:lnTo>
                  <a:pt x="704196" y="355593"/>
                </a:lnTo>
                <a:lnTo>
                  <a:pt x="705099" y="355153"/>
                </a:lnTo>
                <a:lnTo>
                  <a:pt x="706003" y="354686"/>
                </a:lnTo>
                <a:lnTo>
                  <a:pt x="706908" y="354191"/>
                </a:lnTo>
                <a:lnTo>
                  <a:pt x="707812" y="353669"/>
                </a:lnTo>
                <a:lnTo>
                  <a:pt x="708716" y="353118"/>
                </a:lnTo>
                <a:lnTo>
                  <a:pt x="709620" y="352541"/>
                </a:lnTo>
                <a:lnTo>
                  <a:pt x="710523" y="351937"/>
                </a:lnTo>
                <a:lnTo>
                  <a:pt x="711427" y="351304"/>
                </a:lnTo>
                <a:lnTo>
                  <a:pt x="712331" y="350644"/>
                </a:lnTo>
                <a:lnTo>
                  <a:pt x="713236" y="349958"/>
                </a:lnTo>
                <a:lnTo>
                  <a:pt x="714140" y="349245"/>
                </a:lnTo>
                <a:lnTo>
                  <a:pt x="715043" y="348505"/>
                </a:lnTo>
                <a:lnTo>
                  <a:pt x="715947" y="347739"/>
                </a:lnTo>
                <a:lnTo>
                  <a:pt x="716851" y="346945"/>
                </a:lnTo>
                <a:lnTo>
                  <a:pt x="717754" y="346126"/>
                </a:lnTo>
                <a:lnTo>
                  <a:pt x="718660" y="345280"/>
                </a:lnTo>
                <a:lnTo>
                  <a:pt x="719563" y="344406"/>
                </a:lnTo>
                <a:lnTo>
                  <a:pt x="720467" y="343509"/>
                </a:lnTo>
                <a:lnTo>
                  <a:pt x="721371" y="342584"/>
                </a:lnTo>
                <a:lnTo>
                  <a:pt x="722275" y="341634"/>
                </a:lnTo>
                <a:lnTo>
                  <a:pt x="723180" y="340659"/>
                </a:lnTo>
                <a:lnTo>
                  <a:pt x="724084" y="339657"/>
                </a:lnTo>
                <a:lnTo>
                  <a:pt x="724987" y="338632"/>
                </a:lnTo>
                <a:lnTo>
                  <a:pt x="725891" y="337579"/>
                </a:lnTo>
                <a:lnTo>
                  <a:pt x="726795" y="336502"/>
                </a:lnTo>
                <a:lnTo>
                  <a:pt x="727698" y="335403"/>
                </a:lnTo>
                <a:lnTo>
                  <a:pt x="728604" y="334276"/>
                </a:lnTo>
                <a:lnTo>
                  <a:pt x="729508" y="333125"/>
                </a:lnTo>
                <a:lnTo>
                  <a:pt x="730411" y="331951"/>
                </a:lnTo>
                <a:lnTo>
                  <a:pt x="731315" y="330751"/>
                </a:lnTo>
                <a:lnTo>
                  <a:pt x="732219" y="329529"/>
                </a:lnTo>
                <a:lnTo>
                  <a:pt x="733122" y="328283"/>
                </a:lnTo>
                <a:lnTo>
                  <a:pt x="734026" y="327014"/>
                </a:lnTo>
                <a:lnTo>
                  <a:pt x="734931" y="325719"/>
                </a:lnTo>
                <a:lnTo>
                  <a:pt x="735835" y="324404"/>
                </a:lnTo>
                <a:lnTo>
                  <a:pt x="736739" y="323065"/>
                </a:lnTo>
                <a:lnTo>
                  <a:pt x="737642" y="321703"/>
                </a:lnTo>
                <a:lnTo>
                  <a:pt x="738546" y="320319"/>
                </a:lnTo>
                <a:lnTo>
                  <a:pt x="739450" y="318912"/>
                </a:lnTo>
                <a:lnTo>
                  <a:pt x="740355" y="317483"/>
                </a:lnTo>
                <a:lnTo>
                  <a:pt x="741259" y="316033"/>
                </a:lnTo>
                <a:lnTo>
                  <a:pt x="742163" y="314560"/>
                </a:lnTo>
                <a:lnTo>
                  <a:pt x="743066" y="313066"/>
                </a:lnTo>
                <a:lnTo>
                  <a:pt x="743970" y="311553"/>
                </a:lnTo>
                <a:lnTo>
                  <a:pt x="744875" y="310018"/>
                </a:lnTo>
                <a:lnTo>
                  <a:pt x="745779" y="308461"/>
                </a:lnTo>
                <a:lnTo>
                  <a:pt x="746683" y="306885"/>
                </a:lnTo>
                <a:lnTo>
                  <a:pt x="747586" y="305288"/>
                </a:lnTo>
                <a:lnTo>
                  <a:pt x="748490" y="303672"/>
                </a:lnTo>
                <a:lnTo>
                  <a:pt x="749394" y="302036"/>
                </a:lnTo>
                <a:lnTo>
                  <a:pt x="750299" y="300381"/>
                </a:lnTo>
                <a:lnTo>
                  <a:pt x="751203" y="298707"/>
                </a:lnTo>
                <a:lnTo>
                  <a:pt x="752107" y="297012"/>
                </a:lnTo>
                <a:lnTo>
                  <a:pt x="753010" y="295301"/>
                </a:lnTo>
                <a:lnTo>
                  <a:pt x="753914" y="293572"/>
                </a:lnTo>
                <a:lnTo>
                  <a:pt x="754818" y="291823"/>
                </a:lnTo>
                <a:lnTo>
                  <a:pt x="755723" y="290057"/>
                </a:lnTo>
                <a:lnTo>
                  <a:pt x="756627" y="288273"/>
                </a:lnTo>
                <a:lnTo>
                  <a:pt x="757530" y="286474"/>
                </a:lnTo>
                <a:lnTo>
                  <a:pt x="758434" y="284655"/>
                </a:lnTo>
                <a:lnTo>
                  <a:pt x="759338" y="282821"/>
                </a:lnTo>
                <a:lnTo>
                  <a:pt x="760241" y="280970"/>
                </a:lnTo>
                <a:lnTo>
                  <a:pt x="761145" y="279105"/>
                </a:lnTo>
                <a:lnTo>
                  <a:pt x="762050" y="277222"/>
                </a:lnTo>
                <a:lnTo>
                  <a:pt x="762954" y="275325"/>
                </a:lnTo>
                <a:lnTo>
                  <a:pt x="763858" y="273412"/>
                </a:lnTo>
                <a:lnTo>
                  <a:pt x="764762" y="271485"/>
                </a:lnTo>
                <a:lnTo>
                  <a:pt x="765665" y="269543"/>
                </a:lnTo>
                <a:lnTo>
                  <a:pt x="766569" y="267586"/>
                </a:lnTo>
                <a:lnTo>
                  <a:pt x="767474" y="265616"/>
                </a:lnTo>
                <a:lnTo>
                  <a:pt x="768378" y="263631"/>
                </a:lnTo>
                <a:lnTo>
                  <a:pt x="769282" y="261634"/>
                </a:lnTo>
                <a:lnTo>
                  <a:pt x="770185" y="259624"/>
                </a:lnTo>
                <a:lnTo>
                  <a:pt x="771089" y="257600"/>
                </a:lnTo>
                <a:lnTo>
                  <a:pt x="771995" y="255565"/>
                </a:lnTo>
                <a:lnTo>
                  <a:pt x="772898" y="253519"/>
                </a:lnTo>
                <a:lnTo>
                  <a:pt x="773802" y="251459"/>
                </a:lnTo>
                <a:lnTo>
                  <a:pt x="774706" y="249389"/>
                </a:lnTo>
                <a:lnTo>
                  <a:pt x="775609" y="247308"/>
                </a:lnTo>
                <a:lnTo>
                  <a:pt x="776513" y="245214"/>
                </a:lnTo>
                <a:lnTo>
                  <a:pt x="777418" y="243113"/>
                </a:lnTo>
                <a:lnTo>
                  <a:pt x="778322" y="241000"/>
                </a:lnTo>
                <a:lnTo>
                  <a:pt x="779226" y="238877"/>
                </a:lnTo>
                <a:lnTo>
                  <a:pt x="780129" y="236746"/>
                </a:lnTo>
                <a:lnTo>
                  <a:pt x="781033" y="234606"/>
                </a:lnTo>
                <a:lnTo>
                  <a:pt x="781937" y="232456"/>
                </a:lnTo>
                <a:lnTo>
                  <a:pt x="782841" y="230299"/>
                </a:lnTo>
                <a:lnTo>
                  <a:pt x="783746" y="228132"/>
                </a:lnTo>
                <a:lnTo>
                  <a:pt x="784650" y="225958"/>
                </a:lnTo>
                <a:lnTo>
                  <a:pt x="785553" y="223778"/>
                </a:lnTo>
                <a:lnTo>
                  <a:pt x="786457" y="221589"/>
                </a:lnTo>
                <a:lnTo>
                  <a:pt x="787361" y="219394"/>
                </a:lnTo>
                <a:lnTo>
                  <a:pt x="788264" y="217193"/>
                </a:lnTo>
                <a:lnTo>
                  <a:pt x="789170" y="214987"/>
                </a:lnTo>
                <a:lnTo>
                  <a:pt x="790073" y="212775"/>
                </a:lnTo>
                <a:lnTo>
                  <a:pt x="790977" y="210557"/>
                </a:lnTo>
                <a:lnTo>
                  <a:pt x="791881" y="208334"/>
                </a:lnTo>
                <a:lnTo>
                  <a:pt x="792785" y="206106"/>
                </a:lnTo>
                <a:lnTo>
                  <a:pt x="793690" y="203875"/>
                </a:lnTo>
                <a:lnTo>
                  <a:pt x="794594" y="201640"/>
                </a:lnTo>
                <a:lnTo>
                  <a:pt x="795497" y="199402"/>
                </a:lnTo>
                <a:lnTo>
                  <a:pt x="796401" y="197159"/>
                </a:lnTo>
                <a:lnTo>
                  <a:pt x="797305" y="194915"/>
                </a:lnTo>
                <a:lnTo>
                  <a:pt x="798208" y="192667"/>
                </a:lnTo>
                <a:lnTo>
                  <a:pt x="799114" y="190418"/>
                </a:lnTo>
                <a:lnTo>
                  <a:pt x="800017" y="188167"/>
                </a:lnTo>
                <a:lnTo>
                  <a:pt x="800921" y="185915"/>
                </a:lnTo>
                <a:lnTo>
                  <a:pt x="801825" y="183660"/>
                </a:lnTo>
                <a:lnTo>
                  <a:pt x="802728" y="181406"/>
                </a:lnTo>
                <a:lnTo>
                  <a:pt x="803632" y="179152"/>
                </a:lnTo>
                <a:lnTo>
                  <a:pt x="804536" y="176898"/>
                </a:lnTo>
                <a:lnTo>
                  <a:pt x="805441" y="174643"/>
                </a:lnTo>
                <a:lnTo>
                  <a:pt x="806345" y="172391"/>
                </a:lnTo>
                <a:lnTo>
                  <a:pt x="807249" y="170138"/>
                </a:lnTo>
                <a:lnTo>
                  <a:pt x="808152" y="167887"/>
                </a:lnTo>
                <a:lnTo>
                  <a:pt x="809056" y="165638"/>
                </a:lnTo>
                <a:lnTo>
                  <a:pt x="809960" y="163392"/>
                </a:lnTo>
                <a:lnTo>
                  <a:pt x="810865" y="161148"/>
                </a:lnTo>
                <a:lnTo>
                  <a:pt x="811769" y="158907"/>
                </a:lnTo>
                <a:lnTo>
                  <a:pt x="812672" y="156669"/>
                </a:lnTo>
                <a:lnTo>
                  <a:pt x="813576" y="154433"/>
                </a:lnTo>
                <a:lnTo>
                  <a:pt x="814480" y="152204"/>
                </a:lnTo>
                <a:lnTo>
                  <a:pt x="815385" y="149978"/>
                </a:lnTo>
                <a:lnTo>
                  <a:pt x="816289" y="147755"/>
                </a:lnTo>
                <a:lnTo>
                  <a:pt x="817193" y="145539"/>
                </a:lnTo>
                <a:lnTo>
                  <a:pt x="818096" y="143328"/>
                </a:lnTo>
                <a:lnTo>
                  <a:pt x="819000" y="141122"/>
                </a:lnTo>
                <a:lnTo>
                  <a:pt x="819904" y="138923"/>
                </a:lnTo>
                <a:lnTo>
                  <a:pt x="820809" y="136730"/>
                </a:lnTo>
                <a:lnTo>
                  <a:pt x="821713" y="134544"/>
                </a:lnTo>
                <a:lnTo>
                  <a:pt x="822617" y="132364"/>
                </a:lnTo>
                <a:lnTo>
                  <a:pt x="823520" y="130192"/>
                </a:lnTo>
                <a:lnTo>
                  <a:pt x="824424" y="128028"/>
                </a:lnTo>
                <a:lnTo>
                  <a:pt x="825328" y="125872"/>
                </a:lnTo>
                <a:lnTo>
                  <a:pt x="826231" y="123724"/>
                </a:lnTo>
                <a:lnTo>
                  <a:pt x="827137" y="121586"/>
                </a:lnTo>
                <a:lnTo>
                  <a:pt x="828040" y="119456"/>
                </a:lnTo>
                <a:lnTo>
                  <a:pt x="828944" y="117336"/>
                </a:lnTo>
                <a:lnTo>
                  <a:pt x="829848" y="115226"/>
                </a:lnTo>
                <a:lnTo>
                  <a:pt x="830751" y="113125"/>
                </a:lnTo>
                <a:lnTo>
                  <a:pt x="831655" y="111036"/>
                </a:lnTo>
                <a:lnTo>
                  <a:pt x="832560" y="108957"/>
                </a:lnTo>
                <a:lnTo>
                  <a:pt x="833464" y="106889"/>
                </a:lnTo>
                <a:lnTo>
                  <a:pt x="834368" y="104832"/>
                </a:lnTo>
                <a:lnTo>
                  <a:pt x="835272" y="102788"/>
                </a:lnTo>
                <a:lnTo>
                  <a:pt x="836175" y="100756"/>
                </a:lnTo>
                <a:lnTo>
                  <a:pt x="837081" y="98735"/>
                </a:lnTo>
                <a:lnTo>
                  <a:pt x="837984" y="96728"/>
                </a:lnTo>
                <a:lnTo>
                  <a:pt x="838888" y="94734"/>
                </a:lnTo>
                <a:lnTo>
                  <a:pt x="839792" y="92753"/>
                </a:lnTo>
                <a:lnTo>
                  <a:pt x="840695" y="90786"/>
                </a:lnTo>
                <a:lnTo>
                  <a:pt x="841599" y="88833"/>
                </a:lnTo>
                <a:lnTo>
                  <a:pt x="842504" y="86894"/>
                </a:lnTo>
                <a:lnTo>
                  <a:pt x="843408" y="84969"/>
                </a:lnTo>
                <a:lnTo>
                  <a:pt x="844312" y="83060"/>
                </a:lnTo>
                <a:lnTo>
                  <a:pt x="845216" y="81166"/>
                </a:lnTo>
                <a:lnTo>
                  <a:pt x="846119" y="79287"/>
                </a:lnTo>
                <a:lnTo>
                  <a:pt x="847023" y="77424"/>
                </a:lnTo>
                <a:lnTo>
                  <a:pt x="847927" y="75578"/>
                </a:lnTo>
                <a:lnTo>
                  <a:pt x="848832" y="73747"/>
                </a:lnTo>
                <a:lnTo>
                  <a:pt x="849736" y="71934"/>
                </a:lnTo>
                <a:lnTo>
                  <a:pt x="850639" y="70137"/>
                </a:lnTo>
                <a:lnTo>
                  <a:pt x="851543" y="68358"/>
                </a:lnTo>
                <a:lnTo>
                  <a:pt x="852447" y="66595"/>
                </a:lnTo>
                <a:lnTo>
                  <a:pt x="853350" y="64851"/>
                </a:lnTo>
                <a:lnTo>
                  <a:pt x="854256" y="63125"/>
                </a:lnTo>
                <a:lnTo>
                  <a:pt x="855160" y="61418"/>
                </a:lnTo>
                <a:lnTo>
                  <a:pt x="856063" y="59729"/>
                </a:lnTo>
                <a:lnTo>
                  <a:pt x="856967" y="58059"/>
                </a:lnTo>
                <a:lnTo>
                  <a:pt x="857871" y="56408"/>
                </a:lnTo>
                <a:lnTo>
                  <a:pt x="858776" y="54776"/>
                </a:lnTo>
                <a:lnTo>
                  <a:pt x="859680" y="53165"/>
                </a:lnTo>
                <a:lnTo>
                  <a:pt x="860583" y="51573"/>
                </a:lnTo>
                <a:lnTo>
                  <a:pt x="861487" y="50001"/>
                </a:lnTo>
                <a:lnTo>
                  <a:pt x="862391" y="48450"/>
                </a:lnTo>
                <a:lnTo>
                  <a:pt x="863294" y="46919"/>
                </a:lnTo>
                <a:lnTo>
                  <a:pt x="864200" y="45409"/>
                </a:lnTo>
                <a:lnTo>
                  <a:pt x="865104" y="43921"/>
                </a:lnTo>
                <a:lnTo>
                  <a:pt x="866007" y="42454"/>
                </a:lnTo>
                <a:lnTo>
                  <a:pt x="866911" y="41008"/>
                </a:lnTo>
                <a:lnTo>
                  <a:pt x="867815" y="39585"/>
                </a:lnTo>
                <a:lnTo>
                  <a:pt x="868718" y="38183"/>
                </a:lnTo>
                <a:lnTo>
                  <a:pt x="869622" y="36804"/>
                </a:lnTo>
                <a:lnTo>
                  <a:pt x="870527" y="35447"/>
                </a:lnTo>
                <a:lnTo>
                  <a:pt x="871431" y="34113"/>
                </a:lnTo>
                <a:lnTo>
                  <a:pt x="872335" y="32802"/>
                </a:lnTo>
                <a:lnTo>
                  <a:pt x="873238" y="31514"/>
                </a:lnTo>
                <a:lnTo>
                  <a:pt x="874142" y="30250"/>
                </a:lnTo>
                <a:lnTo>
                  <a:pt x="875046" y="29009"/>
                </a:lnTo>
                <a:lnTo>
                  <a:pt x="875951" y="27791"/>
                </a:lnTo>
                <a:lnTo>
                  <a:pt x="876855" y="26598"/>
                </a:lnTo>
                <a:lnTo>
                  <a:pt x="877759" y="25429"/>
                </a:lnTo>
                <a:lnTo>
                  <a:pt x="878662" y="24284"/>
                </a:lnTo>
                <a:lnTo>
                  <a:pt x="879566" y="23164"/>
                </a:lnTo>
                <a:lnTo>
                  <a:pt x="880470" y="22068"/>
                </a:lnTo>
                <a:lnTo>
                  <a:pt x="881375" y="20997"/>
                </a:lnTo>
                <a:lnTo>
                  <a:pt x="882279" y="19951"/>
                </a:lnTo>
                <a:lnTo>
                  <a:pt x="883182" y="18931"/>
                </a:lnTo>
                <a:lnTo>
                  <a:pt x="884086" y="17935"/>
                </a:lnTo>
                <a:lnTo>
                  <a:pt x="884990" y="16965"/>
                </a:lnTo>
                <a:lnTo>
                  <a:pt x="885895" y="16021"/>
                </a:lnTo>
                <a:lnTo>
                  <a:pt x="886799" y="15103"/>
                </a:lnTo>
                <a:lnTo>
                  <a:pt x="887703" y="14211"/>
                </a:lnTo>
                <a:lnTo>
                  <a:pt x="888606" y="13344"/>
                </a:lnTo>
                <a:lnTo>
                  <a:pt x="889510" y="12504"/>
                </a:lnTo>
                <a:lnTo>
                  <a:pt x="890414" y="11690"/>
                </a:lnTo>
                <a:lnTo>
                  <a:pt x="891319" y="10903"/>
                </a:lnTo>
                <a:lnTo>
                  <a:pt x="892223" y="10142"/>
                </a:lnTo>
                <a:lnTo>
                  <a:pt x="893126" y="9409"/>
                </a:lnTo>
                <a:lnTo>
                  <a:pt x="894030" y="8702"/>
                </a:lnTo>
                <a:lnTo>
                  <a:pt x="894934" y="8021"/>
                </a:lnTo>
                <a:lnTo>
                  <a:pt x="895837" y="7368"/>
                </a:lnTo>
                <a:lnTo>
                  <a:pt x="896741" y="6742"/>
                </a:lnTo>
                <a:lnTo>
                  <a:pt x="897647" y="6144"/>
                </a:lnTo>
                <a:lnTo>
                  <a:pt x="898550" y="5572"/>
                </a:lnTo>
                <a:lnTo>
                  <a:pt x="899454" y="5029"/>
                </a:lnTo>
                <a:lnTo>
                  <a:pt x="900358" y="4512"/>
                </a:lnTo>
                <a:lnTo>
                  <a:pt x="901261" y="4024"/>
                </a:lnTo>
                <a:lnTo>
                  <a:pt x="902165" y="3563"/>
                </a:lnTo>
                <a:lnTo>
                  <a:pt x="903070" y="3130"/>
                </a:lnTo>
                <a:lnTo>
                  <a:pt x="903974" y="2724"/>
                </a:lnTo>
                <a:lnTo>
                  <a:pt x="904878" y="2347"/>
                </a:lnTo>
                <a:lnTo>
                  <a:pt x="905782" y="1997"/>
                </a:lnTo>
                <a:lnTo>
                  <a:pt x="906685" y="1676"/>
                </a:lnTo>
                <a:lnTo>
                  <a:pt x="907591" y="1382"/>
                </a:lnTo>
                <a:lnTo>
                  <a:pt x="908494" y="1117"/>
                </a:lnTo>
                <a:lnTo>
                  <a:pt x="909398" y="880"/>
                </a:lnTo>
                <a:lnTo>
                  <a:pt x="910302" y="671"/>
                </a:lnTo>
                <a:lnTo>
                  <a:pt x="911205" y="490"/>
                </a:lnTo>
                <a:lnTo>
                  <a:pt x="912109" y="338"/>
                </a:lnTo>
                <a:lnTo>
                  <a:pt x="913014" y="214"/>
                </a:lnTo>
                <a:lnTo>
                  <a:pt x="913918" y="118"/>
                </a:lnTo>
                <a:lnTo>
                  <a:pt x="914822" y="50"/>
                </a:lnTo>
                <a:lnTo>
                  <a:pt x="915725" y="11"/>
                </a:lnTo>
                <a:lnTo>
                  <a:pt x="916629" y="0"/>
                </a:lnTo>
                <a:lnTo>
                  <a:pt x="917533" y="17"/>
                </a:lnTo>
                <a:lnTo>
                  <a:pt x="918437" y="63"/>
                </a:lnTo>
                <a:lnTo>
                  <a:pt x="919342" y="137"/>
                </a:lnTo>
                <a:lnTo>
                  <a:pt x="920246" y="240"/>
                </a:lnTo>
                <a:lnTo>
                  <a:pt x="921149" y="370"/>
                </a:lnTo>
                <a:lnTo>
                  <a:pt x="922053" y="529"/>
                </a:lnTo>
                <a:lnTo>
                  <a:pt x="922957" y="716"/>
                </a:lnTo>
                <a:lnTo>
                  <a:pt x="923860" y="932"/>
                </a:lnTo>
                <a:lnTo>
                  <a:pt x="924766" y="1175"/>
                </a:lnTo>
                <a:lnTo>
                  <a:pt x="925669" y="1447"/>
                </a:lnTo>
                <a:lnTo>
                  <a:pt x="926573" y="1747"/>
                </a:lnTo>
                <a:lnTo>
                  <a:pt x="927477" y="2075"/>
                </a:lnTo>
                <a:lnTo>
                  <a:pt x="928381" y="2431"/>
                </a:lnTo>
                <a:lnTo>
                  <a:pt x="929286" y="2814"/>
                </a:lnTo>
                <a:lnTo>
                  <a:pt x="930190" y="3226"/>
                </a:lnTo>
                <a:lnTo>
                  <a:pt x="931093" y="3666"/>
                </a:lnTo>
                <a:lnTo>
                  <a:pt x="931997" y="4133"/>
                </a:lnTo>
                <a:lnTo>
                  <a:pt x="932901" y="4628"/>
                </a:lnTo>
                <a:lnTo>
                  <a:pt x="933804" y="5150"/>
                </a:lnTo>
                <a:lnTo>
                  <a:pt x="934710" y="5700"/>
                </a:lnTo>
                <a:lnTo>
                  <a:pt x="935613" y="6278"/>
                </a:lnTo>
                <a:lnTo>
                  <a:pt x="936517" y="6883"/>
                </a:lnTo>
                <a:lnTo>
                  <a:pt x="937421" y="7515"/>
                </a:lnTo>
                <a:lnTo>
                  <a:pt x="938325" y="8174"/>
                </a:lnTo>
                <a:lnTo>
                  <a:pt x="939228" y="8860"/>
                </a:lnTo>
                <a:lnTo>
                  <a:pt x="940132" y="9574"/>
                </a:lnTo>
                <a:lnTo>
                  <a:pt x="941037" y="10314"/>
                </a:lnTo>
                <a:lnTo>
                  <a:pt x="941941" y="11080"/>
                </a:lnTo>
                <a:lnTo>
                  <a:pt x="942845" y="11874"/>
                </a:lnTo>
                <a:lnTo>
                  <a:pt x="943748" y="12693"/>
                </a:lnTo>
                <a:lnTo>
                  <a:pt x="944652" y="13539"/>
                </a:lnTo>
                <a:lnTo>
                  <a:pt x="945556" y="14412"/>
                </a:lnTo>
                <a:lnTo>
                  <a:pt x="946461" y="15310"/>
                </a:lnTo>
                <a:lnTo>
                  <a:pt x="947365" y="16234"/>
                </a:lnTo>
                <a:lnTo>
                  <a:pt x="948269" y="17184"/>
                </a:lnTo>
                <a:lnTo>
                  <a:pt x="949172" y="18160"/>
                </a:lnTo>
                <a:lnTo>
                  <a:pt x="950076" y="19161"/>
                </a:lnTo>
                <a:lnTo>
                  <a:pt x="950981" y="20188"/>
                </a:lnTo>
                <a:lnTo>
                  <a:pt x="951885" y="21239"/>
                </a:lnTo>
                <a:lnTo>
                  <a:pt x="952789" y="22316"/>
                </a:lnTo>
                <a:lnTo>
                  <a:pt x="953692" y="23417"/>
                </a:lnTo>
                <a:lnTo>
                  <a:pt x="954596" y="24543"/>
                </a:lnTo>
                <a:lnTo>
                  <a:pt x="955500" y="25693"/>
                </a:lnTo>
                <a:lnTo>
                  <a:pt x="956405" y="26868"/>
                </a:lnTo>
                <a:lnTo>
                  <a:pt x="957309" y="28067"/>
                </a:lnTo>
                <a:lnTo>
                  <a:pt x="958213" y="29289"/>
                </a:lnTo>
                <a:lnTo>
                  <a:pt x="959116" y="30536"/>
                </a:lnTo>
                <a:lnTo>
                  <a:pt x="960020" y="31806"/>
                </a:lnTo>
                <a:lnTo>
                  <a:pt x="960924" y="33099"/>
                </a:lnTo>
                <a:lnTo>
                  <a:pt x="961827" y="34415"/>
                </a:lnTo>
                <a:lnTo>
                  <a:pt x="962733" y="35754"/>
                </a:lnTo>
                <a:lnTo>
                  <a:pt x="963636" y="37116"/>
                </a:lnTo>
                <a:lnTo>
                  <a:pt x="964540" y="38501"/>
                </a:lnTo>
                <a:lnTo>
                  <a:pt x="965444" y="39907"/>
                </a:lnTo>
                <a:lnTo>
                  <a:pt x="966347" y="41336"/>
                </a:lnTo>
                <a:lnTo>
                  <a:pt x="967251" y="42786"/>
                </a:lnTo>
                <a:lnTo>
                  <a:pt x="968156" y="44258"/>
                </a:lnTo>
                <a:lnTo>
                  <a:pt x="969060" y="45752"/>
                </a:lnTo>
                <a:lnTo>
                  <a:pt x="969964" y="47266"/>
                </a:lnTo>
                <a:lnTo>
                  <a:pt x="970868" y="48802"/>
                </a:lnTo>
                <a:lnTo>
                  <a:pt x="971771" y="50357"/>
                </a:lnTo>
                <a:lnTo>
                  <a:pt x="972677" y="51934"/>
                </a:lnTo>
                <a:lnTo>
                  <a:pt x="973580" y="53530"/>
                </a:lnTo>
                <a:lnTo>
                  <a:pt x="974484" y="55147"/>
                </a:lnTo>
                <a:lnTo>
                  <a:pt x="975388" y="56783"/>
                </a:lnTo>
                <a:lnTo>
                  <a:pt x="976291" y="58438"/>
                </a:lnTo>
                <a:lnTo>
                  <a:pt x="977195" y="60112"/>
                </a:lnTo>
                <a:lnTo>
                  <a:pt x="978100" y="61806"/>
                </a:lnTo>
                <a:lnTo>
                  <a:pt x="979004" y="63517"/>
                </a:lnTo>
                <a:lnTo>
                  <a:pt x="979908" y="65248"/>
                </a:lnTo>
                <a:lnTo>
                  <a:pt x="980812" y="66996"/>
                </a:lnTo>
                <a:lnTo>
                  <a:pt x="981715" y="68762"/>
                </a:lnTo>
                <a:lnTo>
                  <a:pt x="982619" y="70545"/>
                </a:lnTo>
                <a:lnTo>
                  <a:pt x="983523" y="72346"/>
                </a:lnTo>
                <a:lnTo>
                  <a:pt x="984428" y="74163"/>
                </a:lnTo>
                <a:lnTo>
                  <a:pt x="985332" y="75997"/>
                </a:lnTo>
                <a:lnTo>
                  <a:pt x="986235" y="77848"/>
                </a:lnTo>
                <a:lnTo>
                  <a:pt x="987139" y="79714"/>
                </a:lnTo>
                <a:lnTo>
                  <a:pt x="988043" y="81596"/>
                </a:lnTo>
                <a:lnTo>
                  <a:pt x="988947" y="83494"/>
                </a:lnTo>
                <a:lnTo>
                  <a:pt x="989852" y="85407"/>
                </a:lnTo>
                <a:lnTo>
                  <a:pt x="990756" y="87335"/>
                </a:lnTo>
                <a:lnTo>
                  <a:pt x="991659" y="89277"/>
                </a:lnTo>
                <a:lnTo>
                  <a:pt x="992563" y="91233"/>
                </a:lnTo>
                <a:lnTo>
                  <a:pt x="993467" y="93204"/>
                </a:lnTo>
                <a:lnTo>
                  <a:pt x="994372" y="95188"/>
                </a:lnTo>
              </a:path>
            </a:pathLst>
          </a:custGeom>
          <a:noFill/>
          <a:ln w="28575" cap="flat">
            <a:solidFill>
              <a:srgbClr val="C0000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+mn-ea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439561AB-55F5-4BB4-A794-DC6F9A145A31}"/>
              </a:ext>
            </a:extLst>
          </p:cNvPr>
          <p:cNvSpPr/>
          <p:nvPr/>
        </p:nvSpPr>
        <p:spPr>
          <a:xfrm>
            <a:off x="4996044" y="1802440"/>
            <a:ext cx="407556" cy="358818"/>
          </a:xfrm>
          <a:custGeom>
            <a:avLst/>
            <a:gdLst>
              <a:gd name="connsiteX0" fmla="*/ 0 w 994371"/>
              <a:gd name="connsiteY0" fmla="*/ 2724 h 358818"/>
              <a:gd name="connsiteX1" fmla="*/ 904 w 994371"/>
              <a:gd name="connsiteY1" fmla="*/ 2347 h 358818"/>
              <a:gd name="connsiteX2" fmla="*/ 1807 w 994371"/>
              <a:gd name="connsiteY2" fmla="*/ 1997 h 358818"/>
              <a:gd name="connsiteX3" fmla="*/ 2713 w 994371"/>
              <a:gd name="connsiteY3" fmla="*/ 1676 h 358818"/>
              <a:gd name="connsiteX4" fmla="*/ 3616 w 994371"/>
              <a:gd name="connsiteY4" fmla="*/ 1382 h 358818"/>
              <a:gd name="connsiteX5" fmla="*/ 4520 w 994371"/>
              <a:gd name="connsiteY5" fmla="*/ 1117 h 358818"/>
              <a:gd name="connsiteX6" fmla="*/ 5424 w 994371"/>
              <a:gd name="connsiteY6" fmla="*/ 880 h 358818"/>
              <a:gd name="connsiteX7" fmla="*/ 6328 w 994371"/>
              <a:gd name="connsiteY7" fmla="*/ 671 h 358818"/>
              <a:gd name="connsiteX8" fmla="*/ 7231 w 994371"/>
              <a:gd name="connsiteY8" fmla="*/ 490 h 358818"/>
              <a:gd name="connsiteX9" fmla="*/ 8137 w 994371"/>
              <a:gd name="connsiteY9" fmla="*/ 338 h 358818"/>
              <a:gd name="connsiteX10" fmla="*/ 9040 w 994371"/>
              <a:gd name="connsiteY10" fmla="*/ 214 h 358818"/>
              <a:gd name="connsiteX11" fmla="*/ 9944 w 994371"/>
              <a:gd name="connsiteY11" fmla="*/ 118 h 358818"/>
              <a:gd name="connsiteX12" fmla="*/ 10848 w 994371"/>
              <a:gd name="connsiteY12" fmla="*/ 50 h 358818"/>
              <a:gd name="connsiteX13" fmla="*/ 11751 w 994371"/>
              <a:gd name="connsiteY13" fmla="*/ 11 h 358818"/>
              <a:gd name="connsiteX14" fmla="*/ 12655 w 994371"/>
              <a:gd name="connsiteY14" fmla="*/ 0 h 358818"/>
              <a:gd name="connsiteX15" fmla="*/ 13560 w 994371"/>
              <a:gd name="connsiteY15" fmla="*/ 17 h 358818"/>
              <a:gd name="connsiteX16" fmla="*/ 14464 w 994371"/>
              <a:gd name="connsiteY16" fmla="*/ 63 h 358818"/>
              <a:gd name="connsiteX17" fmla="*/ 15368 w 994371"/>
              <a:gd name="connsiteY17" fmla="*/ 137 h 358818"/>
              <a:gd name="connsiteX18" fmla="*/ 16272 w 994371"/>
              <a:gd name="connsiteY18" fmla="*/ 240 h 358818"/>
              <a:gd name="connsiteX19" fmla="*/ 17175 w 994371"/>
              <a:gd name="connsiteY19" fmla="*/ 370 h 358818"/>
              <a:gd name="connsiteX20" fmla="*/ 18079 w 994371"/>
              <a:gd name="connsiteY20" fmla="*/ 529 h 358818"/>
              <a:gd name="connsiteX21" fmla="*/ 18984 w 994371"/>
              <a:gd name="connsiteY21" fmla="*/ 716 h 358818"/>
              <a:gd name="connsiteX22" fmla="*/ 19888 w 994371"/>
              <a:gd name="connsiteY22" fmla="*/ 932 h 358818"/>
              <a:gd name="connsiteX23" fmla="*/ 20792 w 994371"/>
              <a:gd name="connsiteY23" fmla="*/ 1175 h 358818"/>
              <a:gd name="connsiteX24" fmla="*/ 21695 w 994371"/>
              <a:gd name="connsiteY24" fmla="*/ 1447 h 358818"/>
              <a:gd name="connsiteX25" fmla="*/ 22599 w 994371"/>
              <a:gd name="connsiteY25" fmla="*/ 1747 h 358818"/>
              <a:gd name="connsiteX26" fmla="*/ 23503 w 994371"/>
              <a:gd name="connsiteY26" fmla="*/ 2075 h 358818"/>
              <a:gd name="connsiteX27" fmla="*/ 24408 w 994371"/>
              <a:gd name="connsiteY27" fmla="*/ 2431 h 358818"/>
              <a:gd name="connsiteX28" fmla="*/ 25312 w 994371"/>
              <a:gd name="connsiteY28" fmla="*/ 2814 h 358818"/>
              <a:gd name="connsiteX29" fmla="*/ 26216 w 994371"/>
              <a:gd name="connsiteY29" fmla="*/ 3226 h 358818"/>
              <a:gd name="connsiteX30" fmla="*/ 27119 w 994371"/>
              <a:gd name="connsiteY30" fmla="*/ 3666 h 358818"/>
              <a:gd name="connsiteX31" fmla="*/ 28023 w 994371"/>
              <a:gd name="connsiteY31" fmla="*/ 4133 h 358818"/>
              <a:gd name="connsiteX32" fmla="*/ 28927 w 994371"/>
              <a:gd name="connsiteY32" fmla="*/ 4628 h 358818"/>
              <a:gd name="connsiteX33" fmla="*/ 29832 w 994371"/>
              <a:gd name="connsiteY33" fmla="*/ 5150 h 358818"/>
              <a:gd name="connsiteX34" fmla="*/ 30736 w 994371"/>
              <a:gd name="connsiteY34" fmla="*/ 5700 h 358818"/>
              <a:gd name="connsiteX35" fmla="*/ 31639 w 994371"/>
              <a:gd name="connsiteY35" fmla="*/ 6278 h 358818"/>
              <a:gd name="connsiteX36" fmla="*/ 32543 w 994371"/>
              <a:gd name="connsiteY36" fmla="*/ 6883 h 358818"/>
              <a:gd name="connsiteX37" fmla="*/ 33447 w 994371"/>
              <a:gd name="connsiteY37" fmla="*/ 7515 h 358818"/>
              <a:gd name="connsiteX38" fmla="*/ 34352 w 994371"/>
              <a:gd name="connsiteY38" fmla="*/ 8174 h 358818"/>
              <a:gd name="connsiteX39" fmla="*/ 35256 w 994371"/>
              <a:gd name="connsiteY39" fmla="*/ 8860 h 358818"/>
              <a:gd name="connsiteX40" fmla="*/ 36160 w 994371"/>
              <a:gd name="connsiteY40" fmla="*/ 9574 h 358818"/>
              <a:gd name="connsiteX41" fmla="*/ 37063 w 994371"/>
              <a:gd name="connsiteY41" fmla="*/ 10314 h 358818"/>
              <a:gd name="connsiteX42" fmla="*/ 37967 w 994371"/>
              <a:gd name="connsiteY42" fmla="*/ 11080 h 358818"/>
              <a:gd name="connsiteX43" fmla="*/ 38871 w 994371"/>
              <a:gd name="connsiteY43" fmla="*/ 11874 h 358818"/>
              <a:gd name="connsiteX44" fmla="*/ 39776 w 994371"/>
              <a:gd name="connsiteY44" fmla="*/ 12693 h 358818"/>
              <a:gd name="connsiteX45" fmla="*/ 40680 w 994371"/>
              <a:gd name="connsiteY45" fmla="*/ 13539 h 358818"/>
              <a:gd name="connsiteX46" fmla="*/ 41583 w 994371"/>
              <a:gd name="connsiteY46" fmla="*/ 14412 h 358818"/>
              <a:gd name="connsiteX47" fmla="*/ 42487 w 994371"/>
              <a:gd name="connsiteY47" fmla="*/ 15310 h 358818"/>
              <a:gd name="connsiteX48" fmla="*/ 43391 w 994371"/>
              <a:gd name="connsiteY48" fmla="*/ 16234 h 358818"/>
              <a:gd name="connsiteX49" fmla="*/ 44294 w 994371"/>
              <a:gd name="connsiteY49" fmla="*/ 17184 h 358818"/>
              <a:gd name="connsiteX50" fmla="*/ 45200 w 994371"/>
              <a:gd name="connsiteY50" fmla="*/ 18160 h 358818"/>
              <a:gd name="connsiteX51" fmla="*/ 46103 w 994371"/>
              <a:gd name="connsiteY51" fmla="*/ 19161 h 358818"/>
              <a:gd name="connsiteX52" fmla="*/ 47007 w 994371"/>
              <a:gd name="connsiteY52" fmla="*/ 20188 h 358818"/>
              <a:gd name="connsiteX53" fmla="*/ 47911 w 994371"/>
              <a:gd name="connsiteY53" fmla="*/ 21239 h 358818"/>
              <a:gd name="connsiteX54" fmla="*/ 48815 w 994371"/>
              <a:gd name="connsiteY54" fmla="*/ 22316 h 358818"/>
              <a:gd name="connsiteX55" fmla="*/ 49718 w 994371"/>
              <a:gd name="connsiteY55" fmla="*/ 23417 h 358818"/>
              <a:gd name="connsiteX56" fmla="*/ 50624 w 994371"/>
              <a:gd name="connsiteY56" fmla="*/ 24543 h 358818"/>
              <a:gd name="connsiteX57" fmla="*/ 51527 w 994371"/>
              <a:gd name="connsiteY57" fmla="*/ 25693 h 358818"/>
              <a:gd name="connsiteX58" fmla="*/ 52431 w 994371"/>
              <a:gd name="connsiteY58" fmla="*/ 26868 h 358818"/>
              <a:gd name="connsiteX59" fmla="*/ 53335 w 994371"/>
              <a:gd name="connsiteY59" fmla="*/ 28067 h 358818"/>
              <a:gd name="connsiteX60" fmla="*/ 54238 w 994371"/>
              <a:gd name="connsiteY60" fmla="*/ 29289 h 358818"/>
              <a:gd name="connsiteX61" fmla="*/ 55142 w 994371"/>
              <a:gd name="connsiteY61" fmla="*/ 30536 h 358818"/>
              <a:gd name="connsiteX62" fmla="*/ 56047 w 994371"/>
              <a:gd name="connsiteY62" fmla="*/ 31806 h 358818"/>
              <a:gd name="connsiteX63" fmla="*/ 56951 w 994371"/>
              <a:gd name="connsiteY63" fmla="*/ 33099 h 358818"/>
              <a:gd name="connsiteX64" fmla="*/ 57855 w 994371"/>
              <a:gd name="connsiteY64" fmla="*/ 34415 h 358818"/>
              <a:gd name="connsiteX65" fmla="*/ 58759 w 994371"/>
              <a:gd name="connsiteY65" fmla="*/ 35754 h 358818"/>
              <a:gd name="connsiteX66" fmla="*/ 59662 w 994371"/>
              <a:gd name="connsiteY66" fmla="*/ 37116 h 358818"/>
              <a:gd name="connsiteX67" fmla="*/ 60566 w 994371"/>
              <a:gd name="connsiteY67" fmla="*/ 38501 h 358818"/>
              <a:gd name="connsiteX68" fmla="*/ 61471 w 994371"/>
              <a:gd name="connsiteY68" fmla="*/ 39907 h 358818"/>
              <a:gd name="connsiteX69" fmla="*/ 62375 w 994371"/>
              <a:gd name="connsiteY69" fmla="*/ 41336 h 358818"/>
              <a:gd name="connsiteX70" fmla="*/ 63279 w 994371"/>
              <a:gd name="connsiteY70" fmla="*/ 42786 h 358818"/>
              <a:gd name="connsiteX71" fmla="*/ 64182 w 994371"/>
              <a:gd name="connsiteY71" fmla="*/ 44258 h 358818"/>
              <a:gd name="connsiteX72" fmla="*/ 65086 w 994371"/>
              <a:gd name="connsiteY72" fmla="*/ 45752 h 358818"/>
              <a:gd name="connsiteX73" fmla="*/ 65990 w 994371"/>
              <a:gd name="connsiteY73" fmla="*/ 47266 h 358818"/>
              <a:gd name="connsiteX74" fmla="*/ 66893 w 994371"/>
              <a:gd name="connsiteY74" fmla="*/ 48802 h 358818"/>
              <a:gd name="connsiteX75" fmla="*/ 67799 w 994371"/>
              <a:gd name="connsiteY75" fmla="*/ 50357 h 358818"/>
              <a:gd name="connsiteX76" fmla="*/ 68703 w 994371"/>
              <a:gd name="connsiteY76" fmla="*/ 51934 h 358818"/>
              <a:gd name="connsiteX77" fmla="*/ 69606 w 994371"/>
              <a:gd name="connsiteY77" fmla="*/ 53530 h 358818"/>
              <a:gd name="connsiteX78" fmla="*/ 70510 w 994371"/>
              <a:gd name="connsiteY78" fmla="*/ 55147 h 358818"/>
              <a:gd name="connsiteX79" fmla="*/ 71414 w 994371"/>
              <a:gd name="connsiteY79" fmla="*/ 56783 h 358818"/>
              <a:gd name="connsiteX80" fmla="*/ 72317 w 994371"/>
              <a:gd name="connsiteY80" fmla="*/ 58438 h 358818"/>
              <a:gd name="connsiteX81" fmla="*/ 73223 w 994371"/>
              <a:gd name="connsiteY81" fmla="*/ 60112 h 358818"/>
              <a:gd name="connsiteX82" fmla="*/ 74126 w 994371"/>
              <a:gd name="connsiteY82" fmla="*/ 61806 h 358818"/>
              <a:gd name="connsiteX83" fmla="*/ 75030 w 994371"/>
              <a:gd name="connsiteY83" fmla="*/ 63517 h 358818"/>
              <a:gd name="connsiteX84" fmla="*/ 75934 w 994371"/>
              <a:gd name="connsiteY84" fmla="*/ 65248 h 358818"/>
              <a:gd name="connsiteX85" fmla="*/ 76837 w 994371"/>
              <a:gd name="connsiteY85" fmla="*/ 66996 h 358818"/>
              <a:gd name="connsiteX86" fmla="*/ 77741 w 994371"/>
              <a:gd name="connsiteY86" fmla="*/ 68762 h 358818"/>
              <a:gd name="connsiteX87" fmla="*/ 78647 w 994371"/>
              <a:gd name="connsiteY87" fmla="*/ 70545 h 358818"/>
              <a:gd name="connsiteX88" fmla="*/ 79550 w 994371"/>
              <a:gd name="connsiteY88" fmla="*/ 72346 h 358818"/>
              <a:gd name="connsiteX89" fmla="*/ 80454 w 994371"/>
              <a:gd name="connsiteY89" fmla="*/ 74163 h 358818"/>
              <a:gd name="connsiteX90" fmla="*/ 81358 w 994371"/>
              <a:gd name="connsiteY90" fmla="*/ 75997 h 358818"/>
              <a:gd name="connsiteX91" fmla="*/ 82261 w 994371"/>
              <a:gd name="connsiteY91" fmla="*/ 77848 h 358818"/>
              <a:gd name="connsiteX92" fmla="*/ 83165 w 994371"/>
              <a:gd name="connsiteY92" fmla="*/ 79714 h 358818"/>
              <a:gd name="connsiteX93" fmla="*/ 84070 w 994371"/>
              <a:gd name="connsiteY93" fmla="*/ 81596 h 358818"/>
              <a:gd name="connsiteX94" fmla="*/ 84974 w 994371"/>
              <a:gd name="connsiteY94" fmla="*/ 83494 h 358818"/>
              <a:gd name="connsiteX95" fmla="*/ 85878 w 994371"/>
              <a:gd name="connsiteY95" fmla="*/ 85407 h 358818"/>
              <a:gd name="connsiteX96" fmla="*/ 86781 w 994371"/>
              <a:gd name="connsiteY96" fmla="*/ 87335 h 358818"/>
              <a:gd name="connsiteX97" fmla="*/ 87685 w 994371"/>
              <a:gd name="connsiteY97" fmla="*/ 89277 h 358818"/>
              <a:gd name="connsiteX98" fmla="*/ 88589 w 994371"/>
              <a:gd name="connsiteY98" fmla="*/ 91233 h 358818"/>
              <a:gd name="connsiteX99" fmla="*/ 89494 w 994371"/>
              <a:gd name="connsiteY99" fmla="*/ 93204 h 358818"/>
              <a:gd name="connsiteX100" fmla="*/ 90398 w 994371"/>
              <a:gd name="connsiteY100" fmla="*/ 95188 h 358818"/>
              <a:gd name="connsiteX101" fmla="*/ 91302 w 994371"/>
              <a:gd name="connsiteY101" fmla="*/ 97185 h 358818"/>
              <a:gd name="connsiteX102" fmla="*/ 92205 w 994371"/>
              <a:gd name="connsiteY102" fmla="*/ 99195 h 358818"/>
              <a:gd name="connsiteX103" fmla="*/ 93109 w 994371"/>
              <a:gd name="connsiteY103" fmla="*/ 101218 h 358818"/>
              <a:gd name="connsiteX104" fmla="*/ 94013 w 994371"/>
              <a:gd name="connsiteY104" fmla="*/ 103253 h 358818"/>
              <a:gd name="connsiteX105" fmla="*/ 94918 w 994371"/>
              <a:gd name="connsiteY105" fmla="*/ 105300 h 358818"/>
              <a:gd name="connsiteX106" fmla="*/ 95822 w 994371"/>
              <a:gd name="connsiteY106" fmla="*/ 107359 h 358818"/>
              <a:gd name="connsiteX107" fmla="*/ 96725 w 994371"/>
              <a:gd name="connsiteY107" fmla="*/ 109430 h 358818"/>
              <a:gd name="connsiteX108" fmla="*/ 97629 w 994371"/>
              <a:gd name="connsiteY108" fmla="*/ 111511 h 358818"/>
              <a:gd name="connsiteX109" fmla="*/ 98533 w 994371"/>
              <a:gd name="connsiteY109" fmla="*/ 113603 h 358818"/>
              <a:gd name="connsiteX110" fmla="*/ 99437 w 994371"/>
              <a:gd name="connsiteY110" fmla="*/ 115706 h 358818"/>
              <a:gd name="connsiteX111" fmla="*/ 100342 w 994371"/>
              <a:gd name="connsiteY111" fmla="*/ 117819 h 358818"/>
              <a:gd name="connsiteX112" fmla="*/ 101246 w 994371"/>
              <a:gd name="connsiteY112" fmla="*/ 119941 h 358818"/>
              <a:gd name="connsiteX113" fmla="*/ 102149 w 994371"/>
              <a:gd name="connsiteY113" fmla="*/ 122073 h 358818"/>
              <a:gd name="connsiteX114" fmla="*/ 103053 w 994371"/>
              <a:gd name="connsiteY114" fmla="*/ 124213 h 358818"/>
              <a:gd name="connsiteX115" fmla="*/ 103957 w 994371"/>
              <a:gd name="connsiteY115" fmla="*/ 126363 h 358818"/>
              <a:gd name="connsiteX116" fmla="*/ 104860 w 994371"/>
              <a:gd name="connsiteY116" fmla="*/ 128521 h 358818"/>
              <a:gd name="connsiteX117" fmla="*/ 105766 w 994371"/>
              <a:gd name="connsiteY117" fmla="*/ 130687 h 358818"/>
              <a:gd name="connsiteX118" fmla="*/ 106669 w 994371"/>
              <a:gd name="connsiteY118" fmla="*/ 132860 h 358818"/>
              <a:gd name="connsiteX119" fmla="*/ 107573 w 994371"/>
              <a:gd name="connsiteY119" fmla="*/ 135040 h 358818"/>
              <a:gd name="connsiteX120" fmla="*/ 108477 w 994371"/>
              <a:gd name="connsiteY120" fmla="*/ 137228 h 358818"/>
              <a:gd name="connsiteX121" fmla="*/ 109381 w 994371"/>
              <a:gd name="connsiteY121" fmla="*/ 139424 h 358818"/>
              <a:gd name="connsiteX122" fmla="*/ 110284 w 994371"/>
              <a:gd name="connsiteY122" fmla="*/ 141625 h 358818"/>
              <a:gd name="connsiteX123" fmla="*/ 111190 w 994371"/>
              <a:gd name="connsiteY123" fmla="*/ 143831 h 358818"/>
              <a:gd name="connsiteX124" fmla="*/ 112093 w 994371"/>
              <a:gd name="connsiteY124" fmla="*/ 146044 h 358818"/>
              <a:gd name="connsiteX125" fmla="*/ 112997 w 994371"/>
              <a:gd name="connsiteY125" fmla="*/ 148262 h 358818"/>
              <a:gd name="connsiteX126" fmla="*/ 113901 w 994371"/>
              <a:gd name="connsiteY126" fmla="*/ 150485 h 358818"/>
              <a:gd name="connsiteX127" fmla="*/ 114804 w 994371"/>
              <a:gd name="connsiteY127" fmla="*/ 152712 h 358818"/>
              <a:gd name="connsiteX128" fmla="*/ 115708 w 994371"/>
              <a:gd name="connsiteY128" fmla="*/ 154943 h 358818"/>
              <a:gd name="connsiteX129" fmla="*/ 116613 w 994371"/>
              <a:gd name="connsiteY129" fmla="*/ 157179 h 358818"/>
              <a:gd name="connsiteX130" fmla="*/ 117517 w 994371"/>
              <a:gd name="connsiteY130" fmla="*/ 159417 h 358818"/>
              <a:gd name="connsiteX131" fmla="*/ 118421 w 994371"/>
              <a:gd name="connsiteY131" fmla="*/ 161659 h 358818"/>
              <a:gd name="connsiteX132" fmla="*/ 119324 w 994371"/>
              <a:gd name="connsiteY132" fmla="*/ 163904 h 358818"/>
              <a:gd name="connsiteX133" fmla="*/ 120228 w 994371"/>
              <a:gd name="connsiteY133" fmla="*/ 166151 h 358818"/>
              <a:gd name="connsiteX134" fmla="*/ 121132 w 994371"/>
              <a:gd name="connsiteY134" fmla="*/ 168401 h 358818"/>
              <a:gd name="connsiteX135" fmla="*/ 122037 w 994371"/>
              <a:gd name="connsiteY135" fmla="*/ 170652 h 358818"/>
              <a:gd name="connsiteX136" fmla="*/ 122941 w 994371"/>
              <a:gd name="connsiteY136" fmla="*/ 172904 h 358818"/>
              <a:gd name="connsiteX137" fmla="*/ 123845 w 994371"/>
              <a:gd name="connsiteY137" fmla="*/ 175158 h 358818"/>
              <a:gd name="connsiteX138" fmla="*/ 124748 w 994371"/>
              <a:gd name="connsiteY138" fmla="*/ 177413 h 358818"/>
              <a:gd name="connsiteX139" fmla="*/ 125652 w 994371"/>
              <a:gd name="connsiteY139" fmla="*/ 179667 h 358818"/>
              <a:gd name="connsiteX140" fmla="*/ 126556 w 994371"/>
              <a:gd name="connsiteY140" fmla="*/ 181921 h 358818"/>
              <a:gd name="connsiteX141" fmla="*/ 127461 w 994371"/>
              <a:gd name="connsiteY141" fmla="*/ 184175 h 358818"/>
              <a:gd name="connsiteX142" fmla="*/ 128365 w 994371"/>
              <a:gd name="connsiteY142" fmla="*/ 186428 h 358818"/>
              <a:gd name="connsiteX143" fmla="*/ 129268 w 994371"/>
              <a:gd name="connsiteY143" fmla="*/ 188681 h 358818"/>
              <a:gd name="connsiteX144" fmla="*/ 130172 w 994371"/>
              <a:gd name="connsiteY144" fmla="*/ 190931 h 358818"/>
              <a:gd name="connsiteX145" fmla="*/ 131076 w 994371"/>
              <a:gd name="connsiteY145" fmla="*/ 193181 h 358818"/>
              <a:gd name="connsiteX146" fmla="*/ 131980 w 994371"/>
              <a:gd name="connsiteY146" fmla="*/ 195427 h 358818"/>
              <a:gd name="connsiteX147" fmla="*/ 132885 w 994371"/>
              <a:gd name="connsiteY147" fmla="*/ 197671 h 358818"/>
              <a:gd name="connsiteX148" fmla="*/ 133789 w 994371"/>
              <a:gd name="connsiteY148" fmla="*/ 199912 h 358818"/>
              <a:gd name="connsiteX149" fmla="*/ 134692 w 994371"/>
              <a:gd name="connsiteY149" fmla="*/ 202150 h 358818"/>
              <a:gd name="connsiteX150" fmla="*/ 135596 w 994371"/>
              <a:gd name="connsiteY150" fmla="*/ 204385 h 358818"/>
              <a:gd name="connsiteX151" fmla="*/ 136500 w 994371"/>
              <a:gd name="connsiteY151" fmla="*/ 206615 h 358818"/>
              <a:gd name="connsiteX152" fmla="*/ 137405 w 994371"/>
              <a:gd name="connsiteY152" fmla="*/ 208841 h 358818"/>
              <a:gd name="connsiteX153" fmla="*/ 138309 w 994371"/>
              <a:gd name="connsiteY153" fmla="*/ 211064 h 358818"/>
              <a:gd name="connsiteX154" fmla="*/ 139212 w 994371"/>
              <a:gd name="connsiteY154" fmla="*/ 213280 h 358818"/>
              <a:gd name="connsiteX155" fmla="*/ 140116 w 994371"/>
              <a:gd name="connsiteY155" fmla="*/ 215491 h 358818"/>
              <a:gd name="connsiteX156" fmla="*/ 141020 w 994371"/>
              <a:gd name="connsiteY156" fmla="*/ 217697 h 358818"/>
              <a:gd name="connsiteX157" fmla="*/ 141924 w 994371"/>
              <a:gd name="connsiteY157" fmla="*/ 219896 h 358818"/>
              <a:gd name="connsiteX158" fmla="*/ 142829 w 994371"/>
              <a:gd name="connsiteY158" fmla="*/ 222089 h 358818"/>
              <a:gd name="connsiteX159" fmla="*/ 143733 w 994371"/>
              <a:gd name="connsiteY159" fmla="*/ 224275 h 358818"/>
              <a:gd name="connsiteX160" fmla="*/ 144636 w 994371"/>
              <a:gd name="connsiteY160" fmla="*/ 226455 h 358818"/>
              <a:gd name="connsiteX161" fmla="*/ 145540 w 994371"/>
              <a:gd name="connsiteY161" fmla="*/ 228627 h 358818"/>
              <a:gd name="connsiteX162" fmla="*/ 146444 w 994371"/>
              <a:gd name="connsiteY162" fmla="*/ 230790 h 358818"/>
              <a:gd name="connsiteX163" fmla="*/ 147347 w 994371"/>
              <a:gd name="connsiteY163" fmla="*/ 232946 h 358818"/>
              <a:gd name="connsiteX164" fmla="*/ 148253 w 994371"/>
              <a:gd name="connsiteY164" fmla="*/ 235094 h 358818"/>
              <a:gd name="connsiteX165" fmla="*/ 149156 w 994371"/>
              <a:gd name="connsiteY165" fmla="*/ 237232 h 358818"/>
              <a:gd name="connsiteX166" fmla="*/ 150060 w 994371"/>
              <a:gd name="connsiteY166" fmla="*/ 239362 h 358818"/>
              <a:gd name="connsiteX167" fmla="*/ 150964 w 994371"/>
              <a:gd name="connsiteY167" fmla="*/ 241483 h 358818"/>
              <a:gd name="connsiteX168" fmla="*/ 151868 w 994371"/>
              <a:gd name="connsiteY168" fmla="*/ 243593 h 358818"/>
              <a:gd name="connsiteX169" fmla="*/ 152771 w 994371"/>
              <a:gd name="connsiteY169" fmla="*/ 245693 h 358818"/>
              <a:gd name="connsiteX170" fmla="*/ 153677 w 994371"/>
              <a:gd name="connsiteY170" fmla="*/ 247783 h 358818"/>
              <a:gd name="connsiteX171" fmla="*/ 154580 w 994371"/>
              <a:gd name="connsiteY171" fmla="*/ 249862 h 358818"/>
              <a:gd name="connsiteX172" fmla="*/ 155484 w 994371"/>
              <a:gd name="connsiteY172" fmla="*/ 251931 h 358818"/>
              <a:gd name="connsiteX173" fmla="*/ 156388 w 994371"/>
              <a:gd name="connsiteY173" fmla="*/ 253986 h 358818"/>
              <a:gd name="connsiteX174" fmla="*/ 157291 w 994371"/>
              <a:gd name="connsiteY174" fmla="*/ 256031 h 358818"/>
              <a:gd name="connsiteX175" fmla="*/ 158195 w 994371"/>
              <a:gd name="connsiteY175" fmla="*/ 258064 h 358818"/>
              <a:gd name="connsiteX176" fmla="*/ 159100 w 994371"/>
              <a:gd name="connsiteY176" fmla="*/ 260084 h 358818"/>
              <a:gd name="connsiteX177" fmla="*/ 160004 w 994371"/>
              <a:gd name="connsiteY177" fmla="*/ 262091 h 358818"/>
              <a:gd name="connsiteX178" fmla="*/ 160908 w 994371"/>
              <a:gd name="connsiteY178" fmla="*/ 264086 h 358818"/>
              <a:gd name="connsiteX179" fmla="*/ 161812 w 994371"/>
              <a:gd name="connsiteY179" fmla="*/ 266066 h 358818"/>
              <a:gd name="connsiteX180" fmla="*/ 162715 w 994371"/>
              <a:gd name="connsiteY180" fmla="*/ 268033 h 358818"/>
              <a:gd name="connsiteX181" fmla="*/ 163619 w 994371"/>
              <a:gd name="connsiteY181" fmla="*/ 269986 h 358818"/>
              <a:gd name="connsiteX182" fmla="*/ 164524 w 994371"/>
              <a:gd name="connsiteY182" fmla="*/ 271925 h 358818"/>
              <a:gd name="connsiteX183" fmla="*/ 165428 w 994371"/>
              <a:gd name="connsiteY183" fmla="*/ 273849 h 358818"/>
              <a:gd name="connsiteX184" fmla="*/ 166332 w 994371"/>
              <a:gd name="connsiteY184" fmla="*/ 275759 h 358818"/>
              <a:gd name="connsiteX185" fmla="*/ 167235 w 994371"/>
              <a:gd name="connsiteY185" fmla="*/ 277653 h 358818"/>
              <a:gd name="connsiteX186" fmla="*/ 168139 w 994371"/>
              <a:gd name="connsiteY186" fmla="*/ 279532 h 358818"/>
              <a:gd name="connsiteX187" fmla="*/ 169043 w 994371"/>
              <a:gd name="connsiteY187" fmla="*/ 281394 h 358818"/>
              <a:gd name="connsiteX188" fmla="*/ 169948 w 994371"/>
              <a:gd name="connsiteY188" fmla="*/ 283241 h 358818"/>
              <a:gd name="connsiteX189" fmla="*/ 170852 w 994371"/>
              <a:gd name="connsiteY189" fmla="*/ 285072 h 358818"/>
              <a:gd name="connsiteX190" fmla="*/ 171756 w 994371"/>
              <a:gd name="connsiteY190" fmla="*/ 286886 h 358818"/>
              <a:gd name="connsiteX191" fmla="*/ 172659 w 994371"/>
              <a:gd name="connsiteY191" fmla="*/ 288681 h 358818"/>
              <a:gd name="connsiteX192" fmla="*/ 173563 w 994371"/>
              <a:gd name="connsiteY192" fmla="*/ 290461 h 358818"/>
              <a:gd name="connsiteX193" fmla="*/ 174467 w 994371"/>
              <a:gd name="connsiteY193" fmla="*/ 292223 h 358818"/>
              <a:gd name="connsiteX194" fmla="*/ 175372 w 994371"/>
              <a:gd name="connsiteY194" fmla="*/ 293967 h 358818"/>
              <a:gd name="connsiteX195" fmla="*/ 176276 w 994371"/>
              <a:gd name="connsiteY195" fmla="*/ 295693 h 358818"/>
              <a:gd name="connsiteX196" fmla="*/ 177179 w 994371"/>
              <a:gd name="connsiteY196" fmla="*/ 297401 h 358818"/>
              <a:gd name="connsiteX197" fmla="*/ 178083 w 994371"/>
              <a:gd name="connsiteY197" fmla="*/ 299090 h 358818"/>
              <a:gd name="connsiteX198" fmla="*/ 178987 w 994371"/>
              <a:gd name="connsiteY198" fmla="*/ 300760 h 358818"/>
              <a:gd name="connsiteX199" fmla="*/ 179890 w 994371"/>
              <a:gd name="connsiteY199" fmla="*/ 302411 h 358818"/>
              <a:gd name="connsiteX200" fmla="*/ 180796 w 994371"/>
              <a:gd name="connsiteY200" fmla="*/ 304043 h 358818"/>
              <a:gd name="connsiteX201" fmla="*/ 181700 w 994371"/>
              <a:gd name="connsiteY201" fmla="*/ 305654 h 358818"/>
              <a:gd name="connsiteX202" fmla="*/ 182603 w 994371"/>
              <a:gd name="connsiteY202" fmla="*/ 307245 h 358818"/>
              <a:gd name="connsiteX203" fmla="*/ 183507 w 994371"/>
              <a:gd name="connsiteY203" fmla="*/ 308818 h 358818"/>
              <a:gd name="connsiteX204" fmla="*/ 184411 w 994371"/>
              <a:gd name="connsiteY204" fmla="*/ 310370 h 358818"/>
              <a:gd name="connsiteX205" fmla="*/ 185314 w 994371"/>
              <a:gd name="connsiteY205" fmla="*/ 311900 h 358818"/>
              <a:gd name="connsiteX206" fmla="*/ 186220 w 994371"/>
              <a:gd name="connsiteY206" fmla="*/ 313410 h 358818"/>
              <a:gd name="connsiteX207" fmla="*/ 187123 w 994371"/>
              <a:gd name="connsiteY207" fmla="*/ 314898 h 358818"/>
              <a:gd name="connsiteX208" fmla="*/ 188027 w 994371"/>
              <a:gd name="connsiteY208" fmla="*/ 316365 h 358818"/>
              <a:gd name="connsiteX209" fmla="*/ 188931 w 994371"/>
              <a:gd name="connsiteY209" fmla="*/ 317811 h 358818"/>
              <a:gd name="connsiteX210" fmla="*/ 189834 w 994371"/>
              <a:gd name="connsiteY210" fmla="*/ 319234 h 358818"/>
              <a:gd name="connsiteX211" fmla="*/ 190738 w 994371"/>
              <a:gd name="connsiteY211" fmla="*/ 320636 h 358818"/>
              <a:gd name="connsiteX212" fmla="*/ 191644 w 994371"/>
              <a:gd name="connsiteY212" fmla="*/ 322015 h 358818"/>
              <a:gd name="connsiteX213" fmla="*/ 192547 w 994371"/>
              <a:gd name="connsiteY213" fmla="*/ 323372 h 358818"/>
              <a:gd name="connsiteX214" fmla="*/ 193451 w 994371"/>
              <a:gd name="connsiteY214" fmla="*/ 324706 h 358818"/>
              <a:gd name="connsiteX215" fmla="*/ 194355 w 994371"/>
              <a:gd name="connsiteY215" fmla="*/ 326017 h 358818"/>
              <a:gd name="connsiteX216" fmla="*/ 195258 w 994371"/>
              <a:gd name="connsiteY216" fmla="*/ 327304 h 358818"/>
              <a:gd name="connsiteX217" fmla="*/ 196162 w 994371"/>
              <a:gd name="connsiteY217" fmla="*/ 328568 h 358818"/>
              <a:gd name="connsiteX218" fmla="*/ 197067 w 994371"/>
              <a:gd name="connsiteY218" fmla="*/ 329811 h 358818"/>
              <a:gd name="connsiteX219" fmla="*/ 197971 w 994371"/>
              <a:gd name="connsiteY219" fmla="*/ 331027 h 358818"/>
              <a:gd name="connsiteX220" fmla="*/ 198875 w 994371"/>
              <a:gd name="connsiteY220" fmla="*/ 332221 h 358818"/>
              <a:gd name="connsiteX221" fmla="*/ 199778 w 994371"/>
              <a:gd name="connsiteY221" fmla="*/ 333389 h 358818"/>
              <a:gd name="connsiteX222" fmla="*/ 200682 w 994371"/>
              <a:gd name="connsiteY222" fmla="*/ 334535 h 358818"/>
              <a:gd name="connsiteX223" fmla="*/ 201586 w 994371"/>
              <a:gd name="connsiteY223" fmla="*/ 335655 h 358818"/>
              <a:gd name="connsiteX224" fmla="*/ 202491 w 994371"/>
              <a:gd name="connsiteY224" fmla="*/ 336752 h 358818"/>
              <a:gd name="connsiteX225" fmla="*/ 203395 w 994371"/>
              <a:gd name="connsiteY225" fmla="*/ 337821 h 358818"/>
              <a:gd name="connsiteX226" fmla="*/ 204299 w 994371"/>
              <a:gd name="connsiteY226" fmla="*/ 338868 h 358818"/>
              <a:gd name="connsiteX227" fmla="*/ 205202 w 994371"/>
              <a:gd name="connsiteY227" fmla="*/ 339888 h 358818"/>
              <a:gd name="connsiteX228" fmla="*/ 206106 w 994371"/>
              <a:gd name="connsiteY228" fmla="*/ 340883 h 358818"/>
              <a:gd name="connsiteX229" fmla="*/ 207010 w 994371"/>
              <a:gd name="connsiteY229" fmla="*/ 341853 h 358818"/>
              <a:gd name="connsiteX230" fmla="*/ 207913 w 994371"/>
              <a:gd name="connsiteY230" fmla="*/ 342797 h 358818"/>
              <a:gd name="connsiteX231" fmla="*/ 208819 w 994371"/>
              <a:gd name="connsiteY231" fmla="*/ 343715 h 358818"/>
              <a:gd name="connsiteX232" fmla="*/ 209722 w 994371"/>
              <a:gd name="connsiteY232" fmla="*/ 344607 h 358818"/>
              <a:gd name="connsiteX233" fmla="*/ 210626 w 994371"/>
              <a:gd name="connsiteY233" fmla="*/ 345474 h 358818"/>
              <a:gd name="connsiteX234" fmla="*/ 211530 w 994371"/>
              <a:gd name="connsiteY234" fmla="*/ 346315 h 358818"/>
              <a:gd name="connsiteX235" fmla="*/ 212434 w 994371"/>
              <a:gd name="connsiteY235" fmla="*/ 347129 h 358818"/>
              <a:gd name="connsiteX236" fmla="*/ 213337 w 994371"/>
              <a:gd name="connsiteY236" fmla="*/ 347915 h 358818"/>
              <a:gd name="connsiteX237" fmla="*/ 214243 w 994371"/>
              <a:gd name="connsiteY237" fmla="*/ 348676 h 358818"/>
              <a:gd name="connsiteX238" fmla="*/ 215146 w 994371"/>
              <a:gd name="connsiteY238" fmla="*/ 349410 h 358818"/>
              <a:gd name="connsiteX239" fmla="*/ 216050 w 994371"/>
              <a:gd name="connsiteY239" fmla="*/ 350118 h 358818"/>
              <a:gd name="connsiteX240" fmla="*/ 216954 w 994371"/>
              <a:gd name="connsiteY240" fmla="*/ 350797 h 358818"/>
              <a:gd name="connsiteX241" fmla="*/ 217857 w 994371"/>
              <a:gd name="connsiteY241" fmla="*/ 351450 h 358818"/>
              <a:gd name="connsiteX242" fmla="*/ 218761 w 994371"/>
              <a:gd name="connsiteY242" fmla="*/ 352076 h 358818"/>
              <a:gd name="connsiteX243" fmla="*/ 219666 w 994371"/>
              <a:gd name="connsiteY243" fmla="*/ 352674 h 358818"/>
              <a:gd name="connsiteX244" fmla="*/ 220570 w 994371"/>
              <a:gd name="connsiteY244" fmla="*/ 353246 h 358818"/>
              <a:gd name="connsiteX245" fmla="*/ 221474 w 994371"/>
              <a:gd name="connsiteY245" fmla="*/ 353790 h 358818"/>
              <a:gd name="connsiteX246" fmla="*/ 222377 w 994371"/>
              <a:gd name="connsiteY246" fmla="*/ 354305 h 358818"/>
              <a:gd name="connsiteX247" fmla="*/ 223281 w 994371"/>
              <a:gd name="connsiteY247" fmla="*/ 354795 h 358818"/>
              <a:gd name="connsiteX248" fmla="*/ 224185 w 994371"/>
              <a:gd name="connsiteY248" fmla="*/ 355256 h 358818"/>
              <a:gd name="connsiteX249" fmla="*/ 225090 w 994371"/>
              <a:gd name="connsiteY249" fmla="*/ 355689 h 358818"/>
              <a:gd name="connsiteX250" fmla="*/ 225994 w 994371"/>
              <a:gd name="connsiteY250" fmla="*/ 356095 h 358818"/>
              <a:gd name="connsiteX251" fmla="*/ 226898 w 994371"/>
              <a:gd name="connsiteY251" fmla="*/ 356472 h 358818"/>
              <a:gd name="connsiteX252" fmla="*/ 227801 w 994371"/>
              <a:gd name="connsiteY252" fmla="*/ 356822 h 358818"/>
              <a:gd name="connsiteX253" fmla="*/ 228705 w 994371"/>
              <a:gd name="connsiteY253" fmla="*/ 357143 h 358818"/>
              <a:gd name="connsiteX254" fmla="*/ 229609 w 994371"/>
              <a:gd name="connsiteY254" fmla="*/ 357437 h 358818"/>
              <a:gd name="connsiteX255" fmla="*/ 230514 w 994371"/>
              <a:gd name="connsiteY255" fmla="*/ 357701 h 358818"/>
              <a:gd name="connsiteX256" fmla="*/ 231418 w 994371"/>
              <a:gd name="connsiteY256" fmla="*/ 357938 h 358818"/>
              <a:gd name="connsiteX257" fmla="*/ 232321 w 994371"/>
              <a:gd name="connsiteY257" fmla="*/ 358148 h 358818"/>
              <a:gd name="connsiteX258" fmla="*/ 233225 w 994371"/>
              <a:gd name="connsiteY258" fmla="*/ 358329 h 358818"/>
              <a:gd name="connsiteX259" fmla="*/ 234129 w 994371"/>
              <a:gd name="connsiteY259" fmla="*/ 358480 h 358818"/>
              <a:gd name="connsiteX260" fmla="*/ 235033 w 994371"/>
              <a:gd name="connsiteY260" fmla="*/ 358605 h 358818"/>
              <a:gd name="connsiteX261" fmla="*/ 235938 w 994371"/>
              <a:gd name="connsiteY261" fmla="*/ 358701 h 358818"/>
              <a:gd name="connsiteX262" fmla="*/ 236842 w 994371"/>
              <a:gd name="connsiteY262" fmla="*/ 358769 h 358818"/>
              <a:gd name="connsiteX263" fmla="*/ 237745 w 994371"/>
              <a:gd name="connsiteY263" fmla="*/ 358807 h 358818"/>
              <a:gd name="connsiteX264" fmla="*/ 238649 w 994371"/>
              <a:gd name="connsiteY264" fmla="*/ 358819 h 358818"/>
              <a:gd name="connsiteX265" fmla="*/ 239553 w 994371"/>
              <a:gd name="connsiteY265" fmla="*/ 358801 h 358818"/>
              <a:gd name="connsiteX266" fmla="*/ 240456 w 994371"/>
              <a:gd name="connsiteY266" fmla="*/ 358756 h 358818"/>
              <a:gd name="connsiteX267" fmla="*/ 241362 w 994371"/>
              <a:gd name="connsiteY267" fmla="*/ 358681 h 358818"/>
              <a:gd name="connsiteX268" fmla="*/ 242265 w 994371"/>
              <a:gd name="connsiteY268" fmla="*/ 358580 h 358818"/>
              <a:gd name="connsiteX269" fmla="*/ 243169 w 994371"/>
              <a:gd name="connsiteY269" fmla="*/ 358448 h 358818"/>
              <a:gd name="connsiteX270" fmla="*/ 244073 w 994371"/>
              <a:gd name="connsiteY270" fmla="*/ 358289 h 358818"/>
              <a:gd name="connsiteX271" fmla="*/ 244977 w 994371"/>
              <a:gd name="connsiteY271" fmla="*/ 358103 h 358818"/>
              <a:gd name="connsiteX272" fmla="*/ 245880 w 994371"/>
              <a:gd name="connsiteY272" fmla="*/ 357887 h 358818"/>
              <a:gd name="connsiteX273" fmla="*/ 246786 w 994371"/>
              <a:gd name="connsiteY273" fmla="*/ 357643 h 358818"/>
              <a:gd name="connsiteX274" fmla="*/ 247689 w 994371"/>
              <a:gd name="connsiteY274" fmla="*/ 357372 h 358818"/>
              <a:gd name="connsiteX275" fmla="*/ 248593 w 994371"/>
              <a:gd name="connsiteY275" fmla="*/ 357071 h 358818"/>
              <a:gd name="connsiteX276" fmla="*/ 249497 w 994371"/>
              <a:gd name="connsiteY276" fmla="*/ 356744 h 358818"/>
              <a:gd name="connsiteX277" fmla="*/ 250400 w 994371"/>
              <a:gd name="connsiteY277" fmla="*/ 356389 h 358818"/>
              <a:gd name="connsiteX278" fmla="*/ 251306 w 994371"/>
              <a:gd name="connsiteY278" fmla="*/ 356005 h 358818"/>
              <a:gd name="connsiteX279" fmla="*/ 252209 w 994371"/>
              <a:gd name="connsiteY279" fmla="*/ 355593 h 358818"/>
              <a:gd name="connsiteX280" fmla="*/ 253113 w 994371"/>
              <a:gd name="connsiteY280" fmla="*/ 355153 h 358818"/>
              <a:gd name="connsiteX281" fmla="*/ 254017 w 994371"/>
              <a:gd name="connsiteY281" fmla="*/ 354686 h 358818"/>
              <a:gd name="connsiteX282" fmla="*/ 254921 w 994371"/>
              <a:gd name="connsiteY282" fmla="*/ 354191 h 358818"/>
              <a:gd name="connsiteX283" fmla="*/ 255824 w 994371"/>
              <a:gd name="connsiteY283" fmla="*/ 353669 h 358818"/>
              <a:gd name="connsiteX284" fmla="*/ 256728 w 994371"/>
              <a:gd name="connsiteY284" fmla="*/ 353118 h 358818"/>
              <a:gd name="connsiteX285" fmla="*/ 257633 w 994371"/>
              <a:gd name="connsiteY285" fmla="*/ 352541 h 358818"/>
              <a:gd name="connsiteX286" fmla="*/ 258537 w 994371"/>
              <a:gd name="connsiteY286" fmla="*/ 351937 h 358818"/>
              <a:gd name="connsiteX287" fmla="*/ 259441 w 994371"/>
              <a:gd name="connsiteY287" fmla="*/ 351304 h 358818"/>
              <a:gd name="connsiteX288" fmla="*/ 260344 w 994371"/>
              <a:gd name="connsiteY288" fmla="*/ 350644 h 358818"/>
              <a:gd name="connsiteX289" fmla="*/ 261248 w 994371"/>
              <a:gd name="connsiteY289" fmla="*/ 349958 h 358818"/>
              <a:gd name="connsiteX290" fmla="*/ 262153 w 994371"/>
              <a:gd name="connsiteY290" fmla="*/ 349245 h 358818"/>
              <a:gd name="connsiteX291" fmla="*/ 263057 w 994371"/>
              <a:gd name="connsiteY291" fmla="*/ 348505 h 358818"/>
              <a:gd name="connsiteX292" fmla="*/ 263961 w 994371"/>
              <a:gd name="connsiteY292" fmla="*/ 347739 h 358818"/>
              <a:gd name="connsiteX293" fmla="*/ 264865 w 994371"/>
              <a:gd name="connsiteY293" fmla="*/ 346945 h 358818"/>
              <a:gd name="connsiteX294" fmla="*/ 265768 w 994371"/>
              <a:gd name="connsiteY294" fmla="*/ 346126 h 358818"/>
              <a:gd name="connsiteX295" fmla="*/ 266672 w 994371"/>
              <a:gd name="connsiteY295" fmla="*/ 345280 h 358818"/>
              <a:gd name="connsiteX296" fmla="*/ 267576 w 994371"/>
              <a:gd name="connsiteY296" fmla="*/ 344406 h 358818"/>
              <a:gd name="connsiteX297" fmla="*/ 268481 w 994371"/>
              <a:gd name="connsiteY297" fmla="*/ 343509 h 358818"/>
              <a:gd name="connsiteX298" fmla="*/ 269385 w 994371"/>
              <a:gd name="connsiteY298" fmla="*/ 342584 h 358818"/>
              <a:gd name="connsiteX299" fmla="*/ 270288 w 994371"/>
              <a:gd name="connsiteY299" fmla="*/ 341634 h 358818"/>
              <a:gd name="connsiteX300" fmla="*/ 271192 w 994371"/>
              <a:gd name="connsiteY300" fmla="*/ 340659 h 358818"/>
              <a:gd name="connsiteX301" fmla="*/ 272096 w 994371"/>
              <a:gd name="connsiteY301" fmla="*/ 339657 h 358818"/>
              <a:gd name="connsiteX302" fmla="*/ 273001 w 994371"/>
              <a:gd name="connsiteY302" fmla="*/ 338632 h 358818"/>
              <a:gd name="connsiteX303" fmla="*/ 273905 w 994371"/>
              <a:gd name="connsiteY303" fmla="*/ 337579 h 358818"/>
              <a:gd name="connsiteX304" fmla="*/ 274809 w 994371"/>
              <a:gd name="connsiteY304" fmla="*/ 336502 h 358818"/>
              <a:gd name="connsiteX305" fmla="*/ 275712 w 994371"/>
              <a:gd name="connsiteY305" fmla="*/ 335403 h 358818"/>
              <a:gd name="connsiteX306" fmla="*/ 276616 w 994371"/>
              <a:gd name="connsiteY306" fmla="*/ 334276 h 358818"/>
              <a:gd name="connsiteX307" fmla="*/ 277520 w 994371"/>
              <a:gd name="connsiteY307" fmla="*/ 333125 h 358818"/>
              <a:gd name="connsiteX308" fmla="*/ 278423 w 994371"/>
              <a:gd name="connsiteY308" fmla="*/ 331951 h 358818"/>
              <a:gd name="connsiteX309" fmla="*/ 279329 w 994371"/>
              <a:gd name="connsiteY309" fmla="*/ 330751 h 358818"/>
              <a:gd name="connsiteX310" fmla="*/ 280232 w 994371"/>
              <a:gd name="connsiteY310" fmla="*/ 329529 h 358818"/>
              <a:gd name="connsiteX311" fmla="*/ 281136 w 994371"/>
              <a:gd name="connsiteY311" fmla="*/ 328283 h 358818"/>
              <a:gd name="connsiteX312" fmla="*/ 282040 w 994371"/>
              <a:gd name="connsiteY312" fmla="*/ 327014 h 358818"/>
              <a:gd name="connsiteX313" fmla="*/ 282943 w 994371"/>
              <a:gd name="connsiteY313" fmla="*/ 325719 h 358818"/>
              <a:gd name="connsiteX314" fmla="*/ 283849 w 994371"/>
              <a:gd name="connsiteY314" fmla="*/ 324404 h 358818"/>
              <a:gd name="connsiteX315" fmla="*/ 284753 w 994371"/>
              <a:gd name="connsiteY315" fmla="*/ 323065 h 358818"/>
              <a:gd name="connsiteX316" fmla="*/ 285656 w 994371"/>
              <a:gd name="connsiteY316" fmla="*/ 321703 h 358818"/>
              <a:gd name="connsiteX317" fmla="*/ 286560 w 994371"/>
              <a:gd name="connsiteY317" fmla="*/ 320319 h 358818"/>
              <a:gd name="connsiteX318" fmla="*/ 287464 w 994371"/>
              <a:gd name="connsiteY318" fmla="*/ 318912 h 358818"/>
              <a:gd name="connsiteX319" fmla="*/ 288367 w 994371"/>
              <a:gd name="connsiteY319" fmla="*/ 317483 h 358818"/>
              <a:gd name="connsiteX320" fmla="*/ 289271 w 994371"/>
              <a:gd name="connsiteY320" fmla="*/ 316033 h 358818"/>
              <a:gd name="connsiteX321" fmla="*/ 290176 w 994371"/>
              <a:gd name="connsiteY321" fmla="*/ 314560 h 358818"/>
              <a:gd name="connsiteX322" fmla="*/ 291080 w 994371"/>
              <a:gd name="connsiteY322" fmla="*/ 313066 h 358818"/>
              <a:gd name="connsiteX323" fmla="*/ 291984 w 994371"/>
              <a:gd name="connsiteY323" fmla="*/ 311553 h 358818"/>
              <a:gd name="connsiteX324" fmla="*/ 292887 w 994371"/>
              <a:gd name="connsiteY324" fmla="*/ 310018 h 358818"/>
              <a:gd name="connsiteX325" fmla="*/ 293791 w 994371"/>
              <a:gd name="connsiteY325" fmla="*/ 308461 h 358818"/>
              <a:gd name="connsiteX326" fmla="*/ 294696 w 994371"/>
              <a:gd name="connsiteY326" fmla="*/ 306885 h 358818"/>
              <a:gd name="connsiteX327" fmla="*/ 295600 w 994371"/>
              <a:gd name="connsiteY327" fmla="*/ 305288 h 358818"/>
              <a:gd name="connsiteX328" fmla="*/ 296504 w 994371"/>
              <a:gd name="connsiteY328" fmla="*/ 303672 h 358818"/>
              <a:gd name="connsiteX329" fmla="*/ 297408 w 994371"/>
              <a:gd name="connsiteY329" fmla="*/ 302036 h 358818"/>
              <a:gd name="connsiteX330" fmla="*/ 298311 w 994371"/>
              <a:gd name="connsiteY330" fmla="*/ 300381 h 358818"/>
              <a:gd name="connsiteX331" fmla="*/ 299215 w 994371"/>
              <a:gd name="connsiteY331" fmla="*/ 298707 h 358818"/>
              <a:gd name="connsiteX332" fmla="*/ 300119 w 994371"/>
              <a:gd name="connsiteY332" fmla="*/ 297012 h 358818"/>
              <a:gd name="connsiteX333" fmla="*/ 301024 w 994371"/>
              <a:gd name="connsiteY333" fmla="*/ 295301 h 358818"/>
              <a:gd name="connsiteX334" fmla="*/ 301928 w 994371"/>
              <a:gd name="connsiteY334" fmla="*/ 293572 h 358818"/>
              <a:gd name="connsiteX335" fmla="*/ 302831 w 994371"/>
              <a:gd name="connsiteY335" fmla="*/ 291823 h 358818"/>
              <a:gd name="connsiteX336" fmla="*/ 303735 w 994371"/>
              <a:gd name="connsiteY336" fmla="*/ 290057 h 358818"/>
              <a:gd name="connsiteX337" fmla="*/ 304639 w 994371"/>
              <a:gd name="connsiteY337" fmla="*/ 288273 h 358818"/>
              <a:gd name="connsiteX338" fmla="*/ 305544 w 994371"/>
              <a:gd name="connsiteY338" fmla="*/ 286474 h 358818"/>
              <a:gd name="connsiteX339" fmla="*/ 306448 w 994371"/>
              <a:gd name="connsiteY339" fmla="*/ 284655 h 358818"/>
              <a:gd name="connsiteX340" fmla="*/ 307352 w 994371"/>
              <a:gd name="connsiteY340" fmla="*/ 282821 h 358818"/>
              <a:gd name="connsiteX341" fmla="*/ 308255 w 994371"/>
              <a:gd name="connsiteY341" fmla="*/ 280970 h 358818"/>
              <a:gd name="connsiteX342" fmla="*/ 309159 w 994371"/>
              <a:gd name="connsiteY342" fmla="*/ 279105 h 358818"/>
              <a:gd name="connsiteX343" fmla="*/ 310063 w 994371"/>
              <a:gd name="connsiteY343" fmla="*/ 277222 h 358818"/>
              <a:gd name="connsiteX344" fmla="*/ 310966 w 994371"/>
              <a:gd name="connsiteY344" fmla="*/ 275325 h 358818"/>
              <a:gd name="connsiteX345" fmla="*/ 311872 w 994371"/>
              <a:gd name="connsiteY345" fmla="*/ 273412 h 358818"/>
              <a:gd name="connsiteX346" fmla="*/ 312775 w 994371"/>
              <a:gd name="connsiteY346" fmla="*/ 271485 h 358818"/>
              <a:gd name="connsiteX347" fmla="*/ 313679 w 994371"/>
              <a:gd name="connsiteY347" fmla="*/ 269543 h 358818"/>
              <a:gd name="connsiteX348" fmla="*/ 314583 w 994371"/>
              <a:gd name="connsiteY348" fmla="*/ 267586 h 358818"/>
              <a:gd name="connsiteX349" fmla="*/ 315487 w 994371"/>
              <a:gd name="connsiteY349" fmla="*/ 265616 h 358818"/>
              <a:gd name="connsiteX350" fmla="*/ 316392 w 994371"/>
              <a:gd name="connsiteY350" fmla="*/ 263631 h 358818"/>
              <a:gd name="connsiteX351" fmla="*/ 317296 w 994371"/>
              <a:gd name="connsiteY351" fmla="*/ 261634 h 358818"/>
              <a:gd name="connsiteX352" fmla="*/ 318199 w 994371"/>
              <a:gd name="connsiteY352" fmla="*/ 259624 h 358818"/>
              <a:gd name="connsiteX353" fmla="*/ 319103 w 994371"/>
              <a:gd name="connsiteY353" fmla="*/ 257600 h 358818"/>
              <a:gd name="connsiteX354" fmla="*/ 320007 w 994371"/>
              <a:gd name="connsiteY354" fmla="*/ 255565 h 358818"/>
              <a:gd name="connsiteX355" fmla="*/ 320910 w 994371"/>
              <a:gd name="connsiteY355" fmla="*/ 253519 h 358818"/>
              <a:gd name="connsiteX356" fmla="*/ 321814 w 994371"/>
              <a:gd name="connsiteY356" fmla="*/ 251459 h 358818"/>
              <a:gd name="connsiteX357" fmla="*/ 322719 w 994371"/>
              <a:gd name="connsiteY357" fmla="*/ 249389 h 358818"/>
              <a:gd name="connsiteX358" fmla="*/ 323623 w 994371"/>
              <a:gd name="connsiteY358" fmla="*/ 247308 h 358818"/>
              <a:gd name="connsiteX359" fmla="*/ 324527 w 994371"/>
              <a:gd name="connsiteY359" fmla="*/ 245214 h 358818"/>
              <a:gd name="connsiteX360" fmla="*/ 325430 w 994371"/>
              <a:gd name="connsiteY360" fmla="*/ 243113 h 358818"/>
              <a:gd name="connsiteX361" fmla="*/ 326334 w 994371"/>
              <a:gd name="connsiteY361" fmla="*/ 241000 h 358818"/>
              <a:gd name="connsiteX362" fmla="*/ 327240 w 994371"/>
              <a:gd name="connsiteY362" fmla="*/ 238877 h 358818"/>
              <a:gd name="connsiteX363" fmla="*/ 328143 w 994371"/>
              <a:gd name="connsiteY363" fmla="*/ 236746 h 358818"/>
              <a:gd name="connsiteX364" fmla="*/ 329047 w 994371"/>
              <a:gd name="connsiteY364" fmla="*/ 234606 h 358818"/>
              <a:gd name="connsiteX365" fmla="*/ 329951 w 994371"/>
              <a:gd name="connsiteY365" fmla="*/ 232456 h 358818"/>
              <a:gd name="connsiteX366" fmla="*/ 330854 w 994371"/>
              <a:gd name="connsiteY366" fmla="*/ 230299 h 358818"/>
              <a:gd name="connsiteX367" fmla="*/ 331758 w 994371"/>
              <a:gd name="connsiteY367" fmla="*/ 228132 h 358818"/>
              <a:gd name="connsiteX368" fmla="*/ 332662 w 994371"/>
              <a:gd name="connsiteY368" fmla="*/ 225958 h 358818"/>
              <a:gd name="connsiteX369" fmla="*/ 333567 w 994371"/>
              <a:gd name="connsiteY369" fmla="*/ 223778 h 358818"/>
              <a:gd name="connsiteX370" fmla="*/ 334471 w 994371"/>
              <a:gd name="connsiteY370" fmla="*/ 221589 h 358818"/>
              <a:gd name="connsiteX371" fmla="*/ 335374 w 994371"/>
              <a:gd name="connsiteY371" fmla="*/ 219394 h 358818"/>
              <a:gd name="connsiteX372" fmla="*/ 336278 w 994371"/>
              <a:gd name="connsiteY372" fmla="*/ 217193 h 358818"/>
              <a:gd name="connsiteX373" fmla="*/ 337182 w 994371"/>
              <a:gd name="connsiteY373" fmla="*/ 214987 h 358818"/>
              <a:gd name="connsiteX374" fmla="*/ 338086 w 994371"/>
              <a:gd name="connsiteY374" fmla="*/ 212775 h 358818"/>
              <a:gd name="connsiteX375" fmla="*/ 338991 w 994371"/>
              <a:gd name="connsiteY375" fmla="*/ 210557 h 358818"/>
              <a:gd name="connsiteX376" fmla="*/ 339895 w 994371"/>
              <a:gd name="connsiteY376" fmla="*/ 208334 h 358818"/>
              <a:gd name="connsiteX377" fmla="*/ 340798 w 994371"/>
              <a:gd name="connsiteY377" fmla="*/ 206106 h 358818"/>
              <a:gd name="connsiteX378" fmla="*/ 341702 w 994371"/>
              <a:gd name="connsiteY378" fmla="*/ 203875 h 358818"/>
              <a:gd name="connsiteX379" fmla="*/ 342606 w 994371"/>
              <a:gd name="connsiteY379" fmla="*/ 201640 h 358818"/>
              <a:gd name="connsiteX380" fmla="*/ 343511 w 994371"/>
              <a:gd name="connsiteY380" fmla="*/ 199402 h 358818"/>
              <a:gd name="connsiteX381" fmla="*/ 344415 w 994371"/>
              <a:gd name="connsiteY381" fmla="*/ 197159 h 358818"/>
              <a:gd name="connsiteX382" fmla="*/ 345318 w 994371"/>
              <a:gd name="connsiteY382" fmla="*/ 194915 h 358818"/>
              <a:gd name="connsiteX383" fmla="*/ 346222 w 994371"/>
              <a:gd name="connsiteY383" fmla="*/ 192667 h 358818"/>
              <a:gd name="connsiteX384" fmla="*/ 347126 w 994371"/>
              <a:gd name="connsiteY384" fmla="*/ 190418 h 358818"/>
              <a:gd name="connsiteX385" fmla="*/ 348030 w 994371"/>
              <a:gd name="connsiteY385" fmla="*/ 188167 h 358818"/>
              <a:gd name="connsiteX386" fmla="*/ 348933 w 994371"/>
              <a:gd name="connsiteY386" fmla="*/ 185915 h 358818"/>
              <a:gd name="connsiteX387" fmla="*/ 349839 w 994371"/>
              <a:gd name="connsiteY387" fmla="*/ 183660 h 358818"/>
              <a:gd name="connsiteX388" fmla="*/ 350742 w 994371"/>
              <a:gd name="connsiteY388" fmla="*/ 181406 h 358818"/>
              <a:gd name="connsiteX389" fmla="*/ 351646 w 994371"/>
              <a:gd name="connsiteY389" fmla="*/ 179152 h 358818"/>
              <a:gd name="connsiteX390" fmla="*/ 352550 w 994371"/>
              <a:gd name="connsiteY390" fmla="*/ 176898 h 358818"/>
              <a:gd name="connsiteX391" fmla="*/ 353453 w 994371"/>
              <a:gd name="connsiteY391" fmla="*/ 174643 h 358818"/>
              <a:gd name="connsiteX392" fmla="*/ 354359 w 994371"/>
              <a:gd name="connsiteY392" fmla="*/ 172391 h 358818"/>
              <a:gd name="connsiteX393" fmla="*/ 355262 w 994371"/>
              <a:gd name="connsiteY393" fmla="*/ 170138 h 358818"/>
              <a:gd name="connsiteX394" fmla="*/ 356166 w 994371"/>
              <a:gd name="connsiteY394" fmla="*/ 167887 h 358818"/>
              <a:gd name="connsiteX395" fmla="*/ 357070 w 994371"/>
              <a:gd name="connsiteY395" fmla="*/ 165638 h 358818"/>
              <a:gd name="connsiteX396" fmla="*/ 357974 w 994371"/>
              <a:gd name="connsiteY396" fmla="*/ 163392 h 358818"/>
              <a:gd name="connsiteX397" fmla="*/ 358877 w 994371"/>
              <a:gd name="connsiteY397" fmla="*/ 161148 h 358818"/>
              <a:gd name="connsiteX398" fmla="*/ 359781 w 994371"/>
              <a:gd name="connsiteY398" fmla="*/ 158907 h 358818"/>
              <a:gd name="connsiteX399" fmla="*/ 360686 w 994371"/>
              <a:gd name="connsiteY399" fmla="*/ 156669 h 358818"/>
              <a:gd name="connsiteX400" fmla="*/ 361590 w 994371"/>
              <a:gd name="connsiteY400" fmla="*/ 154433 h 358818"/>
              <a:gd name="connsiteX401" fmla="*/ 362494 w 994371"/>
              <a:gd name="connsiteY401" fmla="*/ 152204 h 358818"/>
              <a:gd name="connsiteX402" fmla="*/ 363397 w 994371"/>
              <a:gd name="connsiteY402" fmla="*/ 149978 h 358818"/>
              <a:gd name="connsiteX403" fmla="*/ 364301 w 994371"/>
              <a:gd name="connsiteY403" fmla="*/ 147755 h 358818"/>
              <a:gd name="connsiteX404" fmla="*/ 365206 w 994371"/>
              <a:gd name="connsiteY404" fmla="*/ 145539 h 358818"/>
              <a:gd name="connsiteX405" fmla="*/ 366110 w 994371"/>
              <a:gd name="connsiteY405" fmla="*/ 143328 h 358818"/>
              <a:gd name="connsiteX406" fmla="*/ 367014 w 994371"/>
              <a:gd name="connsiteY406" fmla="*/ 141122 h 358818"/>
              <a:gd name="connsiteX407" fmla="*/ 367917 w 994371"/>
              <a:gd name="connsiteY407" fmla="*/ 138923 h 358818"/>
              <a:gd name="connsiteX408" fmla="*/ 368821 w 994371"/>
              <a:gd name="connsiteY408" fmla="*/ 136730 h 358818"/>
              <a:gd name="connsiteX409" fmla="*/ 369725 w 994371"/>
              <a:gd name="connsiteY409" fmla="*/ 134544 h 358818"/>
              <a:gd name="connsiteX410" fmla="*/ 370629 w 994371"/>
              <a:gd name="connsiteY410" fmla="*/ 132364 h 358818"/>
              <a:gd name="connsiteX411" fmla="*/ 371534 w 994371"/>
              <a:gd name="connsiteY411" fmla="*/ 130192 h 358818"/>
              <a:gd name="connsiteX412" fmla="*/ 372438 w 994371"/>
              <a:gd name="connsiteY412" fmla="*/ 128028 h 358818"/>
              <a:gd name="connsiteX413" fmla="*/ 373341 w 994371"/>
              <a:gd name="connsiteY413" fmla="*/ 125872 h 358818"/>
              <a:gd name="connsiteX414" fmla="*/ 374245 w 994371"/>
              <a:gd name="connsiteY414" fmla="*/ 123724 h 358818"/>
              <a:gd name="connsiteX415" fmla="*/ 375149 w 994371"/>
              <a:gd name="connsiteY415" fmla="*/ 121586 h 358818"/>
              <a:gd name="connsiteX416" fmla="*/ 376054 w 994371"/>
              <a:gd name="connsiteY416" fmla="*/ 119456 h 358818"/>
              <a:gd name="connsiteX417" fmla="*/ 376958 w 994371"/>
              <a:gd name="connsiteY417" fmla="*/ 117336 h 358818"/>
              <a:gd name="connsiteX418" fmla="*/ 377862 w 994371"/>
              <a:gd name="connsiteY418" fmla="*/ 115226 h 358818"/>
              <a:gd name="connsiteX419" fmla="*/ 378765 w 994371"/>
              <a:gd name="connsiteY419" fmla="*/ 113125 h 358818"/>
              <a:gd name="connsiteX420" fmla="*/ 379669 w 994371"/>
              <a:gd name="connsiteY420" fmla="*/ 111036 h 358818"/>
              <a:gd name="connsiteX421" fmla="*/ 380573 w 994371"/>
              <a:gd name="connsiteY421" fmla="*/ 108957 h 358818"/>
              <a:gd name="connsiteX422" fmla="*/ 381476 w 994371"/>
              <a:gd name="connsiteY422" fmla="*/ 106889 h 358818"/>
              <a:gd name="connsiteX423" fmla="*/ 382382 w 994371"/>
              <a:gd name="connsiteY423" fmla="*/ 104832 h 358818"/>
              <a:gd name="connsiteX424" fmla="*/ 383285 w 994371"/>
              <a:gd name="connsiteY424" fmla="*/ 102788 h 358818"/>
              <a:gd name="connsiteX425" fmla="*/ 384189 w 994371"/>
              <a:gd name="connsiteY425" fmla="*/ 100756 h 358818"/>
              <a:gd name="connsiteX426" fmla="*/ 385093 w 994371"/>
              <a:gd name="connsiteY426" fmla="*/ 98735 h 358818"/>
              <a:gd name="connsiteX427" fmla="*/ 385996 w 994371"/>
              <a:gd name="connsiteY427" fmla="*/ 96728 h 358818"/>
              <a:gd name="connsiteX428" fmla="*/ 386902 w 994371"/>
              <a:gd name="connsiteY428" fmla="*/ 94734 h 358818"/>
              <a:gd name="connsiteX429" fmla="*/ 387805 w 994371"/>
              <a:gd name="connsiteY429" fmla="*/ 92753 h 358818"/>
              <a:gd name="connsiteX430" fmla="*/ 388709 w 994371"/>
              <a:gd name="connsiteY430" fmla="*/ 90786 h 358818"/>
              <a:gd name="connsiteX431" fmla="*/ 389613 w 994371"/>
              <a:gd name="connsiteY431" fmla="*/ 88833 h 358818"/>
              <a:gd name="connsiteX432" fmla="*/ 390517 w 994371"/>
              <a:gd name="connsiteY432" fmla="*/ 86894 h 358818"/>
              <a:gd name="connsiteX433" fmla="*/ 391420 w 994371"/>
              <a:gd name="connsiteY433" fmla="*/ 84969 h 358818"/>
              <a:gd name="connsiteX434" fmla="*/ 392324 w 994371"/>
              <a:gd name="connsiteY434" fmla="*/ 83060 h 358818"/>
              <a:gd name="connsiteX435" fmla="*/ 393229 w 994371"/>
              <a:gd name="connsiteY435" fmla="*/ 81166 h 358818"/>
              <a:gd name="connsiteX436" fmla="*/ 394133 w 994371"/>
              <a:gd name="connsiteY436" fmla="*/ 79287 h 358818"/>
              <a:gd name="connsiteX437" fmla="*/ 395037 w 994371"/>
              <a:gd name="connsiteY437" fmla="*/ 77424 h 358818"/>
              <a:gd name="connsiteX438" fmla="*/ 395940 w 994371"/>
              <a:gd name="connsiteY438" fmla="*/ 75578 h 358818"/>
              <a:gd name="connsiteX439" fmla="*/ 396844 w 994371"/>
              <a:gd name="connsiteY439" fmla="*/ 73747 h 358818"/>
              <a:gd name="connsiteX440" fmla="*/ 397749 w 994371"/>
              <a:gd name="connsiteY440" fmla="*/ 71934 h 358818"/>
              <a:gd name="connsiteX441" fmla="*/ 398653 w 994371"/>
              <a:gd name="connsiteY441" fmla="*/ 70137 h 358818"/>
              <a:gd name="connsiteX442" fmla="*/ 399557 w 994371"/>
              <a:gd name="connsiteY442" fmla="*/ 68358 h 358818"/>
              <a:gd name="connsiteX443" fmla="*/ 400461 w 994371"/>
              <a:gd name="connsiteY443" fmla="*/ 66595 h 358818"/>
              <a:gd name="connsiteX444" fmla="*/ 401364 w 994371"/>
              <a:gd name="connsiteY444" fmla="*/ 64851 h 358818"/>
              <a:gd name="connsiteX445" fmla="*/ 402268 w 994371"/>
              <a:gd name="connsiteY445" fmla="*/ 63125 h 358818"/>
              <a:gd name="connsiteX446" fmla="*/ 403172 w 994371"/>
              <a:gd name="connsiteY446" fmla="*/ 61418 h 358818"/>
              <a:gd name="connsiteX447" fmla="*/ 404077 w 994371"/>
              <a:gd name="connsiteY447" fmla="*/ 59729 h 358818"/>
              <a:gd name="connsiteX448" fmla="*/ 404981 w 994371"/>
              <a:gd name="connsiteY448" fmla="*/ 58059 h 358818"/>
              <a:gd name="connsiteX449" fmla="*/ 405884 w 994371"/>
              <a:gd name="connsiteY449" fmla="*/ 56408 h 358818"/>
              <a:gd name="connsiteX450" fmla="*/ 406788 w 994371"/>
              <a:gd name="connsiteY450" fmla="*/ 54776 h 358818"/>
              <a:gd name="connsiteX451" fmla="*/ 407692 w 994371"/>
              <a:gd name="connsiteY451" fmla="*/ 53165 h 358818"/>
              <a:gd name="connsiteX452" fmla="*/ 408597 w 994371"/>
              <a:gd name="connsiteY452" fmla="*/ 51573 h 358818"/>
              <a:gd name="connsiteX453" fmla="*/ 409501 w 994371"/>
              <a:gd name="connsiteY453" fmla="*/ 50001 h 358818"/>
              <a:gd name="connsiteX454" fmla="*/ 410405 w 994371"/>
              <a:gd name="connsiteY454" fmla="*/ 48450 h 358818"/>
              <a:gd name="connsiteX455" fmla="*/ 411308 w 994371"/>
              <a:gd name="connsiteY455" fmla="*/ 46919 h 358818"/>
              <a:gd name="connsiteX456" fmla="*/ 412212 w 994371"/>
              <a:gd name="connsiteY456" fmla="*/ 45409 h 358818"/>
              <a:gd name="connsiteX457" fmla="*/ 413116 w 994371"/>
              <a:gd name="connsiteY457" fmla="*/ 43921 h 358818"/>
              <a:gd name="connsiteX458" fmla="*/ 414019 w 994371"/>
              <a:gd name="connsiteY458" fmla="*/ 42454 h 358818"/>
              <a:gd name="connsiteX459" fmla="*/ 414925 w 994371"/>
              <a:gd name="connsiteY459" fmla="*/ 41008 h 358818"/>
              <a:gd name="connsiteX460" fmla="*/ 415828 w 994371"/>
              <a:gd name="connsiteY460" fmla="*/ 39585 h 358818"/>
              <a:gd name="connsiteX461" fmla="*/ 416732 w 994371"/>
              <a:gd name="connsiteY461" fmla="*/ 38183 h 358818"/>
              <a:gd name="connsiteX462" fmla="*/ 417636 w 994371"/>
              <a:gd name="connsiteY462" fmla="*/ 36804 h 358818"/>
              <a:gd name="connsiteX463" fmla="*/ 418539 w 994371"/>
              <a:gd name="connsiteY463" fmla="*/ 35447 h 358818"/>
              <a:gd name="connsiteX464" fmla="*/ 419445 w 994371"/>
              <a:gd name="connsiteY464" fmla="*/ 34113 h 358818"/>
              <a:gd name="connsiteX465" fmla="*/ 420349 w 994371"/>
              <a:gd name="connsiteY465" fmla="*/ 32802 h 358818"/>
              <a:gd name="connsiteX466" fmla="*/ 421252 w 994371"/>
              <a:gd name="connsiteY466" fmla="*/ 31514 h 358818"/>
              <a:gd name="connsiteX467" fmla="*/ 422156 w 994371"/>
              <a:gd name="connsiteY467" fmla="*/ 30250 h 358818"/>
              <a:gd name="connsiteX468" fmla="*/ 423060 w 994371"/>
              <a:gd name="connsiteY468" fmla="*/ 29009 h 358818"/>
              <a:gd name="connsiteX469" fmla="*/ 423963 w 994371"/>
              <a:gd name="connsiteY469" fmla="*/ 27791 h 358818"/>
              <a:gd name="connsiteX470" fmla="*/ 424867 w 994371"/>
              <a:gd name="connsiteY470" fmla="*/ 26598 h 358818"/>
              <a:gd name="connsiteX471" fmla="*/ 425772 w 994371"/>
              <a:gd name="connsiteY471" fmla="*/ 25429 h 358818"/>
              <a:gd name="connsiteX472" fmla="*/ 426676 w 994371"/>
              <a:gd name="connsiteY472" fmla="*/ 24284 h 358818"/>
              <a:gd name="connsiteX473" fmla="*/ 427580 w 994371"/>
              <a:gd name="connsiteY473" fmla="*/ 23164 h 358818"/>
              <a:gd name="connsiteX474" fmla="*/ 428483 w 994371"/>
              <a:gd name="connsiteY474" fmla="*/ 22068 h 358818"/>
              <a:gd name="connsiteX475" fmla="*/ 429387 w 994371"/>
              <a:gd name="connsiteY475" fmla="*/ 20997 h 358818"/>
              <a:gd name="connsiteX476" fmla="*/ 430293 w 994371"/>
              <a:gd name="connsiteY476" fmla="*/ 19951 h 358818"/>
              <a:gd name="connsiteX477" fmla="*/ 431196 w 994371"/>
              <a:gd name="connsiteY477" fmla="*/ 18931 h 358818"/>
              <a:gd name="connsiteX478" fmla="*/ 432100 w 994371"/>
              <a:gd name="connsiteY478" fmla="*/ 17935 h 358818"/>
              <a:gd name="connsiteX479" fmla="*/ 433004 w 994371"/>
              <a:gd name="connsiteY479" fmla="*/ 16965 h 358818"/>
              <a:gd name="connsiteX480" fmla="*/ 433907 w 994371"/>
              <a:gd name="connsiteY480" fmla="*/ 16021 h 358818"/>
              <a:gd name="connsiteX481" fmla="*/ 434811 w 994371"/>
              <a:gd name="connsiteY481" fmla="*/ 15103 h 358818"/>
              <a:gd name="connsiteX482" fmla="*/ 435715 w 994371"/>
              <a:gd name="connsiteY482" fmla="*/ 14211 h 358818"/>
              <a:gd name="connsiteX483" fmla="*/ 436620 w 994371"/>
              <a:gd name="connsiteY483" fmla="*/ 13344 h 358818"/>
              <a:gd name="connsiteX484" fmla="*/ 437524 w 994371"/>
              <a:gd name="connsiteY484" fmla="*/ 12504 h 358818"/>
              <a:gd name="connsiteX485" fmla="*/ 438427 w 994371"/>
              <a:gd name="connsiteY485" fmla="*/ 11690 h 358818"/>
              <a:gd name="connsiteX486" fmla="*/ 439331 w 994371"/>
              <a:gd name="connsiteY486" fmla="*/ 10903 h 358818"/>
              <a:gd name="connsiteX487" fmla="*/ 440235 w 994371"/>
              <a:gd name="connsiteY487" fmla="*/ 10142 h 358818"/>
              <a:gd name="connsiteX488" fmla="*/ 441140 w 994371"/>
              <a:gd name="connsiteY488" fmla="*/ 9409 h 358818"/>
              <a:gd name="connsiteX489" fmla="*/ 442044 w 994371"/>
              <a:gd name="connsiteY489" fmla="*/ 8702 h 358818"/>
              <a:gd name="connsiteX490" fmla="*/ 442948 w 994371"/>
              <a:gd name="connsiteY490" fmla="*/ 8021 h 358818"/>
              <a:gd name="connsiteX491" fmla="*/ 443851 w 994371"/>
              <a:gd name="connsiteY491" fmla="*/ 7368 h 358818"/>
              <a:gd name="connsiteX492" fmla="*/ 444755 w 994371"/>
              <a:gd name="connsiteY492" fmla="*/ 6742 h 358818"/>
              <a:gd name="connsiteX493" fmla="*/ 445659 w 994371"/>
              <a:gd name="connsiteY493" fmla="*/ 6144 h 358818"/>
              <a:gd name="connsiteX494" fmla="*/ 446562 w 994371"/>
              <a:gd name="connsiteY494" fmla="*/ 5572 h 358818"/>
              <a:gd name="connsiteX495" fmla="*/ 447468 w 994371"/>
              <a:gd name="connsiteY495" fmla="*/ 5029 h 358818"/>
              <a:gd name="connsiteX496" fmla="*/ 448371 w 994371"/>
              <a:gd name="connsiteY496" fmla="*/ 4512 h 358818"/>
              <a:gd name="connsiteX497" fmla="*/ 449275 w 994371"/>
              <a:gd name="connsiteY497" fmla="*/ 4024 h 358818"/>
              <a:gd name="connsiteX498" fmla="*/ 450179 w 994371"/>
              <a:gd name="connsiteY498" fmla="*/ 3563 h 358818"/>
              <a:gd name="connsiteX499" fmla="*/ 451083 w 994371"/>
              <a:gd name="connsiteY499" fmla="*/ 3130 h 358818"/>
              <a:gd name="connsiteX500" fmla="*/ 451988 w 994371"/>
              <a:gd name="connsiteY500" fmla="*/ 2724 h 358818"/>
              <a:gd name="connsiteX501" fmla="*/ 452892 w 994371"/>
              <a:gd name="connsiteY501" fmla="*/ 2347 h 358818"/>
              <a:gd name="connsiteX502" fmla="*/ 453795 w 994371"/>
              <a:gd name="connsiteY502" fmla="*/ 1997 h 358818"/>
              <a:gd name="connsiteX503" fmla="*/ 454699 w 994371"/>
              <a:gd name="connsiteY503" fmla="*/ 1676 h 358818"/>
              <a:gd name="connsiteX504" fmla="*/ 455603 w 994371"/>
              <a:gd name="connsiteY504" fmla="*/ 1382 h 358818"/>
              <a:gd name="connsiteX505" fmla="*/ 456506 w 994371"/>
              <a:gd name="connsiteY505" fmla="*/ 1117 h 358818"/>
              <a:gd name="connsiteX506" fmla="*/ 457410 w 994371"/>
              <a:gd name="connsiteY506" fmla="*/ 880 h 358818"/>
              <a:gd name="connsiteX507" fmla="*/ 458315 w 994371"/>
              <a:gd name="connsiteY507" fmla="*/ 671 h 358818"/>
              <a:gd name="connsiteX508" fmla="*/ 459219 w 994371"/>
              <a:gd name="connsiteY508" fmla="*/ 490 h 358818"/>
              <a:gd name="connsiteX509" fmla="*/ 460123 w 994371"/>
              <a:gd name="connsiteY509" fmla="*/ 338 h 358818"/>
              <a:gd name="connsiteX510" fmla="*/ 461027 w 994371"/>
              <a:gd name="connsiteY510" fmla="*/ 214 h 358818"/>
              <a:gd name="connsiteX511" fmla="*/ 461930 w 994371"/>
              <a:gd name="connsiteY511" fmla="*/ 118 h 358818"/>
              <a:gd name="connsiteX512" fmla="*/ 462836 w 994371"/>
              <a:gd name="connsiteY512" fmla="*/ 50 h 358818"/>
              <a:gd name="connsiteX513" fmla="*/ 463739 w 994371"/>
              <a:gd name="connsiteY513" fmla="*/ 11 h 358818"/>
              <a:gd name="connsiteX514" fmla="*/ 464643 w 994371"/>
              <a:gd name="connsiteY514" fmla="*/ 0 h 358818"/>
              <a:gd name="connsiteX515" fmla="*/ 465547 w 994371"/>
              <a:gd name="connsiteY515" fmla="*/ 17 h 358818"/>
              <a:gd name="connsiteX516" fmla="*/ 466450 w 994371"/>
              <a:gd name="connsiteY516" fmla="*/ 63 h 358818"/>
              <a:gd name="connsiteX517" fmla="*/ 467354 w 994371"/>
              <a:gd name="connsiteY517" fmla="*/ 137 h 358818"/>
              <a:gd name="connsiteX518" fmla="*/ 468258 w 994371"/>
              <a:gd name="connsiteY518" fmla="*/ 240 h 358818"/>
              <a:gd name="connsiteX519" fmla="*/ 469163 w 994371"/>
              <a:gd name="connsiteY519" fmla="*/ 370 h 358818"/>
              <a:gd name="connsiteX520" fmla="*/ 470067 w 994371"/>
              <a:gd name="connsiteY520" fmla="*/ 529 h 358818"/>
              <a:gd name="connsiteX521" fmla="*/ 470970 w 994371"/>
              <a:gd name="connsiteY521" fmla="*/ 716 h 358818"/>
              <a:gd name="connsiteX522" fmla="*/ 471874 w 994371"/>
              <a:gd name="connsiteY522" fmla="*/ 932 h 358818"/>
              <a:gd name="connsiteX523" fmla="*/ 472778 w 994371"/>
              <a:gd name="connsiteY523" fmla="*/ 1175 h 358818"/>
              <a:gd name="connsiteX524" fmla="*/ 473683 w 994371"/>
              <a:gd name="connsiteY524" fmla="*/ 1447 h 358818"/>
              <a:gd name="connsiteX525" fmla="*/ 474587 w 994371"/>
              <a:gd name="connsiteY525" fmla="*/ 1747 h 358818"/>
              <a:gd name="connsiteX526" fmla="*/ 475491 w 994371"/>
              <a:gd name="connsiteY526" fmla="*/ 2075 h 358818"/>
              <a:gd name="connsiteX527" fmla="*/ 476394 w 994371"/>
              <a:gd name="connsiteY527" fmla="*/ 2431 h 358818"/>
              <a:gd name="connsiteX528" fmla="*/ 477298 w 994371"/>
              <a:gd name="connsiteY528" fmla="*/ 2814 h 358818"/>
              <a:gd name="connsiteX529" fmla="*/ 478202 w 994371"/>
              <a:gd name="connsiteY529" fmla="*/ 3226 h 358818"/>
              <a:gd name="connsiteX530" fmla="*/ 479107 w 994371"/>
              <a:gd name="connsiteY530" fmla="*/ 3666 h 358818"/>
              <a:gd name="connsiteX531" fmla="*/ 480011 w 994371"/>
              <a:gd name="connsiteY531" fmla="*/ 4133 h 358818"/>
              <a:gd name="connsiteX532" fmla="*/ 480914 w 994371"/>
              <a:gd name="connsiteY532" fmla="*/ 4628 h 358818"/>
              <a:gd name="connsiteX533" fmla="*/ 481818 w 994371"/>
              <a:gd name="connsiteY533" fmla="*/ 5150 h 358818"/>
              <a:gd name="connsiteX534" fmla="*/ 482722 w 994371"/>
              <a:gd name="connsiteY534" fmla="*/ 5700 h 358818"/>
              <a:gd name="connsiteX535" fmla="*/ 483626 w 994371"/>
              <a:gd name="connsiteY535" fmla="*/ 6278 h 358818"/>
              <a:gd name="connsiteX536" fmla="*/ 484529 w 994371"/>
              <a:gd name="connsiteY536" fmla="*/ 6883 h 358818"/>
              <a:gd name="connsiteX537" fmla="*/ 485435 w 994371"/>
              <a:gd name="connsiteY537" fmla="*/ 7515 h 358818"/>
              <a:gd name="connsiteX538" fmla="*/ 486338 w 994371"/>
              <a:gd name="connsiteY538" fmla="*/ 8174 h 358818"/>
              <a:gd name="connsiteX539" fmla="*/ 487242 w 994371"/>
              <a:gd name="connsiteY539" fmla="*/ 8860 h 358818"/>
              <a:gd name="connsiteX540" fmla="*/ 488146 w 994371"/>
              <a:gd name="connsiteY540" fmla="*/ 9574 h 358818"/>
              <a:gd name="connsiteX541" fmla="*/ 489049 w 994371"/>
              <a:gd name="connsiteY541" fmla="*/ 10314 h 358818"/>
              <a:gd name="connsiteX542" fmla="*/ 489955 w 994371"/>
              <a:gd name="connsiteY542" fmla="*/ 11080 h 358818"/>
              <a:gd name="connsiteX543" fmla="*/ 490858 w 994371"/>
              <a:gd name="connsiteY543" fmla="*/ 11874 h 358818"/>
              <a:gd name="connsiteX544" fmla="*/ 491762 w 994371"/>
              <a:gd name="connsiteY544" fmla="*/ 12693 h 358818"/>
              <a:gd name="connsiteX545" fmla="*/ 492666 w 994371"/>
              <a:gd name="connsiteY545" fmla="*/ 13539 h 358818"/>
              <a:gd name="connsiteX546" fmla="*/ 493570 w 994371"/>
              <a:gd name="connsiteY546" fmla="*/ 14412 h 358818"/>
              <a:gd name="connsiteX547" fmla="*/ 494473 w 994371"/>
              <a:gd name="connsiteY547" fmla="*/ 15310 h 358818"/>
              <a:gd name="connsiteX548" fmla="*/ 495377 w 994371"/>
              <a:gd name="connsiteY548" fmla="*/ 16234 h 358818"/>
              <a:gd name="connsiteX549" fmla="*/ 496282 w 994371"/>
              <a:gd name="connsiteY549" fmla="*/ 17184 h 358818"/>
              <a:gd name="connsiteX550" fmla="*/ 497186 w 994371"/>
              <a:gd name="connsiteY550" fmla="*/ 18160 h 358818"/>
              <a:gd name="connsiteX551" fmla="*/ 498090 w 994371"/>
              <a:gd name="connsiteY551" fmla="*/ 19161 h 358818"/>
              <a:gd name="connsiteX552" fmla="*/ 498993 w 994371"/>
              <a:gd name="connsiteY552" fmla="*/ 20188 h 358818"/>
              <a:gd name="connsiteX553" fmla="*/ 499897 w 994371"/>
              <a:gd name="connsiteY553" fmla="*/ 21239 h 358818"/>
              <a:gd name="connsiteX554" fmla="*/ 500802 w 994371"/>
              <a:gd name="connsiteY554" fmla="*/ 22316 h 358818"/>
              <a:gd name="connsiteX555" fmla="*/ 501706 w 994371"/>
              <a:gd name="connsiteY555" fmla="*/ 23417 h 358818"/>
              <a:gd name="connsiteX556" fmla="*/ 502610 w 994371"/>
              <a:gd name="connsiteY556" fmla="*/ 24543 h 358818"/>
              <a:gd name="connsiteX557" fmla="*/ 503514 w 994371"/>
              <a:gd name="connsiteY557" fmla="*/ 25693 h 358818"/>
              <a:gd name="connsiteX558" fmla="*/ 504417 w 994371"/>
              <a:gd name="connsiteY558" fmla="*/ 26868 h 358818"/>
              <a:gd name="connsiteX559" fmla="*/ 505321 w 994371"/>
              <a:gd name="connsiteY559" fmla="*/ 28067 h 358818"/>
              <a:gd name="connsiteX560" fmla="*/ 506225 w 994371"/>
              <a:gd name="connsiteY560" fmla="*/ 29289 h 358818"/>
              <a:gd name="connsiteX561" fmla="*/ 507130 w 994371"/>
              <a:gd name="connsiteY561" fmla="*/ 30536 h 358818"/>
              <a:gd name="connsiteX562" fmla="*/ 508034 w 994371"/>
              <a:gd name="connsiteY562" fmla="*/ 31806 h 358818"/>
              <a:gd name="connsiteX563" fmla="*/ 508937 w 994371"/>
              <a:gd name="connsiteY563" fmla="*/ 33099 h 358818"/>
              <a:gd name="connsiteX564" fmla="*/ 509841 w 994371"/>
              <a:gd name="connsiteY564" fmla="*/ 34415 h 358818"/>
              <a:gd name="connsiteX565" fmla="*/ 510745 w 994371"/>
              <a:gd name="connsiteY565" fmla="*/ 35754 h 358818"/>
              <a:gd name="connsiteX566" fmla="*/ 511650 w 994371"/>
              <a:gd name="connsiteY566" fmla="*/ 37116 h 358818"/>
              <a:gd name="connsiteX567" fmla="*/ 512554 w 994371"/>
              <a:gd name="connsiteY567" fmla="*/ 38501 h 358818"/>
              <a:gd name="connsiteX568" fmla="*/ 513458 w 994371"/>
              <a:gd name="connsiteY568" fmla="*/ 39907 h 358818"/>
              <a:gd name="connsiteX569" fmla="*/ 514361 w 994371"/>
              <a:gd name="connsiteY569" fmla="*/ 41336 h 358818"/>
              <a:gd name="connsiteX570" fmla="*/ 515265 w 994371"/>
              <a:gd name="connsiteY570" fmla="*/ 42786 h 358818"/>
              <a:gd name="connsiteX571" fmla="*/ 516169 w 994371"/>
              <a:gd name="connsiteY571" fmla="*/ 44258 h 358818"/>
              <a:gd name="connsiteX572" fmla="*/ 517072 w 994371"/>
              <a:gd name="connsiteY572" fmla="*/ 45752 h 358818"/>
              <a:gd name="connsiteX573" fmla="*/ 517978 w 994371"/>
              <a:gd name="connsiteY573" fmla="*/ 47266 h 358818"/>
              <a:gd name="connsiteX574" fmla="*/ 518881 w 994371"/>
              <a:gd name="connsiteY574" fmla="*/ 48802 h 358818"/>
              <a:gd name="connsiteX575" fmla="*/ 519785 w 994371"/>
              <a:gd name="connsiteY575" fmla="*/ 50357 h 358818"/>
              <a:gd name="connsiteX576" fmla="*/ 520689 w 994371"/>
              <a:gd name="connsiteY576" fmla="*/ 51934 h 358818"/>
              <a:gd name="connsiteX577" fmla="*/ 521592 w 994371"/>
              <a:gd name="connsiteY577" fmla="*/ 53530 h 358818"/>
              <a:gd name="connsiteX578" fmla="*/ 522498 w 994371"/>
              <a:gd name="connsiteY578" fmla="*/ 55147 h 358818"/>
              <a:gd name="connsiteX579" fmla="*/ 523402 w 994371"/>
              <a:gd name="connsiteY579" fmla="*/ 56783 h 358818"/>
              <a:gd name="connsiteX580" fmla="*/ 524305 w 994371"/>
              <a:gd name="connsiteY580" fmla="*/ 58438 h 358818"/>
              <a:gd name="connsiteX581" fmla="*/ 525209 w 994371"/>
              <a:gd name="connsiteY581" fmla="*/ 60112 h 358818"/>
              <a:gd name="connsiteX582" fmla="*/ 526113 w 994371"/>
              <a:gd name="connsiteY582" fmla="*/ 61806 h 358818"/>
              <a:gd name="connsiteX583" fmla="*/ 527016 w 994371"/>
              <a:gd name="connsiteY583" fmla="*/ 63517 h 358818"/>
              <a:gd name="connsiteX584" fmla="*/ 527920 w 994371"/>
              <a:gd name="connsiteY584" fmla="*/ 65248 h 358818"/>
              <a:gd name="connsiteX585" fmla="*/ 528825 w 994371"/>
              <a:gd name="connsiteY585" fmla="*/ 66996 h 358818"/>
              <a:gd name="connsiteX586" fmla="*/ 529729 w 994371"/>
              <a:gd name="connsiteY586" fmla="*/ 68762 h 358818"/>
              <a:gd name="connsiteX587" fmla="*/ 530633 w 994371"/>
              <a:gd name="connsiteY587" fmla="*/ 70545 h 358818"/>
              <a:gd name="connsiteX588" fmla="*/ 531536 w 994371"/>
              <a:gd name="connsiteY588" fmla="*/ 72346 h 358818"/>
              <a:gd name="connsiteX589" fmla="*/ 532440 w 994371"/>
              <a:gd name="connsiteY589" fmla="*/ 74163 h 358818"/>
              <a:gd name="connsiteX590" fmla="*/ 533346 w 994371"/>
              <a:gd name="connsiteY590" fmla="*/ 75997 h 358818"/>
              <a:gd name="connsiteX591" fmla="*/ 534249 w 994371"/>
              <a:gd name="connsiteY591" fmla="*/ 77848 h 358818"/>
              <a:gd name="connsiteX592" fmla="*/ 535153 w 994371"/>
              <a:gd name="connsiteY592" fmla="*/ 79714 h 358818"/>
              <a:gd name="connsiteX593" fmla="*/ 536057 w 994371"/>
              <a:gd name="connsiteY593" fmla="*/ 81596 h 358818"/>
              <a:gd name="connsiteX594" fmla="*/ 536960 w 994371"/>
              <a:gd name="connsiteY594" fmla="*/ 83494 h 358818"/>
              <a:gd name="connsiteX595" fmla="*/ 537864 w 994371"/>
              <a:gd name="connsiteY595" fmla="*/ 85407 h 358818"/>
              <a:gd name="connsiteX596" fmla="*/ 538768 w 994371"/>
              <a:gd name="connsiteY596" fmla="*/ 87335 h 358818"/>
              <a:gd name="connsiteX597" fmla="*/ 539673 w 994371"/>
              <a:gd name="connsiteY597" fmla="*/ 89277 h 358818"/>
              <a:gd name="connsiteX598" fmla="*/ 540577 w 994371"/>
              <a:gd name="connsiteY598" fmla="*/ 91233 h 358818"/>
              <a:gd name="connsiteX599" fmla="*/ 541480 w 994371"/>
              <a:gd name="connsiteY599" fmla="*/ 93204 h 358818"/>
              <a:gd name="connsiteX600" fmla="*/ 542384 w 994371"/>
              <a:gd name="connsiteY600" fmla="*/ 95188 h 358818"/>
              <a:gd name="connsiteX601" fmla="*/ 543288 w 994371"/>
              <a:gd name="connsiteY601" fmla="*/ 97185 h 358818"/>
              <a:gd name="connsiteX602" fmla="*/ 544193 w 994371"/>
              <a:gd name="connsiteY602" fmla="*/ 99195 h 358818"/>
              <a:gd name="connsiteX603" fmla="*/ 545097 w 994371"/>
              <a:gd name="connsiteY603" fmla="*/ 101218 h 358818"/>
              <a:gd name="connsiteX604" fmla="*/ 546001 w 994371"/>
              <a:gd name="connsiteY604" fmla="*/ 103253 h 358818"/>
              <a:gd name="connsiteX605" fmla="*/ 546904 w 994371"/>
              <a:gd name="connsiteY605" fmla="*/ 105300 h 358818"/>
              <a:gd name="connsiteX606" fmla="*/ 547808 w 994371"/>
              <a:gd name="connsiteY606" fmla="*/ 107359 h 358818"/>
              <a:gd name="connsiteX607" fmla="*/ 548712 w 994371"/>
              <a:gd name="connsiteY607" fmla="*/ 109430 h 358818"/>
              <a:gd name="connsiteX608" fmla="*/ 549615 w 994371"/>
              <a:gd name="connsiteY608" fmla="*/ 111511 h 358818"/>
              <a:gd name="connsiteX609" fmla="*/ 550521 w 994371"/>
              <a:gd name="connsiteY609" fmla="*/ 113603 h 358818"/>
              <a:gd name="connsiteX610" fmla="*/ 551424 w 994371"/>
              <a:gd name="connsiteY610" fmla="*/ 115706 h 358818"/>
              <a:gd name="connsiteX611" fmla="*/ 552328 w 994371"/>
              <a:gd name="connsiteY611" fmla="*/ 117819 h 358818"/>
              <a:gd name="connsiteX612" fmla="*/ 553232 w 994371"/>
              <a:gd name="connsiteY612" fmla="*/ 119941 h 358818"/>
              <a:gd name="connsiteX613" fmla="*/ 554136 w 994371"/>
              <a:gd name="connsiteY613" fmla="*/ 122073 h 358818"/>
              <a:gd name="connsiteX614" fmla="*/ 555041 w 994371"/>
              <a:gd name="connsiteY614" fmla="*/ 124213 h 358818"/>
              <a:gd name="connsiteX615" fmla="*/ 555945 w 994371"/>
              <a:gd name="connsiteY615" fmla="*/ 126363 h 358818"/>
              <a:gd name="connsiteX616" fmla="*/ 556848 w 994371"/>
              <a:gd name="connsiteY616" fmla="*/ 128521 h 358818"/>
              <a:gd name="connsiteX617" fmla="*/ 557752 w 994371"/>
              <a:gd name="connsiteY617" fmla="*/ 130687 h 358818"/>
              <a:gd name="connsiteX618" fmla="*/ 558656 w 994371"/>
              <a:gd name="connsiteY618" fmla="*/ 132860 h 358818"/>
              <a:gd name="connsiteX619" fmla="*/ 559559 w 994371"/>
              <a:gd name="connsiteY619" fmla="*/ 135040 h 358818"/>
              <a:gd name="connsiteX620" fmla="*/ 560463 w 994371"/>
              <a:gd name="connsiteY620" fmla="*/ 137228 h 358818"/>
              <a:gd name="connsiteX621" fmla="*/ 561368 w 994371"/>
              <a:gd name="connsiteY621" fmla="*/ 139424 h 358818"/>
              <a:gd name="connsiteX622" fmla="*/ 562272 w 994371"/>
              <a:gd name="connsiteY622" fmla="*/ 141625 h 358818"/>
              <a:gd name="connsiteX623" fmla="*/ 563176 w 994371"/>
              <a:gd name="connsiteY623" fmla="*/ 143831 h 358818"/>
              <a:gd name="connsiteX624" fmla="*/ 564080 w 994371"/>
              <a:gd name="connsiteY624" fmla="*/ 146044 h 358818"/>
              <a:gd name="connsiteX625" fmla="*/ 564983 w 994371"/>
              <a:gd name="connsiteY625" fmla="*/ 148262 h 358818"/>
              <a:gd name="connsiteX626" fmla="*/ 565889 w 994371"/>
              <a:gd name="connsiteY626" fmla="*/ 150485 h 358818"/>
              <a:gd name="connsiteX627" fmla="*/ 566792 w 994371"/>
              <a:gd name="connsiteY627" fmla="*/ 152712 h 358818"/>
              <a:gd name="connsiteX628" fmla="*/ 567696 w 994371"/>
              <a:gd name="connsiteY628" fmla="*/ 154943 h 358818"/>
              <a:gd name="connsiteX629" fmla="*/ 568600 w 994371"/>
              <a:gd name="connsiteY629" fmla="*/ 157179 h 358818"/>
              <a:gd name="connsiteX630" fmla="*/ 569503 w 994371"/>
              <a:gd name="connsiteY630" fmla="*/ 159417 h 358818"/>
              <a:gd name="connsiteX631" fmla="*/ 570407 w 994371"/>
              <a:gd name="connsiteY631" fmla="*/ 161659 h 358818"/>
              <a:gd name="connsiteX632" fmla="*/ 571311 w 994371"/>
              <a:gd name="connsiteY632" fmla="*/ 163904 h 358818"/>
              <a:gd name="connsiteX633" fmla="*/ 572216 w 994371"/>
              <a:gd name="connsiteY633" fmla="*/ 166151 h 358818"/>
              <a:gd name="connsiteX634" fmla="*/ 573120 w 994371"/>
              <a:gd name="connsiteY634" fmla="*/ 168401 h 358818"/>
              <a:gd name="connsiteX635" fmla="*/ 574023 w 994371"/>
              <a:gd name="connsiteY635" fmla="*/ 170652 h 358818"/>
              <a:gd name="connsiteX636" fmla="*/ 574927 w 994371"/>
              <a:gd name="connsiteY636" fmla="*/ 172904 h 358818"/>
              <a:gd name="connsiteX637" fmla="*/ 575831 w 994371"/>
              <a:gd name="connsiteY637" fmla="*/ 175158 h 358818"/>
              <a:gd name="connsiteX638" fmla="*/ 576736 w 994371"/>
              <a:gd name="connsiteY638" fmla="*/ 177413 h 358818"/>
              <a:gd name="connsiteX639" fmla="*/ 577640 w 994371"/>
              <a:gd name="connsiteY639" fmla="*/ 179667 h 358818"/>
              <a:gd name="connsiteX640" fmla="*/ 578544 w 994371"/>
              <a:gd name="connsiteY640" fmla="*/ 181921 h 358818"/>
              <a:gd name="connsiteX641" fmla="*/ 579447 w 994371"/>
              <a:gd name="connsiteY641" fmla="*/ 184175 h 358818"/>
              <a:gd name="connsiteX642" fmla="*/ 580351 w 994371"/>
              <a:gd name="connsiteY642" fmla="*/ 186428 h 358818"/>
              <a:gd name="connsiteX643" fmla="*/ 581255 w 994371"/>
              <a:gd name="connsiteY643" fmla="*/ 188681 h 358818"/>
              <a:gd name="connsiteX644" fmla="*/ 582158 w 994371"/>
              <a:gd name="connsiteY644" fmla="*/ 190931 h 358818"/>
              <a:gd name="connsiteX645" fmla="*/ 583064 w 994371"/>
              <a:gd name="connsiteY645" fmla="*/ 193181 h 358818"/>
              <a:gd name="connsiteX646" fmla="*/ 583967 w 994371"/>
              <a:gd name="connsiteY646" fmla="*/ 195427 h 358818"/>
              <a:gd name="connsiteX647" fmla="*/ 584871 w 994371"/>
              <a:gd name="connsiteY647" fmla="*/ 197671 h 358818"/>
              <a:gd name="connsiteX648" fmla="*/ 585775 w 994371"/>
              <a:gd name="connsiteY648" fmla="*/ 199912 h 358818"/>
              <a:gd name="connsiteX649" fmla="*/ 586679 w 994371"/>
              <a:gd name="connsiteY649" fmla="*/ 202150 h 358818"/>
              <a:gd name="connsiteX650" fmla="*/ 587584 w 994371"/>
              <a:gd name="connsiteY650" fmla="*/ 204385 h 358818"/>
              <a:gd name="connsiteX651" fmla="*/ 588488 w 994371"/>
              <a:gd name="connsiteY651" fmla="*/ 206615 h 358818"/>
              <a:gd name="connsiteX652" fmla="*/ 589391 w 994371"/>
              <a:gd name="connsiteY652" fmla="*/ 208841 h 358818"/>
              <a:gd name="connsiteX653" fmla="*/ 590295 w 994371"/>
              <a:gd name="connsiteY653" fmla="*/ 211064 h 358818"/>
              <a:gd name="connsiteX654" fmla="*/ 591199 w 994371"/>
              <a:gd name="connsiteY654" fmla="*/ 213280 h 358818"/>
              <a:gd name="connsiteX655" fmla="*/ 592102 w 994371"/>
              <a:gd name="connsiteY655" fmla="*/ 215491 h 358818"/>
              <a:gd name="connsiteX656" fmla="*/ 593006 w 994371"/>
              <a:gd name="connsiteY656" fmla="*/ 217697 h 358818"/>
              <a:gd name="connsiteX657" fmla="*/ 593911 w 994371"/>
              <a:gd name="connsiteY657" fmla="*/ 219896 h 358818"/>
              <a:gd name="connsiteX658" fmla="*/ 594815 w 994371"/>
              <a:gd name="connsiteY658" fmla="*/ 222089 h 358818"/>
              <a:gd name="connsiteX659" fmla="*/ 595719 w 994371"/>
              <a:gd name="connsiteY659" fmla="*/ 224275 h 358818"/>
              <a:gd name="connsiteX660" fmla="*/ 596623 w 994371"/>
              <a:gd name="connsiteY660" fmla="*/ 226455 h 358818"/>
              <a:gd name="connsiteX661" fmla="*/ 597526 w 994371"/>
              <a:gd name="connsiteY661" fmla="*/ 228627 h 358818"/>
              <a:gd name="connsiteX662" fmla="*/ 598432 w 994371"/>
              <a:gd name="connsiteY662" fmla="*/ 230790 h 358818"/>
              <a:gd name="connsiteX663" fmla="*/ 599335 w 994371"/>
              <a:gd name="connsiteY663" fmla="*/ 232946 h 358818"/>
              <a:gd name="connsiteX664" fmla="*/ 600239 w 994371"/>
              <a:gd name="connsiteY664" fmla="*/ 235094 h 358818"/>
              <a:gd name="connsiteX665" fmla="*/ 601143 w 994371"/>
              <a:gd name="connsiteY665" fmla="*/ 237232 h 358818"/>
              <a:gd name="connsiteX666" fmla="*/ 602046 w 994371"/>
              <a:gd name="connsiteY666" fmla="*/ 239362 h 358818"/>
              <a:gd name="connsiteX667" fmla="*/ 602950 w 994371"/>
              <a:gd name="connsiteY667" fmla="*/ 241483 h 358818"/>
              <a:gd name="connsiteX668" fmla="*/ 603854 w 994371"/>
              <a:gd name="connsiteY668" fmla="*/ 243593 h 358818"/>
              <a:gd name="connsiteX669" fmla="*/ 604759 w 994371"/>
              <a:gd name="connsiteY669" fmla="*/ 245693 h 358818"/>
              <a:gd name="connsiteX670" fmla="*/ 605663 w 994371"/>
              <a:gd name="connsiteY670" fmla="*/ 247783 h 358818"/>
              <a:gd name="connsiteX671" fmla="*/ 606567 w 994371"/>
              <a:gd name="connsiteY671" fmla="*/ 249862 h 358818"/>
              <a:gd name="connsiteX672" fmla="*/ 607470 w 994371"/>
              <a:gd name="connsiteY672" fmla="*/ 251931 h 358818"/>
              <a:gd name="connsiteX673" fmla="*/ 608374 w 994371"/>
              <a:gd name="connsiteY673" fmla="*/ 253986 h 358818"/>
              <a:gd name="connsiteX674" fmla="*/ 609278 w 994371"/>
              <a:gd name="connsiteY674" fmla="*/ 256031 h 358818"/>
              <a:gd name="connsiteX675" fmla="*/ 610183 w 994371"/>
              <a:gd name="connsiteY675" fmla="*/ 258064 h 358818"/>
              <a:gd name="connsiteX676" fmla="*/ 611087 w 994371"/>
              <a:gd name="connsiteY676" fmla="*/ 260084 h 358818"/>
              <a:gd name="connsiteX677" fmla="*/ 611990 w 994371"/>
              <a:gd name="connsiteY677" fmla="*/ 262091 h 358818"/>
              <a:gd name="connsiteX678" fmla="*/ 612894 w 994371"/>
              <a:gd name="connsiteY678" fmla="*/ 264086 h 358818"/>
              <a:gd name="connsiteX679" fmla="*/ 613798 w 994371"/>
              <a:gd name="connsiteY679" fmla="*/ 266066 h 358818"/>
              <a:gd name="connsiteX680" fmla="*/ 614703 w 994371"/>
              <a:gd name="connsiteY680" fmla="*/ 268033 h 358818"/>
              <a:gd name="connsiteX681" fmla="*/ 615607 w 994371"/>
              <a:gd name="connsiteY681" fmla="*/ 269986 h 358818"/>
              <a:gd name="connsiteX682" fmla="*/ 616510 w 994371"/>
              <a:gd name="connsiteY682" fmla="*/ 271925 h 358818"/>
              <a:gd name="connsiteX683" fmla="*/ 617414 w 994371"/>
              <a:gd name="connsiteY683" fmla="*/ 273849 h 358818"/>
              <a:gd name="connsiteX684" fmla="*/ 618318 w 994371"/>
              <a:gd name="connsiteY684" fmla="*/ 275759 h 358818"/>
              <a:gd name="connsiteX685" fmla="*/ 619222 w 994371"/>
              <a:gd name="connsiteY685" fmla="*/ 277653 h 358818"/>
              <a:gd name="connsiteX686" fmla="*/ 620125 w 994371"/>
              <a:gd name="connsiteY686" fmla="*/ 279532 h 358818"/>
              <a:gd name="connsiteX687" fmla="*/ 621031 w 994371"/>
              <a:gd name="connsiteY687" fmla="*/ 281394 h 358818"/>
              <a:gd name="connsiteX688" fmla="*/ 621934 w 994371"/>
              <a:gd name="connsiteY688" fmla="*/ 283241 h 358818"/>
              <a:gd name="connsiteX689" fmla="*/ 622838 w 994371"/>
              <a:gd name="connsiteY689" fmla="*/ 285072 h 358818"/>
              <a:gd name="connsiteX690" fmla="*/ 623742 w 994371"/>
              <a:gd name="connsiteY690" fmla="*/ 286886 h 358818"/>
              <a:gd name="connsiteX691" fmla="*/ 624645 w 994371"/>
              <a:gd name="connsiteY691" fmla="*/ 288681 h 358818"/>
              <a:gd name="connsiteX692" fmla="*/ 625551 w 994371"/>
              <a:gd name="connsiteY692" fmla="*/ 290461 h 358818"/>
              <a:gd name="connsiteX693" fmla="*/ 626455 w 994371"/>
              <a:gd name="connsiteY693" fmla="*/ 292223 h 358818"/>
              <a:gd name="connsiteX694" fmla="*/ 627358 w 994371"/>
              <a:gd name="connsiteY694" fmla="*/ 293967 h 358818"/>
              <a:gd name="connsiteX695" fmla="*/ 628262 w 994371"/>
              <a:gd name="connsiteY695" fmla="*/ 295693 h 358818"/>
              <a:gd name="connsiteX696" fmla="*/ 629166 w 994371"/>
              <a:gd name="connsiteY696" fmla="*/ 297401 h 358818"/>
              <a:gd name="connsiteX697" fmla="*/ 630069 w 994371"/>
              <a:gd name="connsiteY697" fmla="*/ 299090 h 358818"/>
              <a:gd name="connsiteX698" fmla="*/ 630973 w 994371"/>
              <a:gd name="connsiteY698" fmla="*/ 300760 h 358818"/>
              <a:gd name="connsiteX699" fmla="*/ 631878 w 994371"/>
              <a:gd name="connsiteY699" fmla="*/ 302411 h 358818"/>
              <a:gd name="connsiteX700" fmla="*/ 632782 w 994371"/>
              <a:gd name="connsiteY700" fmla="*/ 304043 h 358818"/>
              <a:gd name="connsiteX701" fmla="*/ 633686 w 994371"/>
              <a:gd name="connsiteY701" fmla="*/ 305654 h 358818"/>
              <a:gd name="connsiteX702" fmla="*/ 634589 w 994371"/>
              <a:gd name="connsiteY702" fmla="*/ 307245 h 358818"/>
              <a:gd name="connsiteX703" fmla="*/ 635493 w 994371"/>
              <a:gd name="connsiteY703" fmla="*/ 308818 h 358818"/>
              <a:gd name="connsiteX704" fmla="*/ 636398 w 994371"/>
              <a:gd name="connsiteY704" fmla="*/ 310370 h 358818"/>
              <a:gd name="connsiteX705" fmla="*/ 637302 w 994371"/>
              <a:gd name="connsiteY705" fmla="*/ 311900 h 358818"/>
              <a:gd name="connsiteX706" fmla="*/ 638206 w 994371"/>
              <a:gd name="connsiteY706" fmla="*/ 313410 h 358818"/>
              <a:gd name="connsiteX707" fmla="*/ 639110 w 994371"/>
              <a:gd name="connsiteY707" fmla="*/ 314898 h 358818"/>
              <a:gd name="connsiteX708" fmla="*/ 640013 w 994371"/>
              <a:gd name="connsiteY708" fmla="*/ 316365 h 358818"/>
              <a:gd name="connsiteX709" fmla="*/ 640917 w 994371"/>
              <a:gd name="connsiteY709" fmla="*/ 317811 h 358818"/>
              <a:gd name="connsiteX710" fmla="*/ 641821 w 994371"/>
              <a:gd name="connsiteY710" fmla="*/ 319234 h 358818"/>
              <a:gd name="connsiteX711" fmla="*/ 642726 w 994371"/>
              <a:gd name="connsiteY711" fmla="*/ 320636 h 358818"/>
              <a:gd name="connsiteX712" fmla="*/ 643630 w 994371"/>
              <a:gd name="connsiteY712" fmla="*/ 322015 h 358818"/>
              <a:gd name="connsiteX713" fmla="*/ 644533 w 994371"/>
              <a:gd name="connsiteY713" fmla="*/ 323372 h 358818"/>
              <a:gd name="connsiteX714" fmla="*/ 645437 w 994371"/>
              <a:gd name="connsiteY714" fmla="*/ 324706 h 358818"/>
              <a:gd name="connsiteX715" fmla="*/ 646341 w 994371"/>
              <a:gd name="connsiteY715" fmla="*/ 326017 h 358818"/>
              <a:gd name="connsiteX716" fmla="*/ 647246 w 994371"/>
              <a:gd name="connsiteY716" fmla="*/ 327304 h 358818"/>
              <a:gd name="connsiteX717" fmla="*/ 648150 w 994371"/>
              <a:gd name="connsiteY717" fmla="*/ 328568 h 358818"/>
              <a:gd name="connsiteX718" fmla="*/ 649054 w 994371"/>
              <a:gd name="connsiteY718" fmla="*/ 329811 h 358818"/>
              <a:gd name="connsiteX719" fmla="*/ 649957 w 994371"/>
              <a:gd name="connsiteY719" fmla="*/ 331027 h 358818"/>
              <a:gd name="connsiteX720" fmla="*/ 650861 w 994371"/>
              <a:gd name="connsiteY720" fmla="*/ 332221 h 358818"/>
              <a:gd name="connsiteX721" fmla="*/ 651765 w 994371"/>
              <a:gd name="connsiteY721" fmla="*/ 333389 h 358818"/>
              <a:gd name="connsiteX722" fmla="*/ 652668 w 994371"/>
              <a:gd name="connsiteY722" fmla="*/ 334535 h 358818"/>
              <a:gd name="connsiteX723" fmla="*/ 653574 w 994371"/>
              <a:gd name="connsiteY723" fmla="*/ 335655 h 358818"/>
              <a:gd name="connsiteX724" fmla="*/ 654477 w 994371"/>
              <a:gd name="connsiteY724" fmla="*/ 336752 h 358818"/>
              <a:gd name="connsiteX725" fmla="*/ 655381 w 994371"/>
              <a:gd name="connsiteY725" fmla="*/ 337821 h 358818"/>
              <a:gd name="connsiteX726" fmla="*/ 656285 w 994371"/>
              <a:gd name="connsiteY726" fmla="*/ 338868 h 358818"/>
              <a:gd name="connsiteX727" fmla="*/ 657189 w 994371"/>
              <a:gd name="connsiteY727" fmla="*/ 339888 h 358818"/>
              <a:gd name="connsiteX728" fmla="*/ 658094 w 994371"/>
              <a:gd name="connsiteY728" fmla="*/ 340883 h 358818"/>
              <a:gd name="connsiteX729" fmla="*/ 658998 w 994371"/>
              <a:gd name="connsiteY729" fmla="*/ 341853 h 358818"/>
              <a:gd name="connsiteX730" fmla="*/ 659901 w 994371"/>
              <a:gd name="connsiteY730" fmla="*/ 342797 h 358818"/>
              <a:gd name="connsiteX731" fmla="*/ 660805 w 994371"/>
              <a:gd name="connsiteY731" fmla="*/ 343715 h 358818"/>
              <a:gd name="connsiteX732" fmla="*/ 661709 w 994371"/>
              <a:gd name="connsiteY732" fmla="*/ 344607 h 358818"/>
              <a:gd name="connsiteX733" fmla="*/ 662612 w 994371"/>
              <a:gd name="connsiteY733" fmla="*/ 345474 h 358818"/>
              <a:gd name="connsiteX734" fmla="*/ 663516 w 994371"/>
              <a:gd name="connsiteY734" fmla="*/ 346315 h 358818"/>
              <a:gd name="connsiteX735" fmla="*/ 664421 w 994371"/>
              <a:gd name="connsiteY735" fmla="*/ 347129 h 358818"/>
              <a:gd name="connsiteX736" fmla="*/ 665325 w 994371"/>
              <a:gd name="connsiteY736" fmla="*/ 347915 h 358818"/>
              <a:gd name="connsiteX737" fmla="*/ 666229 w 994371"/>
              <a:gd name="connsiteY737" fmla="*/ 348676 h 358818"/>
              <a:gd name="connsiteX738" fmla="*/ 667132 w 994371"/>
              <a:gd name="connsiteY738" fmla="*/ 349410 h 358818"/>
              <a:gd name="connsiteX739" fmla="*/ 668036 w 994371"/>
              <a:gd name="connsiteY739" fmla="*/ 350118 h 358818"/>
              <a:gd name="connsiteX740" fmla="*/ 668940 w 994371"/>
              <a:gd name="connsiteY740" fmla="*/ 350797 h 358818"/>
              <a:gd name="connsiteX741" fmla="*/ 669845 w 994371"/>
              <a:gd name="connsiteY741" fmla="*/ 351450 h 358818"/>
              <a:gd name="connsiteX742" fmla="*/ 670749 w 994371"/>
              <a:gd name="connsiteY742" fmla="*/ 352076 h 358818"/>
              <a:gd name="connsiteX743" fmla="*/ 671653 w 994371"/>
              <a:gd name="connsiteY743" fmla="*/ 352674 h 358818"/>
              <a:gd name="connsiteX744" fmla="*/ 672556 w 994371"/>
              <a:gd name="connsiteY744" fmla="*/ 353246 h 358818"/>
              <a:gd name="connsiteX745" fmla="*/ 673460 w 994371"/>
              <a:gd name="connsiteY745" fmla="*/ 353790 h 358818"/>
              <a:gd name="connsiteX746" fmla="*/ 674364 w 994371"/>
              <a:gd name="connsiteY746" fmla="*/ 354305 h 358818"/>
              <a:gd name="connsiteX747" fmla="*/ 675269 w 994371"/>
              <a:gd name="connsiteY747" fmla="*/ 354795 h 358818"/>
              <a:gd name="connsiteX748" fmla="*/ 676173 w 994371"/>
              <a:gd name="connsiteY748" fmla="*/ 355256 h 358818"/>
              <a:gd name="connsiteX749" fmla="*/ 677076 w 994371"/>
              <a:gd name="connsiteY749" fmla="*/ 355689 h 358818"/>
              <a:gd name="connsiteX750" fmla="*/ 677980 w 994371"/>
              <a:gd name="connsiteY750" fmla="*/ 356095 h 358818"/>
              <a:gd name="connsiteX751" fmla="*/ 678884 w 994371"/>
              <a:gd name="connsiteY751" fmla="*/ 356472 h 358818"/>
              <a:gd name="connsiteX752" fmla="*/ 679789 w 994371"/>
              <a:gd name="connsiteY752" fmla="*/ 356822 h 358818"/>
              <a:gd name="connsiteX753" fmla="*/ 680693 w 994371"/>
              <a:gd name="connsiteY753" fmla="*/ 357143 h 358818"/>
              <a:gd name="connsiteX754" fmla="*/ 681597 w 994371"/>
              <a:gd name="connsiteY754" fmla="*/ 357437 h 358818"/>
              <a:gd name="connsiteX755" fmla="*/ 682500 w 994371"/>
              <a:gd name="connsiteY755" fmla="*/ 357701 h 358818"/>
              <a:gd name="connsiteX756" fmla="*/ 683404 w 994371"/>
              <a:gd name="connsiteY756" fmla="*/ 357938 h 358818"/>
              <a:gd name="connsiteX757" fmla="*/ 684308 w 994371"/>
              <a:gd name="connsiteY757" fmla="*/ 358148 h 358818"/>
              <a:gd name="connsiteX758" fmla="*/ 685213 w 994371"/>
              <a:gd name="connsiteY758" fmla="*/ 358329 h 358818"/>
              <a:gd name="connsiteX759" fmla="*/ 686117 w 994371"/>
              <a:gd name="connsiteY759" fmla="*/ 358480 h 358818"/>
              <a:gd name="connsiteX760" fmla="*/ 687020 w 994371"/>
              <a:gd name="connsiteY760" fmla="*/ 358605 h 358818"/>
              <a:gd name="connsiteX761" fmla="*/ 687924 w 994371"/>
              <a:gd name="connsiteY761" fmla="*/ 358701 h 358818"/>
              <a:gd name="connsiteX762" fmla="*/ 688828 w 994371"/>
              <a:gd name="connsiteY762" fmla="*/ 358769 h 358818"/>
              <a:gd name="connsiteX763" fmla="*/ 689732 w 994371"/>
              <a:gd name="connsiteY763" fmla="*/ 358807 h 358818"/>
              <a:gd name="connsiteX764" fmla="*/ 690635 w 994371"/>
              <a:gd name="connsiteY764" fmla="*/ 358819 h 358818"/>
              <a:gd name="connsiteX765" fmla="*/ 691541 w 994371"/>
              <a:gd name="connsiteY765" fmla="*/ 358801 h 358818"/>
              <a:gd name="connsiteX766" fmla="*/ 692444 w 994371"/>
              <a:gd name="connsiteY766" fmla="*/ 358756 h 358818"/>
              <a:gd name="connsiteX767" fmla="*/ 693348 w 994371"/>
              <a:gd name="connsiteY767" fmla="*/ 358681 h 358818"/>
              <a:gd name="connsiteX768" fmla="*/ 694252 w 994371"/>
              <a:gd name="connsiteY768" fmla="*/ 358580 h 358818"/>
              <a:gd name="connsiteX769" fmla="*/ 695155 w 994371"/>
              <a:gd name="connsiteY769" fmla="*/ 358448 h 358818"/>
              <a:gd name="connsiteX770" fmla="*/ 696059 w 994371"/>
              <a:gd name="connsiteY770" fmla="*/ 358289 h 358818"/>
              <a:gd name="connsiteX771" fmla="*/ 696964 w 994371"/>
              <a:gd name="connsiteY771" fmla="*/ 358103 h 358818"/>
              <a:gd name="connsiteX772" fmla="*/ 697868 w 994371"/>
              <a:gd name="connsiteY772" fmla="*/ 357887 h 358818"/>
              <a:gd name="connsiteX773" fmla="*/ 698772 w 994371"/>
              <a:gd name="connsiteY773" fmla="*/ 357643 h 358818"/>
              <a:gd name="connsiteX774" fmla="*/ 699676 w 994371"/>
              <a:gd name="connsiteY774" fmla="*/ 357372 h 358818"/>
              <a:gd name="connsiteX775" fmla="*/ 700579 w 994371"/>
              <a:gd name="connsiteY775" fmla="*/ 357071 h 358818"/>
              <a:gd name="connsiteX776" fmla="*/ 701485 w 994371"/>
              <a:gd name="connsiteY776" fmla="*/ 356744 h 358818"/>
              <a:gd name="connsiteX777" fmla="*/ 702388 w 994371"/>
              <a:gd name="connsiteY777" fmla="*/ 356389 h 358818"/>
              <a:gd name="connsiteX778" fmla="*/ 703292 w 994371"/>
              <a:gd name="connsiteY778" fmla="*/ 356005 h 358818"/>
              <a:gd name="connsiteX779" fmla="*/ 704196 w 994371"/>
              <a:gd name="connsiteY779" fmla="*/ 355593 h 358818"/>
              <a:gd name="connsiteX780" fmla="*/ 705099 w 994371"/>
              <a:gd name="connsiteY780" fmla="*/ 355153 h 358818"/>
              <a:gd name="connsiteX781" fmla="*/ 706003 w 994371"/>
              <a:gd name="connsiteY781" fmla="*/ 354686 h 358818"/>
              <a:gd name="connsiteX782" fmla="*/ 706908 w 994371"/>
              <a:gd name="connsiteY782" fmla="*/ 354191 h 358818"/>
              <a:gd name="connsiteX783" fmla="*/ 707812 w 994371"/>
              <a:gd name="connsiteY783" fmla="*/ 353669 h 358818"/>
              <a:gd name="connsiteX784" fmla="*/ 708716 w 994371"/>
              <a:gd name="connsiteY784" fmla="*/ 353118 h 358818"/>
              <a:gd name="connsiteX785" fmla="*/ 709620 w 994371"/>
              <a:gd name="connsiteY785" fmla="*/ 352541 h 358818"/>
              <a:gd name="connsiteX786" fmla="*/ 710523 w 994371"/>
              <a:gd name="connsiteY786" fmla="*/ 351937 h 358818"/>
              <a:gd name="connsiteX787" fmla="*/ 711427 w 994371"/>
              <a:gd name="connsiteY787" fmla="*/ 351304 h 358818"/>
              <a:gd name="connsiteX788" fmla="*/ 712331 w 994371"/>
              <a:gd name="connsiteY788" fmla="*/ 350644 h 358818"/>
              <a:gd name="connsiteX789" fmla="*/ 713236 w 994371"/>
              <a:gd name="connsiteY789" fmla="*/ 349958 h 358818"/>
              <a:gd name="connsiteX790" fmla="*/ 714140 w 994371"/>
              <a:gd name="connsiteY790" fmla="*/ 349245 h 358818"/>
              <a:gd name="connsiteX791" fmla="*/ 715043 w 994371"/>
              <a:gd name="connsiteY791" fmla="*/ 348505 h 358818"/>
              <a:gd name="connsiteX792" fmla="*/ 715947 w 994371"/>
              <a:gd name="connsiteY792" fmla="*/ 347739 h 358818"/>
              <a:gd name="connsiteX793" fmla="*/ 716851 w 994371"/>
              <a:gd name="connsiteY793" fmla="*/ 346945 h 358818"/>
              <a:gd name="connsiteX794" fmla="*/ 717754 w 994371"/>
              <a:gd name="connsiteY794" fmla="*/ 346126 h 358818"/>
              <a:gd name="connsiteX795" fmla="*/ 718660 w 994371"/>
              <a:gd name="connsiteY795" fmla="*/ 345280 h 358818"/>
              <a:gd name="connsiteX796" fmla="*/ 719563 w 994371"/>
              <a:gd name="connsiteY796" fmla="*/ 344406 h 358818"/>
              <a:gd name="connsiteX797" fmla="*/ 720467 w 994371"/>
              <a:gd name="connsiteY797" fmla="*/ 343509 h 358818"/>
              <a:gd name="connsiteX798" fmla="*/ 721371 w 994371"/>
              <a:gd name="connsiteY798" fmla="*/ 342584 h 358818"/>
              <a:gd name="connsiteX799" fmla="*/ 722275 w 994371"/>
              <a:gd name="connsiteY799" fmla="*/ 341634 h 358818"/>
              <a:gd name="connsiteX800" fmla="*/ 723180 w 994371"/>
              <a:gd name="connsiteY800" fmla="*/ 340659 h 358818"/>
              <a:gd name="connsiteX801" fmla="*/ 724084 w 994371"/>
              <a:gd name="connsiteY801" fmla="*/ 339657 h 358818"/>
              <a:gd name="connsiteX802" fmla="*/ 724987 w 994371"/>
              <a:gd name="connsiteY802" fmla="*/ 338632 h 358818"/>
              <a:gd name="connsiteX803" fmla="*/ 725891 w 994371"/>
              <a:gd name="connsiteY803" fmla="*/ 337579 h 358818"/>
              <a:gd name="connsiteX804" fmla="*/ 726795 w 994371"/>
              <a:gd name="connsiteY804" fmla="*/ 336502 h 358818"/>
              <a:gd name="connsiteX805" fmla="*/ 727698 w 994371"/>
              <a:gd name="connsiteY805" fmla="*/ 335403 h 358818"/>
              <a:gd name="connsiteX806" fmla="*/ 728604 w 994371"/>
              <a:gd name="connsiteY806" fmla="*/ 334276 h 358818"/>
              <a:gd name="connsiteX807" fmla="*/ 729508 w 994371"/>
              <a:gd name="connsiteY807" fmla="*/ 333125 h 358818"/>
              <a:gd name="connsiteX808" fmla="*/ 730411 w 994371"/>
              <a:gd name="connsiteY808" fmla="*/ 331951 h 358818"/>
              <a:gd name="connsiteX809" fmla="*/ 731315 w 994371"/>
              <a:gd name="connsiteY809" fmla="*/ 330751 h 358818"/>
              <a:gd name="connsiteX810" fmla="*/ 732219 w 994371"/>
              <a:gd name="connsiteY810" fmla="*/ 329529 h 358818"/>
              <a:gd name="connsiteX811" fmla="*/ 733122 w 994371"/>
              <a:gd name="connsiteY811" fmla="*/ 328283 h 358818"/>
              <a:gd name="connsiteX812" fmla="*/ 734026 w 994371"/>
              <a:gd name="connsiteY812" fmla="*/ 327014 h 358818"/>
              <a:gd name="connsiteX813" fmla="*/ 734931 w 994371"/>
              <a:gd name="connsiteY813" fmla="*/ 325719 h 358818"/>
              <a:gd name="connsiteX814" fmla="*/ 735835 w 994371"/>
              <a:gd name="connsiteY814" fmla="*/ 324404 h 358818"/>
              <a:gd name="connsiteX815" fmla="*/ 736739 w 994371"/>
              <a:gd name="connsiteY815" fmla="*/ 323065 h 358818"/>
              <a:gd name="connsiteX816" fmla="*/ 737642 w 994371"/>
              <a:gd name="connsiteY816" fmla="*/ 321703 h 358818"/>
              <a:gd name="connsiteX817" fmla="*/ 738546 w 994371"/>
              <a:gd name="connsiteY817" fmla="*/ 320319 h 358818"/>
              <a:gd name="connsiteX818" fmla="*/ 739450 w 994371"/>
              <a:gd name="connsiteY818" fmla="*/ 318912 h 358818"/>
              <a:gd name="connsiteX819" fmla="*/ 740355 w 994371"/>
              <a:gd name="connsiteY819" fmla="*/ 317483 h 358818"/>
              <a:gd name="connsiteX820" fmla="*/ 741259 w 994371"/>
              <a:gd name="connsiteY820" fmla="*/ 316033 h 358818"/>
              <a:gd name="connsiteX821" fmla="*/ 742163 w 994371"/>
              <a:gd name="connsiteY821" fmla="*/ 314560 h 358818"/>
              <a:gd name="connsiteX822" fmla="*/ 743066 w 994371"/>
              <a:gd name="connsiteY822" fmla="*/ 313066 h 358818"/>
              <a:gd name="connsiteX823" fmla="*/ 743970 w 994371"/>
              <a:gd name="connsiteY823" fmla="*/ 311553 h 358818"/>
              <a:gd name="connsiteX824" fmla="*/ 744875 w 994371"/>
              <a:gd name="connsiteY824" fmla="*/ 310018 h 358818"/>
              <a:gd name="connsiteX825" fmla="*/ 745779 w 994371"/>
              <a:gd name="connsiteY825" fmla="*/ 308461 h 358818"/>
              <a:gd name="connsiteX826" fmla="*/ 746683 w 994371"/>
              <a:gd name="connsiteY826" fmla="*/ 306885 h 358818"/>
              <a:gd name="connsiteX827" fmla="*/ 747586 w 994371"/>
              <a:gd name="connsiteY827" fmla="*/ 305288 h 358818"/>
              <a:gd name="connsiteX828" fmla="*/ 748490 w 994371"/>
              <a:gd name="connsiteY828" fmla="*/ 303672 h 358818"/>
              <a:gd name="connsiteX829" fmla="*/ 749394 w 994371"/>
              <a:gd name="connsiteY829" fmla="*/ 302036 h 358818"/>
              <a:gd name="connsiteX830" fmla="*/ 750299 w 994371"/>
              <a:gd name="connsiteY830" fmla="*/ 300381 h 358818"/>
              <a:gd name="connsiteX831" fmla="*/ 751203 w 994371"/>
              <a:gd name="connsiteY831" fmla="*/ 298707 h 358818"/>
              <a:gd name="connsiteX832" fmla="*/ 752107 w 994371"/>
              <a:gd name="connsiteY832" fmla="*/ 297012 h 358818"/>
              <a:gd name="connsiteX833" fmla="*/ 753010 w 994371"/>
              <a:gd name="connsiteY833" fmla="*/ 295301 h 358818"/>
              <a:gd name="connsiteX834" fmla="*/ 753914 w 994371"/>
              <a:gd name="connsiteY834" fmla="*/ 293572 h 358818"/>
              <a:gd name="connsiteX835" fmla="*/ 754818 w 994371"/>
              <a:gd name="connsiteY835" fmla="*/ 291823 h 358818"/>
              <a:gd name="connsiteX836" fmla="*/ 755723 w 994371"/>
              <a:gd name="connsiteY836" fmla="*/ 290057 h 358818"/>
              <a:gd name="connsiteX837" fmla="*/ 756627 w 994371"/>
              <a:gd name="connsiteY837" fmla="*/ 288273 h 358818"/>
              <a:gd name="connsiteX838" fmla="*/ 757530 w 994371"/>
              <a:gd name="connsiteY838" fmla="*/ 286474 h 358818"/>
              <a:gd name="connsiteX839" fmla="*/ 758434 w 994371"/>
              <a:gd name="connsiteY839" fmla="*/ 284655 h 358818"/>
              <a:gd name="connsiteX840" fmla="*/ 759338 w 994371"/>
              <a:gd name="connsiteY840" fmla="*/ 282821 h 358818"/>
              <a:gd name="connsiteX841" fmla="*/ 760241 w 994371"/>
              <a:gd name="connsiteY841" fmla="*/ 280970 h 358818"/>
              <a:gd name="connsiteX842" fmla="*/ 761145 w 994371"/>
              <a:gd name="connsiteY842" fmla="*/ 279105 h 358818"/>
              <a:gd name="connsiteX843" fmla="*/ 762050 w 994371"/>
              <a:gd name="connsiteY843" fmla="*/ 277222 h 358818"/>
              <a:gd name="connsiteX844" fmla="*/ 762954 w 994371"/>
              <a:gd name="connsiteY844" fmla="*/ 275325 h 358818"/>
              <a:gd name="connsiteX845" fmla="*/ 763858 w 994371"/>
              <a:gd name="connsiteY845" fmla="*/ 273412 h 358818"/>
              <a:gd name="connsiteX846" fmla="*/ 764762 w 994371"/>
              <a:gd name="connsiteY846" fmla="*/ 271485 h 358818"/>
              <a:gd name="connsiteX847" fmla="*/ 765665 w 994371"/>
              <a:gd name="connsiteY847" fmla="*/ 269543 h 358818"/>
              <a:gd name="connsiteX848" fmla="*/ 766569 w 994371"/>
              <a:gd name="connsiteY848" fmla="*/ 267586 h 358818"/>
              <a:gd name="connsiteX849" fmla="*/ 767474 w 994371"/>
              <a:gd name="connsiteY849" fmla="*/ 265616 h 358818"/>
              <a:gd name="connsiteX850" fmla="*/ 768378 w 994371"/>
              <a:gd name="connsiteY850" fmla="*/ 263631 h 358818"/>
              <a:gd name="connsiteX851" fmla="*/ 769282 w 994371"/>
              <a:gd name="connsiteY851" fmla="*/ 261634 h 358818"/>
              <a:gd name="connsiteX852" fmla="*/ 770185 w 994371"/>
              <a:gd name="connsiteY852" fmla="*/ 259624 h 358818"/>
              <a:gd name="connsiteX853" fmla="*/ 771089 w 994371"/>
              <a:gd name="connsiteY853" fmla="*/ 257600 h 358818"/>
              <a:gd name="connsiteX854" fmla="*/ 771995 w 994371"/>
              <a:gd name="connsiteY854" fmla="*/ 255565 h 358818"/>
              <a:gd name="connsiteX855" fmla="*/ 772898 w 994371"/>
              <a:gd name="connsiteY855" fmla="*/ 253519 h 358818"/>
              <a:gd name="connsiteX856" fmla="*/ 773802 w 994371"/>
              <a:gd name="connsiteY856" fmla="*/ 251459 h 358818"/>
              <a:gd name="connsiteX857" fmla="*/ 774706 w 994371"/>
              <a:gd name="connsiteY857" fmla="*/ 249389 h 358818"/>
              <a:gd name="connsiteX858" fmla="*/ 775609 w 994371"/>
              <a:gd name="connsiteY858" fmla="*/ 247308 h 358818"/>
              <a:gd name="connsiteX859" fmla="*/ 776513 w 994371"/>
              <a:gd name="connsiteY859" fmla="*/ 245214 h 358818"/>
              <a:gd name="connsiteX860" fmla="*/ 777418 w 994371"/>
              <a:gd name="connsiteY860" fmla="*/ 243113 h 358818"/>
              <a:gd name="connsiteX861" fmla="*/ 778322 w 994371"/>
              <a:gd name="connsiteY861" fmla="*/ 241000 h 358818"/>
              <a:gd name="connsiteX862" fmla="*/ 779226 w 994371"/>
              <a:gd name="connsiteY862" fmla="*/ 238877 h 358818"/>
              <a:gd name="connsiteX863" fmla="*/ 780129 w 994371"/>
              <a:gd name="connsiteY863" fmla="*/ 236746 h 358818"/>
              <a:gd name="connsiteX864" fmla="*/ 781033 w 994371"/>
              <a:gd name="connsiteY864" fmla="*/ 234606 h 358818"/>
              <a:gd name="connsiteX865" fmla="*/ 781937 w 994371"/>
              <a:gd name="connsiteY865" fmla="*/ 232456 h 358818"/>
              <a:gd name="connsiteX866" fmla="*/ 782841 w 994371"/>
              <a:gd name="connsiteY866" fmla="*/ 230299 h 358818"/>
              <a:gd name="connsiteX867" fmla="*/ 783746 w 994371"/>
              <a:gd name="connsiteY867" fmla="*/ 228132 h 358818"/>
              <a:gd name="connsiteX868" fmla="*/ 784650 w 994371"/>
              <a:gd name="connsiteY868" fmla="*/ 225958 h 358818"/>
              <a:gd name="connsiteX869" fmla="*/ 785553 w 994371"/>
              <a:gd name="connsiteY869" fmla="*/ 223778 h 358818"/>
              <a:gd name="connsiteX870" fmla="*/ 786457 w 994371"/>
              <a:gd name="connsiteY870" fmla="*/ 221589 h 358818"/>
              <a:gd name="connsiteX871" fmla="*/ 787361 w 994371"/>
              <a:gd name="connsiteY871" fmla="*/ 219394 h 358818"/>
              <a:gd name="connsiteX872" fmla="*/ 788264 w 994371"/>
              <a:gd name="connsiteY872" fmla="*/ 217193 h 358818"/>
              <a:gd name="connsiteX873" fmla="*/ 789170 w 994371"/>
              <a:gd name="connsiteY873" fmla="*/ 214987 h 358818"/>
              <a:gd name="connsiteX874" fmla="*/ 790073 w 994371"/>
              <a:gd name="connsiteY874" fmla="*/ 212775 h 358818"/>
              <a:gd name="connsiteX875" fmla="*/ 790977 w 994371"/>
              <a:gd name="connsiteY875" fmla="*/ 210557 h 358818"/>
              <a:gd name="connsiteX876" fmla="*/ 791881 w 994371"/>
              <a:gd name="connsiteY876" fmla="*/ 208334 h 358818"/>
              <a:gd name="connsiteX877" fmla="*/ 792785 w 994371"/>
              <a:gd name="connsiteY877" fmla="*/ 206106 h 358818"/>
              <a:gd name="connsiteX878" fmla="*/ 793690 w 994371"/>
              <a:gd name="connsiteY878" fmla="*/ 203875 h 358818"/>
              <a:gd name="connsiteX879" fmla="*/ 794594 w 994371"/>
              <a:gd name="connsiteY879" fmla="*/ 201640 h 358818"/>
              <a:gd name="connsiteX880" fmla="*/ 795497 w 994371"/>
              <a:gd name="connsiteY880" fmla="*/ 199402 h 358818"/>
              <a:gd name="connsiteX881" fmla="*/ 796401 w 994371"/>
              <a:gd name="connsiteY881" fmla="*/ 197159 h 358818"/>
              <a:gd name="connsiteX882" fmla="*/ 797305 w 994371"/>
              <a:gd name="connsiteY882" fmla="*/ 194915 h 358818"/>
              <a:gd name="connsiteX883" fmla="*/ 798208 w 994371"/>
              <a:gd name="connsiteY883" fmla="*/ 192667 h 358818"/>
              <a:gd name="connsiteX884" fmla="*/ 799114 w 994371"/>
              <a:gd name="connsiteY884" fmla="*/ 190418 h 358818"/>
              <a:gd name="connsiteX885" fmla="*/ 800017 w 994371"/>
              <a:gd name="connsiteY885" fmla="*/ 188167 h 358818"/>
              <a:gd name="connsiteX886" fmla="*/ 800921 w 994371"/>
              <a:gd name="connsiteY886" fmla="*/ 185915 h 358818"/>
              <a:gd name="connsiteX887" fmla="*/ 801825 w 994371"/>
              <a:gd name="connsiteY887" fmla="*/ 183660 h 358818"/>
              <a:gd name="connsiteX888" fmla="*/ 802728 w 994371"/>
              <a:gd name="connsiteY888" fmla="*/ 181406 h 358818"/>
              <a:gd name="connsiteX889" fmla="*/ 803632 w 994371"/>
              <a:gd name="connsiteY889" fmla="*/ 179152 h 358818"/>
              <a:gd name="connsiteX890" fmla="*/ 804536 w 994371"/>
              <a:gd name="connsiteY890" fmla="*/ 176898 h 358818"/>
              <a:gd name="connsiteX891" fmla="*/ 805441 w 994371"/>
              <a:gd name="connsiteY891" fmla="*/ 174643 h 358818"/>
              <a:gd name="connsiteX892" fmla="*/ 806345 w 994371"/>
              <a:gd name="connsiteY892" fmla="*/ 172391 h 358818"/>
              <a:gd name="connsiteX893" fmla="*/ 807249 w 994371"/>
              <a:gd name="connsiteY893" fmla="*/ 170138 h 358818"/>
              <a:gd name="connsiteX894" fmla="*/ 808152 w 994371"/>
              <a:gd name="connsiteY894" fmla="*/ 167887 h 358818"/>
              <a:gd name="connsiteX895" fmla="*/ 809056 w 994371"/>
              <a:gd name="connsiteY895" fmla="*/ 165638 h 358818"/>
              <a:gd name="connsiteX896" fmla="*/ 809960 w 994371"/>
              <a:gd name="connsiteY896" fmla="*/ 163392 h 358818"/>
              <a:gd name="connsiteX897" fmla="*/ 810865 w 994371"/>
              <a:gd name="connsiteY897" fmla="*/ 161148 h 358818"/>
              <a:gd name="connsiteX898" fmla="*/ 811769 w 994371"/>
              <a:gd name="connsiteY898" fmla="*/ 158907 h 358818"/>
              <a:gd name="connsiteX899" fmla="*/ 812672 w 994371"/>
              <a:gd name="connsiteY899" fmla="*/ 156669 h 358818"/>
              <a:gd name="connsiteX900" fmla="*/ 813576 w 994371"/>
              <a:gd name="connsiteY900" fmla="*/ 154433 h 358818"/>
              <a:gd name="connsiteX901" fmla="*/ 814480 w 994371"/>
              <a:gd name="connsiteY901" fmla="*/ 152204 h 358818"/>
              <a:gd name="connsiteX902" fmla="*/ 815385 w 994371"/>
              <a:gd name="connsiteY902" fmla="*/ 149978 h 358818"/>
              <a:gd name="connsiteX903" fmla="*/ 816289 w 994371"/>
              <a:gd name="connsiteY903" fmla="*/ 147755 h 358818"/>
              <a:gd name="connsiteX904" fmla="*/ 817193 w 994371"/>
              <a:gd name="connsiteY904" fmla="*/ 145539 h 358818"/>
              <a:gd name="connsiteX905" fmla="*/ 818096 w 994371"/>
              <a:gd name="connsiteY905" fmla="*/ 143328 h 358818"/>
              <a:gd name="connsiteX906" fmla="*/ 819000 w 994371"/>
              <a:gd name="connsiteY906" fmla="*/ 141122 h 358818"/>
              <a:gd name="connsiteX907" fmla="*/ 819904 w 994371"/>
              <a:gd name="connsiteY907" fmla="*/ 138923 h 358818"/>
              <a:gd name="connsiteX908" fmla="*/ 820809 w 994371"/>
              <a:gd name="connsiteY908" fmla="*/ 136730 h 358818"/>
              <a:gd name="connsiteX909" fmla="*/ 821713 w 994371"/>
              <a:gd name="connsiteY909" fmla="*/ 134544 h 358818"/>
              <a:gd name="connsiteX910" fmla="*/ 822617 w 994371"/>
              <a:gd name="connsiteY910" fmla="*/ 132364 h 358818"/>
              <a:gd name="connsiteX911" fmla="*/ 823520 w 994371"/>
              <a:gd name="connsiteY911" fmla="*/ 130192 h 358818"/>
              <a:gd name="connsiteX912" fmla="*/ 824424 w 994371"/>
              <a:gd name="connsiteY912" fmla="*/ 128028 h 358818"/>
              <a:gd name="connsiteX913" fmla="*/ 825328 w 994371"/>
              <a:gd name="connsiteY913" fmla="*/ 125872 h 358818"/>
              <a:gd name="connsiteX914" fmla="*/ 826231 w 994371"/>
              <a:gd name="connsiteY914" fmla="*/ 123724 h 358818"/>
              <a:gd name="connsiteX915" fmla="*/ 827137 w 994371"/>
              <a:gd name="connsiteY915" fmla="*/ 121586 h 358818"/>
              <a:gd name="connsiteX916" fmla="*/ 828040 w 994371"/>
              <a:gd name="connsiteY916" fmla="*/ 119456 h 358818"/>
              <a:gd name="connsiteX917" fmla="*/ 828944 w 994371"/>
              <a:gd name="connsiteY917" fmla="*/ 117336 h 358818"/>
              <a:gd name="connsiteX918" fmla="*/ 829848 w 994371"/>
              <a:gd name="connsiteY918" fmla="*/ 115226 h 358818"/>
              <a:gd name="connsiteX919" fmla="*/ 830751 w 994371"/>
              <a:gd name="connsiteY919" fmla="*/ 113125 h 358818"/>
              <a:gd name="connsiteX920" fmla="*/ 831655 w 994371"/>
              <a:gd name="connsiteY920" fmla="*/ 111036 h 358818"/>
              <a:gd name="connsiteX921" fmla="*/ 832560 w 994371"/>
              <a:gd name="connsiteY921" fmla="*/ 108957 h 358818"/>
              <a:gd name="connsiteX922" fmla="*/ 833464 w 994371"/>
              <a:gd name="connsiteY922" fmla="*/ 106889 h 358818"/>
              <a:gd name="connsiteX923" fmla="*/ 834368 w 994371"/>
              <a:gd name="connsiteY923" fmla="*/ 104832 h 358818"/>
              <a:gd name="connsiteX924" fmla="*/ 835272 w 994371"/>
              <a:gd name="connsiteY924" fmla="*/ 102788 h 358818"/>
              <a:gd name="connsiteX925" fmla="*/ 836175 w 994371"/>
              <a:gd name="connsiteY925" fmla="*/ 100756 h 358818"/>
              <a:gd name="connsiteX926" fmla="*/ 837081 w 994371"/>
              <a:gd name="connsiteY926" fmla="*/ 98735 h 358818"/>
              <a:gd name="connsiteX927" fmla="*/ 837984 w 994371"/>
              <a:gd name="connsiteY927" fmla="*/ 96728 h 358818"/>
              <a:gd name="connsiteX928" fmla="*/ 838888 w 994371"/>
              <a:gd name="connsiteY928" fmla="*/ 94734 h 358818"/>
              <a:gd name="connsiteX929" fmla="*/ 839792 w 994371"/>
              <a:gd name="connsiteY929" fmla="*/ 92753 h 358818"/>
              <a:gd name="connsiteX930" fmla="*/ 840695 w 994371"/>
              <a:gd name="connsiteY930" fmla="*/ 90786 h 358818"/>
              <a:gd name="connsiteX931" fmla="*/ 841599 w 994371"/>
              <a:gd name="connsiteY931" fmla="*/ 88833 h 358818"/>
              <a:gd name="connsiteX932" fmla="*/ 842504 w 994371"/>
              <a:gd name="connsiteY932" fmla="*/ 86894 h 358818"/>
              <a:gd name="connsiteX933" fmla="*/ 843408 w 994371"/>
              <a:gd name="connsiteY933" fmla="*/ 84969 h 358818"/>
              <a:gd name="connsiteX934" fmla="*/ 844312 w 994371"/>
              <a:gd name="connsiteY934" fmla="*/ 83060 h 358818"/>
              <a:gd name="connsiteX935" fmla="*/ 845216 w 994371"/>
              <a:gd name="connsiteY935" fmla="*/ 81166 h 358818"/>
              <a:gd name="connsiteX936" fmla="*/ 846119 w 994371"/>
              <a:gd name="connsiteY936" fmla="*/ 79287 h 358818"/>
              <a:gd name="connsiteX937" fmla="*/ 847023 w 994371"/>
              <a:gd name="connsiteY937" fmla="*/ 77424 h 358818"/>
              <a:gd name="connsiteX938" fmla="*/ 847927 w 994371"/>
              <a:gd name="connsiteY938" fmla="*/ 75578 h 358818"/>
              <a:gd name="connsiteX939" fmla="*/ 848832 w 994371"/>
              <a:gd name="connsiteY939" fmla="*/ 73747 h 358818"/>
              <a:gd name="connsiteX940" fmla="*/ 849736 w 994371"/>
              <a:gd name="connsiteY940" fmla="*/ 71934 h 358818"/>
              <a:gd name="connsiteX941" fmla="*/ 850639 w 994371"/>
              <a:gd name="connsiteY941" fmla="*/ 70137 h 358818"/>
              <a:gd name="connsiteX942" fmla="*/ 851543 w 994371"/>
              <a:gd name="connsiteY942" fmla="*/ 68358 h 358818"/>
              <a:gd name="connsiteX943" fmla="*/ 852447 w 994371"/>
              <a:gd name="connsiteY943" fmla="*/ 66595 h 358818"/>
              <a:gd name="connsiteX944" fmla="*/ 853350 w 994371"/>
              <a:gd name="connsiteY944" fmla="*/ 64851 h 358818"/>
              <a:gd name="connsiteX945" fmla="*/ 854256 w 994371"/>
              <a:gd name="connsiteY945" fmla="*/ 63125 h 358818"/>
              <a:gd name="connsiteX946" fmla="*/ 855160 w 994371"/>
              <a:gd name="connsiteY946" fmla="*/ 61418 h 358818"/>
              <a:gd name="connsiteX947" fmla="*/ 856063 w 994371"/>
              <a:gd name="connsiteY947" fmla="*/ 59729 h 358818"/>
              <a:gd name="connsiteX948" fmla="*/ 856967 w 994371"/>
              <a:gd name="connsiteY948" fmla="*/ 58059 h 358818"/>
              <a:gd name="connsiteX949" fmla="*/ 857871 w 994371"/>
              <a:gd name="connsiteY949" fmla="*/ 56408 h 358818"/>
              <a:gd name="connsiteX950" fmla="*/ 858776 w 994371"/>
              <a:gd name="connsiteY950" fmla="*/ 54776 h 358818"/>
              <a:gd name="connsiteX951" fmla="*/ 859680 w 994371"/>
              <a:gd name="connsiteY951" fmla="*/ 53165 h 358818"/>
              <a:gd name="connsiteX952" fmla="*/ 860583 w 994371"/>
              <a:gd name="connsiteY952" fmla="*/ 51573 h 358818"/>
              <a:gd name="connsiteX953" fmla="*/ 861487 w 994371"/>
              <a:gd name="connsiteY953" fmla="*/ 50001 h 358818"/>
              <a:gd name="connsiteX954" fmla="*/ 862391 w 994371"/>
              <a:gd name="connsiteY954" fmla="*/ 48450 h 358818"/>
              <a:gd name="connsiteX955" fmla="*/ 863294 w 994371"/>
              <a:gd name="connsiteY955" fmla="*/ 46919 h 358818"/>
              <a:gd name="connsiteX956" fmla="*/ 864200 w 994371"/>
              <a:gd name="connsiteY956" fmla="*/ 45409 h 358818"/>
              <a:gd name="connsiteX957" fmla="*/ 865104 w 994371"/>
              <a:gd name="connsiteY957" fmla="*/ 43921 h 358818"/>
              <a:gd name="connsiteX958" fmla="*/ 866007 w 994371"/>
              <a:gd name="connsiteY958" fmla="*/ 42454 h 358818"/>
              <a:gd name="connsiteX959" fmla="*/ 866911 w 994371"/>
              <a:gd name="connsiteY959" fmla="*/ 41008 h 358818"/>
              <a:gd name="connsiteX960" fmla="*/ 867815 w 994371"/>
              <a:gd name="connsiteY960" fmla="*/ 39585 h 358818"/>
              <a:gd name="connsiteX961" fmla="*/ 868718 w 994371"/>
              <a:gd name="connsiteY961" fmla="*/ 38183 h 358818"/>
              <a:gd name="connsiteX962" fmla="*/ 869622 w 994371"/>
              <a:gd name="connsiteY962" fmla="*/ 36804 h 358818"/>
              <a:gd name="connsiteX963" fmla="*/ 870527 w 994371"/>
              <a:gd name="connsiteY963" fmla="*/ 35447 h 358818"/>
              <a:gd name="connsiteX964" fmla="*/ 871431 w 994371"/>
              <a:gd name="connsiteY964" fmla="*/ 34113 h 358818"/>
              <a:gd name="connsiteX965" fmla="*/ 872335 w 994371"/>
              <a:gd name="connsiteY965" fmla="*/ 32802 h 358818"/>
              <a:gd name="connsiteX966" fmla="*/ 873238 w 994371"/>
              <a:gd name="connsiteY966" fmla="*/ 31514 h 358818"/>
              <a:gd name="connsiteX967" fmla="*/ 874142 w 994371"/>
              <a:gd name="connsiteY967" fmla="*/ 30250 h 358818"/>
              <a:gd name="connsiteX968" fmla="*/ 875046 w 994371"/>
              <a:gd name="connsiteY968" fmla="*/ 29009 h 358818"/>
              <a:gd name="connsiteX969" fmla="*/ 875951 w 994371"/>
              <a:gd name="connsiteY969" fmla="*/ 27791 h 358818"/>
              <a:gd name="connsiteX970" fmla="*/ 876855 w 994371"/>
              <a:gd name="connsiteY970" fmla="*/ 26598 h 358818"/>
              <a:gd name="connsiteX971" fmla="*/ 877759 w 994371"/>
              <a:gd name="connsiteY971" fmla="*/ 25429 h 358818"/>
              <a:gd name="connsiteX972" fmla="*/ 878662 w 994371"/>
              <a:gd name="connsiteY972" fmla="*/ 24284 h 358818"/>
              <a:gd name="connsiteX973" fmla="*/ 879566 w 994371"/>
              <a:gd name="connsiteY973" fmla="*/ 23164 h 358818"/>
              <a:gd name="connsiteX974" fmla="*/ 880470 w 994371"/>
              <a:gd name="connsiteY974" fmla="*/ 22068 h 358818"/>
              <a:gd name="connsiteX975" fmla="*/ 881375 w 994371"/>
              <a:gd name="connsiteY975" fmla="*/ 20997 h 358818"/>
              <a:gd name="connsiteX976" fmla="*/ 882279 w 994371"/>
              <a:gd name="connsiteY976" fmla="*/ 19951 h 358818"/>
              <a:gd name="connsiteX977" fmla="*/ 883182 w 994371"/>
              <a:gd name="connsiteY977" fmla="*/ 18931 h 358818"/>
              <a:gd name="connsiteX978" fmla="*/ 884086 w 994371"/>
              <a:gd name="connsiteY978" fmla="*/ 17935 h 358818"/>
              <a:gd name="connsiteX979" fmla="*/ 884990 w 994371"/>
              <a:gd name="connsiteY979" fmla="*/ 16965 h 358818"/>
              <a:gd name="connsiteX980" fmla="*/ 885895 w 994371"/>
              <a:gd name="connsiteY980" fmla="*/ 16021 h 358818"/>
              <a:gd name="connsiteX981" fmla="*/ 886799 w 994371"/>
              <a:gd name="connsiteY981" fmla="*/ 15103 h 358818"/>
              <a:gd name="connsiteX982" fmla="*/ 887703 w 994371"/>
              <a:gd name="connsiteY982" fmla="*/ 14211 h 358818"/>
              <a:gd name="connsiteX983" fmla="*/ 888606 w 994371"/>
              <a:gd name="connsiteY983" fmla="*/ 13344 h 358818"/>
              <a:gd name="connsiteX984" fmla="*/ 889510 w 994371"/>
              <a:gd name="connsiteY984" fmla="*/ 12504 h 358818"/>
              <a:gd name="connsiteX985" fmla="*/ 890414 w 994371"/>
              <a:gd name="connsiteY985" fmla="*/ 11690 h 358818"/>
              <a:gd name="connsiteX986" fmla="*/ 891319 w 994371"/>
              <a:gd name="connsiteY986" fmla="*/ 10903 h 358818"/>
              <a:gd name="connsiteX987" fmla="*/ 892223 w 994371"/>
              <a:gd name="connsiteY987" fmla="*/ 10142 h 358818"/>
              <a:gd name="connsiteX988" fmla="*/ 893126 w 994371"/>
              <a:gd name="connsiteY988" fmla="*/ 9409 h 358818"/>
              <a:gd name="connsiteX989" fmla="*/ 894030 w 994371"/>
              <a:gd name="connsiteY989" fmla="*/ 8702 h 358818"/>
              <a:gd name="connsiteX990" fmla="*/ 894934 w 994371"/>
              <a:gd name="connsiteY990" fmla="*/ 8021 h 358818"/>
              <a:gd name="connsiteX991" fmla="*/ 895837 w 994371"/>
              <a:gd name="connsiteY991" fmla="*/ 7368 h 358818"/>
              <a:gd name="connsiteX992" fmla="*/ 896741 w 994371"/>
              <a:gd name="connsiteY992" fmla="*/ 6742 h 358818"/>
              <a:gd name="connsiteX993" fmla="*/ 897647 w 994371"/>
              <a:gd name="connsiteY993" fmla="*/ 6144 h 358818"/>
              <a:gd name="connsiteX994" fmla="*/ 898550 w 994371"/>
              <a:gd name="connsiteY994" fmla="*/ 5572 h 358818"/>
              <a:gd name="connsiteX995" fmla="*/ 899454 w 994371"/>
              <a:gd name="connsiteY995" fmla="*/ 5029 h 358818"/>
              <a:gd name="connsiteX996" fmla="*/ 900358 w 994371"/>
              <a:gd name="connsiteY996" fmla="*/ 4512 h 358818"/>
              <a:gd name="connsiteX997" fmla="*/ 901261 w 994371"/>
              <a:gd name="connsiteY997" fmla="*/ 4024 h 358818"/>
              <a:gd name="connsiteX998" fmla="*/ 902165 w 994371"/>
              <a:gd name="connsiteY998" fmla="*/ 3563 h 358818"/>
              <a:gd name="connsiteX999" fmla="*/ 903070 w 994371"/>
              <a:gd name="connsiteY999" fmla="*/ 3130 h 358818"/>
              <a:gd name="connsiteX1000" fmla="*/ 903974 w 994371"/>
              <a:gd name="connsiteY1000" fmla="*/ 2724 h 358818"/>
              <a:gd name="connsiteX1001" fmla="*/ 904878 w 994371"/>
              <a:gd name="connsiteY1001" fmla="*/ 2347 h 358818"/>
              <a:gd name="connsiteX1002" fmla="*/ 905782 w 994371"/>
              <a:gd name="connsiteY1002" fmla="*/ 1997 h 358818"/>
              <a:gd name="connsiteX1003" fmla="*/ 906685 w 994371"/>
              <a:gd name="connsiteY1003" fmla="*/ 1676 h 358818"/>
              <a:gd name="connsiteX1004" fmla="*/ 907591 w 994371"/>
              <a:gd name="connsiteY1004" fmla="*/ 1382 h 358818"/>
              <a:gd name="connsiteX1005" fmla="*/ 908494 w 994371"/>
              <a:gd name="connsiteY1005" fmla="*/ 1117 h 358818"/>
              <a:gd name="connsiteX1006" fmla="*/ 909398 w 994371"/>
              <a:gd name="connsiteY1006" fmla="*/ 880 h 358818"/>
              <a:gd name="connsiteX1007" fmla="*/ 910302 w 994371"/>
              <a:gd name="connsiteY1007" fmla="*/ 671 h 358818"/>
              <a:gd name="connsiteX1008" fmla="*/ 911205 w 994371"/>
              <a:gd name="connsiteY1008" fmla="*/ 490 h 358818"/>
              <a:gd name="connsiteX1009" fmla="*/ 912109 w 994371"/>
              <a:gd name="connsiteY1009" fmla="*/ 338 h 358818"/>
              <a:gd name="connsiteX1010" fmla="*/ 913014 w 994371"/>
              <a:gd name="connsiteY1010" fmla="*/ 214 h 358818"/>
              <a:gd name="connsiteX1011" fmla="*/ 913918 w 994371"/>
              <a:gd name="connsiteY1011" fmla="*/ 118 h 358818"/>
              <a:gd name="connsiteX1012" fmla="*/ 914822 w 994371"/>
              <a:gd name="connsiteY1012" fmla="*/ 50 h 358818"/>
              <a:gd name="connsiteX1013" fmla="*/ 915725 w 994371"/>
              <a:gd name="connsiteY1013" fmla="*/ 11 h 358818"/>
              <a:gd name="connsiteX1014" fmla="*/ 916629 w 994371"/>
              <a:gd name="connsiteY1014" fmla="*/ 0 h 358818"/>
              <a:gd name="connsiteX1015" fmla="*/ 917533 w 994371"/>
              <a:gd name="connsiteY1015" fmla="*/ 17 h 358818"/>
              <a:gd name="connsiteX1016" fmla="*/ 918437 w 994371"/>
              <a:gd name="connsiteY1016" fmla="*/ 63 h 358818"/>
              <a:gd name="connsiteX1017" fmla="*/ 919342 w 994371"/>
              <a:gd name="connsiteY1017" fmla="*/ 137 h 358818"/>
              <a:gd name="connsiteX1018" fmla="*/ 920246 w 994371"/>
              <a:gd name="connsiteY1018" fmla="*/ 240 h 358818"/>
              <a:gd name="connsiteX1019" fmla="*/ 921149 w 994371"/>
              <a:gd name="connsiteY1019" fmla="*/ 370 h 358818"/>
              <a:gd name="connsiteX1020" fmla="*/ 922053 w 994371"/>
              <a:gd name="connsiteY1020" fmla="*/ 529 h 358818"/>
              <a:gd name="connsiteX1021" fmla="*/ 922957 w 994371"/>
              <a:gd name="connsiteY1021" fmla="*/ 716 h 358818"/>
              <a:gd name="connsiteX1022" fmla="*/ 923860 w 994371"/>
              <a:gd name="connsiteY1022" fmla="*/ 932 h 358818"/>
              <a:gd name="connsiteX1023" fmla="*/ 924766 w 994371"/>
              <a:gd name="connsiteY1023" fmla="*/ 1175 h 358818"/>
              <a:gd name="connsiteX1024" fmla="*/ 925669 w 994371"/>
              <a:gd name="connsiteY1024" fmla="*/ 1447 h 358818"/>
              <a:gd name="connsiteX1025" fmla="*/ 926573 w 994371"/>
              <a:gd name="connsiteY1025" fmla="*/ 1747 h 358818"/>
              <a:gd name="connsiteX1026" fmla="*/ 927477 w 994371"/>
              <a:gd name="connsiteY1026" fmla="*/ 2075 h 358818"/>
              <a:gd name="connsiteX1027" fmla="*/ 928381 w 994371"/>
              <a:gd name="connsiteY1027" fmla="*/ 2431 h 358818"/>
              <a:gd name="connsiteX1028" fmla="*/ 929286 w 994371"/>
              <a:gd name="connsiteY1028" fmla="*/ 2814 h 358818"/>
              <a:gd name="connsiteX1029" fmla="*/ 930190 w 994371"/>
              <a:gd name="connsiteY1029" fmla="*/ 3226 h 358818"/>
              <a:gd name="connsiteX1030" fmla="*/ 931093 w 994371"/>
              <a:gd name="connsiteY1030" fmla="*/ 3666 h 358818"/>
              <a:gd name="connsiteX1031" fmla="*/ 931997 w 994371"/>
              <a:gd name="connsiteY1031" fmla="*/ 4133 h 358818"/>
              <a:gd name="connsiteX1032" fmla="*/ 932901 w 994371"/>
              <a:gd name="connsiteY1032" fmla="*/ 4628 h 358818"/>
              <a:gd name="connsiteX1033" fmla="*/ 933804 w 994371"/>
              <a:gd name="connsiteY1033" fmla="*/ 5150 h 358818"/>
              <a:gd name="connsiteX1034" fmla="*/ 934710 w 994371"/>
              <a:gd name="connsiteY1034" fmla="*/ 5700 h 358818"/>
              <a:gd name="connsiteX1035" fmla="*/ 935613 w 994371"/>
              <a:gd name="connsiteY1035" fmla="*/ 6278 h 358818"/>
              <a:gd name="connsiteX1036" fmla="*/ 936517 w 994371"/>
              <a:gd name="connsiteY1036" fmla="*/ 6883 h 358818"/>
              <a:gd name="connsiteX1037" fmla="*/ 937421 w 994371"/>
              <a:gd name="connsiteY1037" fmla="*/ 7515 h 358818"/>
              <a:gd name="connsiteX1038" fmla="*/ 938325 w 994371"/>
              <a:gd name="connsiteY1038" fmla="*/ 8174 h 358818"/>
              <a:gd name="connsiteX1039" fmla="*/ 939228 w 994371"/>
              <a:gd name="connsiteY1039" fmla="*/ 8860 h 358818"/>
              <a:gd name="connsiteX1040" fmla="*/ 940132 w 994371"/>
              <a:gd name="connsiteY1040" fmla="*/ 9574 h 358818"/>
              <a:gd name="connsiteX1041" fmla="*/ 941037 w 994371"/>
              <a:gd name="connsiteY1041" fmla="*/ 10314 h 358818"/>
              <a:gd name="connsiteX1042" fmla="*/ 941941 w 994371"/>
              <a:gd name="connsiteY1042" fmla="*/ 11080 h 358818"/>
              <a:gd name="connsiteX1043" fmla="*/ 942845 w 994371"/>
              <a:gd name="connsiteY1043" fmla="*/ 11874 h 358818"/>
              <a:gd name="connsiteX1044" fmla="*/ 943748 w 994371"/>
              <a:gd name="connsiteY1044" fmla="*/ 12693 h 358818"/>
              <a:gd name="connsiteX1045" fmla="*/ 944652 w 994371"/>
              <a:gd name="connsiteY1045" fmla="*/ 13539 h 358818"/>
              <a:gd name="connsiteX1046" fmla="*/ 945556 w 994371"/>
              <a:gd name="connsiteY1046" fmla="*/ 14412 h 358818"/>
              <a:gd name="connsiteX1047" fmla="*/ 946461 w 994371"/>
              <a:gd name="connsiteY1047" fmla="*/ 15310 h 358818"/>
              <a:gd name="connsiteX1048" fmla="*/ 947365 w 994371"/>
              <a:gd name="connsiteY1048" fmla="*/ 16234 h 358818"/>
              <a:gd name="connsiteX1049" fmla="*/ 948269 w 994371"/>
              <a:gd name="connsiteY1049" fmla="*/ 17184 h 358818"/>
              <a:gd name="connsiteX1050" fmla="*/ 949172 w 994371"/>
              <a:gd name="connsiteY1050" fmla="*/ 18160 h 358818"/>
              <a:gd name="connsiteX1051" fmla="*/ 950076 w 994371"/>
              <a:gd name="connsiteY1051" fmla="*/ 19161 h 358818"/>
              <a:gd name="connsiteX1052" fmla="*/ 950981 w 994371"/>
              <a:gd name="connsiteY1052" fmla="*/ 20188 h 358818"/>
              <a:gd name="connsiteX1053" fmla="*/ 951885 w 994371"/>
              <a:gd name="connsiteY1053" fmla="*/ 21239 h 358818"/>
              <a:gd name="connsiteX1054" fmla="*/ 952789 w 994371"/>
              <a:gd name="connsiteY1054" fmla="*/ 22316 h 358818"/>
              <a:gd name="connsiteX1055" fmla="*/ 953692 w 994371"/>
              <a:gd name="connsiteY1055" fmla="*/ 23417 h 358818"/>
              <a:gd name="connsiteX1056" fmla="*/ 954596 w 994371"/>
              <a:gd name="connsiteY1056" fmla="*/ 24543 h 358818"/>
              <a:gd name="connsiteX1057" fmla="*/ 955500 w 994371"/>
              <a:gd name="connsiteY1057" fmla="*/ 25693 h 358818"/>
              <a:gd name="connsiteX1058" fmla="*/ 956405 w 994371"/>
              <a:gd name="connsiteY1058" fmla="*/ 26868 h 358818"/>
              <a:gd name="connsiteX1059" fmla="*/ 957309 w 994371"/>
              <a:gd name="connsiteY1059" fmla="*/ 28067 h 358818"/>
              <a:gd name="connsiteX1060" fmla="*/ 958213 w 994371"/>
              <a:gd name="connsiteY1060" fmla="*/ 29289 h 358818"/>
              <a:gd name="connsiteX1061" fmla="*/ 959116 w 994371"/>
              <a:gd name="connsiteY1061" fmla="*/ 30536 h 358818"/>
              <a:gd name="connsiteX1062" fmla="*/ 960020 w 994371"/>
              <a:gd name="connsiteY1062" fmla="*/ 31806 h 358818"/>
              <a:gd name="connsiteX1063" fmla="*/ 960924 w 994371"/>
              <a:gd name="connsiteY1063" fmla="*/ 33099 h 358818"/>
              <a:gd name="connsiteX1064" fmla="*/ 961827 w 994371"/>
              <a:gd name="connsiteY1064" fmla="*/ 34415 h 358818"/>
              <a:gd name="connsiteX1065" fmla="*/ 962733 w 994371"/>
              <a:gd name="connsiteY1065" fmla="*/ 35754 h 358818"/>
              <a:gd name="connsiteX1066" fmla="*/ 963636 w 994371"/>
              <a:gd name="connsiteY1066" fmla="*/ 37116 h 358818"/>
              <a:gd name="connsiteX1067" fmla="*/ 964540 w 994371"/>
              <a:gd name="connsiteY1067" fmla="*/ 38501 h 358818"/>
              <a:gd name="connsiteX1068" fmla="*/ 965444 w 994371"/>
              <a:gd name="connsiteY1068" fmla="*/ 39907 h 358818"/>
              <a:gd name="connsiteX1069" fmla="*/ 966347 w 994371"/>
              <a:gd name="connsiteY1069" fmla="*/ 41336 h 358818"/>
              <a:gd name="connsiteX1070" fmla="*/ 967251 w 994371"/>
              <a:gd name="connsiteY1070" fmla="*/ 42786 h 358818"/>
              <a:gd name="connsiteX1071" fmla="*/ 968156 w 994371"/>
              <a:gd name="connsiteY1071" fmla="*/ 44258 h 358818"/>
              <a:gd name="connsiteX1072" fmla="*/ 969060 w 994371"/>
              <a:gd name="connsiteY1072" fmla="*/ 45752 h 358818"/>
              <a:gd name="connsiteX1073" fmla="*/ 969964 w 994371"/>
              <a:gd name="connsiteY1073" fmla="*/ 47266 h 358818"/>
              <a:gd name="connsiteX1074" fmla="*/ 970868 w 994371"/>
              <a:gd name="connsiteY1074" fmla="*/ 48802 h 358818"/>
              <a:gd name="connsiteX1075" fmla="*/ 971771 w 994371"/>
              <a:gd name="connsiteY1075" fmla="*/ 50357 h 358818"/>
              <a:gd name="connsiteX1076" fmla="*/ 972677 w 994371"/>
              <a:gd name="connsiteY1076" fmla="*/ 51934 h 358818"/>
              <a:gd name="connsiteX1077" fmla="*/ 973580 w 994371"/>
              <a:gd name="connsiteY1077" fmla="*/ 53530 h 358818"/>
              <a:gd name="connsiteX1078" fmla="*/ 974484 w 994371"/>
              <a:gd name="connsiteY1078" fmla="*/ 55147 h 358818"/>
              <a:gd name="connsiteX1079" fmla="*/ 975388 w 994371"/>
              <a:gd name="connsiteY1079" fmla="*/ 56783 h 358818"/>
              <a:gd name="connsiteX1080" fmla="*/ 976291 w 994371"/>
              <a:gd name="connsiteY1080" fmla="*/ 58438 h 358818"/>
              <a:gd name="connsiteX1081" fmla="*/ 977195 w 994371"/>
              <a:gd name="connsiteY1081" fmla="*/ 60112 h 358818"/>
              <a:gd name="connsiteX1082" fmla="*/ 978100 w 994371"/>
              <a:gd name="connsiteY1082" fmla="*/ 61806 h 358818"/>
              <a:gd name="connsiteX1083" fmla="*/ 979004 w 994371"/>
              <a:gd name="connsiteY1083" fmla="*/ 63517 h 358818"/>
              <a:gd name="connsiteX1084" fmla="*/ 979908 w 994371"/>
              <a:gd name="connsiteY1084" fmla="*/ 65248 h 358818"/>
              <a:gd name="connsiteX1085" fmla="*/ 980812 w 994371"/>
              <a:gd name="connsiteY1085" fmla="*/ 66996 h 358818"/>
              <a:gd name="connsiteX1086" fmla="*/ 981715 w 994371"/>
              <a:gd name="connsiteY1086" fmla="*/ 68762 h 358818"/>
              <a:gd name="connsiteX1087" fmla="*/ 982619 w 994371"/>
              <a:gd name="connsiteY1087" fmla="*/ 70545 h 358818"/>
              <a:gd name="connsiteX1088" fmla="*/ 983523 w 994371"/>
              <a:gd name="connsiteY1088" fmla="*/ 72346 h 358818"/>
              <a:gd name="connsiteX1089" fmla="*/ 984428 w 994371"/>
              <a:gd name="connsiteY1089" fmla="*/ 74163 h 358818"/>
              <a:gd name="connsiteX1090" fmla="*/ 985332 w 994371"/>
              <a:gd name="connsiteY1090" fmla="*/ 75997 h 358818"/>
              <a:gd name="connsiteX1091" fmla="*/ 986235 w 994371"/>
              <a:gd name="connsiteY1091" fmla="*/ 77848 h 358818"/>
              <a:gd name="connsiteX1092" fmla="*/ 987139 w 994371"/>
              <a:gd name="connsiteY1092" fmla="*/ 79714 h 358818"/>
              <a:gd name="connsiteX1093" fmla="*/ 988043 w 994371"/>
              <a:gd name="connsiteY1093" fmla="*/ 81596 h 358818"/>
              <a:gd name="connsiteX1094" fmla="*/ 988947 w 994371"/>
              <a:gd name="connsiteY1094" fmla="*/ 83494 h 358818"/>
              <a:gd name="connsiteX1095" fmla="*/ 989852 w 994371"/>
              <a:gd name="connsiteY1095" fmla="*/ 85407 h 358818"/>
              <a:gd name="connsiteX1096" fmla="*/ 990756 w 994371"/>
              <a:gd name="connsiteY1096" fmla="*/ 87335 h 358818"/>
              <a:gd name="connsiteX1097" fmla="*/ 991659 w 994371"/>
              <a:gd name="connsiteY1097" fmla="*/ 89277 h 358818"/>
              <a:gd name="connsiteX1098" fmla="*/ 992563 w 994371"/>
              <a:gd name="connsiteY1098" fmla="*/ 91233 h 358818"/>
              <a:gd name="connsiteX1099" fmla="*/ 993467 w 994371"/>
              <a:gd name="connsiteY1099" fmla="*/ 93204 h 358818"/>
              <a:gd name="connsiteX1100" fmla="*/ 994372 w 994371"/>
              <a:gd name="connsiteY1100" fmla="*/ 95188 h 358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</a:cxnLst>
            <a:rect l="l" t="t" r="r" b="b"/>
            <a:pathLst>
              <a:path w="994371" h="358818">
                <a:moveTo>
                  <a:pt x="0" y="2724"/>
                </a:moveTo>
                <a:lnTo>
                  <a:pt x="904" y="2347"/>
                </a:lnTo>
                <a:lnTo>
                  <a:pt x="1807" y="1997"/>
                </a:lnTo>
                <a:lnTo>
                  <a:pt x="2713" y="1676"/>
                </a:lnTo>
                <a:lnTo>
                  <a:pt x="3616" y="1382"/>
                </a:lnTo>
                <a:lnTo>
                  <a:pt x="4520" y="1117"/>
                </a:lnTo>
                <a:lnTo>
                  <a:pt x="5424" y="880"/>
                </a:lnTo>
                <a:lnTo>
                  <a:pt x="6328" y="671"/>
                </a:lnTo>
                <a:lnTo>
                  <a:pt x="7231" y="490"/>
                </a:lnTo>
                <a:lnTo>
                  <a:pt x="8137" y="338"/>
                </a:lnTo>
                <a:lnTo>
                  <a:pt x="9040" y="214"/>
                </a:lnTo>
                <a:lnTo>
                  <a:pt x="9944" y="118"/>
                </a:lnTo>
                <a:lnTo>
                  <a:pt x="10848" y="50"/>
                </a:lnTo>
                <a:lnTo>
                  <a:pt x="11751" y="11"/>
                </a:lnTo>
                <a:lnTo>
                  <a:pt x="12655" y="0"/>
                </a:lnTo>
                <a:lnTo>
                  <a:pt x="13560" y="17"/>
                </a:lnTo>
                <a:lnTo>
                  <a:pt x="14464" y="63"/>
                </a:lnTo>
                <a:lnTo>
                  <a:pt x="15368" y="137"/>
                </a:lnTo>
                <a:lnTo>
                  <a:pt x="16272" y="240"/>
                </a:lnTo>
                <a:lnTo>
                  <a:pt x="17175" y="370"/>
                </a:lnTo>
                <a:lnTo>
                  <a:pt x="18079" y="529"/>
                </a:lnTo>
                <a:lnTo>
                  <a:pt x="18984" y="716"/>
                </a:lnTo>
                <a:lnTo>
                  <a:pt x="19888" y="932"/>
                </a:lnTo>
                <a:lnTo>
                  <a:pt x="20792" y="1175"/>
                </a:lnTo>
                <a:lnTo>
                  <a:pt x="21695" y="1447"/>
                </a:lnTo>
                <a:lnTo>
                  <a:pt x="22599" y="1747"/>
                </a:lnTo>
                <a:lnTo>
                  <a:pt x="23503" y="2075"/>
                </a:lnTo>
                <a:lnTo>
                  <a:pt x="24408" y="2431"/>
                </a:lnTo>
                <a:lnTo>
                  <a:pt x="25312" y="2814"/>
                </a:lnTo>
                <a:lnTo>
                  <a:pt x="26216" y="3226"/>
                </a:lnTo>
                <a:lnTo>
                  <a:pt x="27119" y="3666"/>
                </a:lnTo>
                <a:lnTo>
                  <a:pt x="28023" y="4133"/>
                </a:lnTo>
                <a:lnTo>
                  <a:pt x="28927" y="4628"/>
                </a:lnTo>
                <a:lnTo>
                  <a:pt x="29832" y="5150"/>
                </a:lnTo>
                <a:lnTo>
                  <a:pt x="30736" y="5700"/>
                </a:lnTo>
                <a:lnTo>
                  <a:pt x="31639" y="6278"/>
                </a:lnTo>
                <a:lnTo>
                  <a:pt x="32543" y="6883"/>
                </a:lnTo>
                <a:lnTo>
                  <a:pt x="33447" y="7515"/>
                </a:lnTo>
                <a:lnTo>
                  <a:pt x="34352" y="8174"/>
                </a:lnTo>
                <a:lnTo>
                  <a:pt x="35256" y="8860"/>
                </a:lnTo>
                <a:lnTo>
                  <a:pt x="36160" y="9574"/>
                </a:lnTo>
                <a:lnTo>
                  <a:pt x="37063" y="10314"/>
                </a:lnTo>
                <a:lnTo>
                  <a:pt x="37967" y="11080"/>
                </a:lnTo>
                <a:lnTo>
                  <a:pt x="38871" y="11874"/>
                </a:lnTo>
                <a:lnTo>
                  <a:pt x="39776" y="12693"/>
                </a:lnTo>
                <a:lnTo>
                  <a:pt x="40680" y="13539"/>
                </a:lnTo>
                <a:lnTo>
                  <a:pt x="41583" y="14412"/>
                </a:lnTo>
                <a:lnTo>
                  <a:pt x="42487" y="15310"/>
                </a:lnTo>
                <a:lnTo>
                  <a:pt x="43391" y="16234"/>
                </a:lnTo>
                <a:lnTo>
                  <a:pt x="44294" y="17184"/>
                </a:lnTo>
                <a:lnTo>
                  <a:pt x="45200" y="18160"/>
                </a:lnTo>
                <a:lnTo>
                  <a:pt x="46103" y="19161"/>
                </a:lnTo>
                <a:lnTo>
                  <a:pt x="47007" y="20188"/>
                </a:lnTo>
                <a:lnTo>
                  <a:pt x="47911" y="21239"/>
                </a:lnTo>
                <a:lnTo>
                  <a:pt x="48815" y="22316"/>
                </a:lnTo>
                <a:lnTo>
                  <a:pt x="49718" y="23417"/>
                </a:lnTo>
                <a:lnTo>
                  <a:pt x="50624" y="24543"/>
                </a:lnTo>
                <a:lnTo>
                  <a:pt x="51527" y="25693"/>
                </a:lnTo>
                <a:lnTo>
                  <a:pt x="52431" y="26868"/>
                </a:lnTo>
                <a:lnTo>
                  <a:pt x="53335" y="28067"/>
                </a:lnTo>
                <a:lnTo>
                  <a:pt x="54238" y="29289"/>
                </a:lnTo>
                <a:lnTo>
                  <a:pt x="55142" y="30536"/>
                </a:lnTo>
                <a:lnTo>
                  <a:pt x="56047" y="31806"/>
                </a:lnTo>
                <a:lnTo>
                  <a:pt x="56951" y="33099"/>
                </a:lnTo>
                <a:lnTo>
                  <a:pt x="57855" y="34415"/>
                </a:lnTo>
                <a:lnTo>
                  <a:pt x="58759" y="35754"/>
                </a:lnTo>
                <a:lnTo>
                  <a:pt x="59662" y="37116"/>
                </a:lnTo>
                <a:lnTo>
                  <a:pt x="60566" y="38501"/>
                </a:lnTo>
                <a:lnTo>
                  <a:pt x="61471" y="39907"/>
                </a:lnTo>
                <a:lnTo>
                  <a:pt x="62375" y="41336"/>
                </a:lnTo>
                <a:lnTo>
                  <a:pt x="63279" y="42786"/>
                </a:lnTo>
                <a:lnTo>
                  <a:pt x="64182" y="44258"/>
                </a:lnTo>
                <a:lnTo>
                  <a:pt x="65086" y="45752"/>
                </a:lnTo>
                <a:lnTo>
                  <a:pt x="65990" y="47266"/>
                </a:lnTo>
                <a:lnTo>
                  <a:pt x="66893" y="48802"/>
                </a:lnTo>
                <a:lnTo>
                  <a:pt x="67799" y="50357"/>
                </a:lnTo>
                <a:lnTo>
                  <a:pt x="68703" y="51934"/>
                </a:lnTo>
                <a:lnTo>
                  <a:pt x="69606" y="53530"/>
                </a:lnTo>
                <a:lnTo>
                  <a:pt x="70510" y="55147"/>
                </a:lnTo>
                <a:lnTo>
                  <a:pt x="71414" y="56783"/>
                </a:lnTo>
                <a:lnTo>
                  <a:pt x="72317" y="58438"/>
                </a:lnTo>
                <a:lnTo>
                  <a:pt x="73223" y="60112"/>
                </a:lnTo>
                <a:lnTo>
                  <a:pt x="74126" y="61806"/>
                </a:lnTo>
                <a:lnTo>
                  <a:pt x="75030" y="63517"/>
                </a:lnTo>
                <a:lnTo>
                  <a:pt x="75934" y="65248"/>
                </a:lnTo>
                <a:lnTo>
                  <a:pt x="76837" y="66996"/>
                </a:lnTo>
                <a:lnTo>
                  <a:pt x="77741" y="68762"/>
                </a:lnTo>
                <a:lnTo>
                  <a:pt x="78647" y="70545"/>
                </a:lnTo>
                <a:lnTo>
                  <a:pt x="79550" y="72346"/>
                </a:lnTo>
                <a:lnTo>
                  <a:pt x="80454" y="74163"/>
                </a:lnTo>
                <a:lnTo>
                  <a:pt x="81358" y="75997"/>
                </a:lnTo>
                <a:lnTo>
                  <a:pt x="82261" y="77848"/>
                </a:lnTo>
                <a:lnTo>
                  <a:pt x="83165" y="79714"/>
                </a:lnTo>
                <a:lnTo>
                  <a:pt x="84070" y="81596"/>
                </a:lnTo>
                <a:lnTo>
                  <a:pt x="84974" y="83494"/>
                </a:lnTo>
                <a:lnTo>
                  <a:pt x="85878" y="85407"/>
                </a:lnTo>
                <a:lnTo>
                  <a:pt x="86781" y="87335"/>
                </a:lnTo>
                <a:lnTo>
                  <a:pt x="87685" y="89277"/>
                </a:lnTo>
                <a:lnTo>
                  <a:pt x="88589" y="91233"/>
                </a:lnTo>
                <a:lnTo>
                  <a:pt x="89494" y="93204"/>
                </a:lnTo>
                <a:lnTo>
                  <a:pt x="90398" y="95188"/>
                </a:lnTo>
                <a:lnTo>
                  <a:pt x="91302" y="97185"/>
                </a:lnTo>
                <a:lnTo>
                  <a:pt x="92205" y="99195"/>
                </a:lnTo>
                <a:lnTo>
                  <a:pt x="93109" y="101218"/>
                </a:lnTo>
                <a:lnTo>
                  <a:pt x="94013" y="103253"/>
                </a:lnTo>
                <a:lnTo>
                  <a:pt x="94918" y="105300"/>
                </a:lnTo>
                <a:lnTo>
                  <a:pt x="95822" y="107359"/>
                </a:lnTo>
                <a:lnTo>
                  <a:pt x="96725" y="109430"/>
                </a:lnTo>
                <a:lnTo>
                  <a:pt x="97629" y="111511"/>
                </a:lnTo>
                <a:lnTo>
                  <a:pt x="98533" y="113603"/>
                </a:lnTo>
                <a:lnTo>
                  <a:pt x="99437" y="115706"/>
                </a:lnTo>
                <a:lnTo>
                  <a:pt x="100342" y="117819"/>
                </a:lnTo>
                <a:lnTo>
                  <a:pt x="101246" y="119941"/>
                </a:lnTo>
                <a:lnTo>
                  <a:pt x="102149" y="122073"/>
                </a:lnTo>
                <a:lnTo>
                  <a:pt x="103053" y="124213"/>
                </a:lnTo>
                <a:lnTo>
                  <a:pt x="103957" y="126363"/>
                </a:lnTo>
                <a:lnTo>
                  <a:pt x="104860" y="128521"/>
                </a:lnTo>
                <a:lnTo>
                  <a:pt x="105766" y="130687"/>
                </a:lnTo>
                <a:lnTo>
                  <a:pt x="106669" y="132860"/>
                </a:lnTo>
                <a:lnTo>
                  <a:pt x="107573" y="135040"/>
                </a:lnTo>
                <a:lnTo>
                  <a:pt x="108477" y="137228"/>
                </a:lnTo>
                <a:lnTo>
                  <a:pt x="109381" y="139424"/>
                </a:lnTo>
                <a:lnTo>
                  <a:pt x="110284" y="141625"/>
                </a:lnTo>
                <a:lnTo>
                  <a:pt x="111190" y="143831"/>
                </a:lnTo>
                <a:lnTo>
                  <a:pt x="112093" y="146044"/>
                </a:lnTo>
                <a:lnTo>
                  <a:pt x="112997" y="148262"/>
                </a:lnTo>
                <a:lnTo>
                  <a:pt x="113901" y="150485"/>
                </a:lnTo>
                <a:lnTo>
                  <a:pt x="114804" y="152712"/>
                </a:lnTo>
                <a:lnTo>
                  <a:pt x="115708" y="154943"/>
                </a:lnTo>
                <a:lnTo>
                  <a:pt x="116613" y="157179"/>
                </a:lnTo>
                <a:lnTo>
                  <a:pt x="117517" y="159417"/>
                </a:lnTo>
                <a:lnTo>
                  <a:pt x="118421" y="161659"/>
                </a:lnTo>
                <a:lnTo>
                  <a:pt x="119324" y="163904"/>
                </a:lnTo>
                <a:lnTo>
                  <a:pt x="120228" y="166151"/>
                </a:lnTo>
                <a:lnTo>
                  <a:pt x="121132" y="168401"/>
                </a:lnTo>
                <a:lnTo>
                  <a:pt x="122037" y="170652"/>
                </a:lnTo>
                <a:lnTo>
                  <a:pt x="122941" y="172904"/>
                </a:lnTo>
                <a:lnTo>
                  <a:pt x="123845" y="175158"/>
                </a:lnTo>
                <a:lnTo>
                  <a:pt x="124748" y="177413"/>
                </a:lnTo>
                <a:lnTo>
                  <a:pt x="125652" y="179667"/>
                </a:lnTo>
                <a:lnTo>
                  <a:pt x="126556" y="181921"/>
                </a:lnTo>
                <a:lnTo>
                  <a:pt x="127461" y="184175"/>
                </a:lnTo>
                <a:lnTo>
                  <a:pt x="128365" y="186428"/>
                </a:lnTo>
                <a:lnTo>
                  <a:pt x="129268" y="188681"/>
                </a:lnTo>
                <a:lnTo>
                  <a:pt x="130172" y="190931"/>
                </a:lnTo>
                <a:lnTo>
                  <a:pt x="131076" y="193181"/>
                </a:lnTo>
                <a:lnTo>
                  <a:pt x="131980" y="195427"/>
                </a:lnTo>
                <a:lnTo>
                  <a:pt x="132885" y="197671"/>
                </a:lnTo>
                <a:lnTo>
                  <a:pt x="133789" y="199912"/>
                </a:lnTo>
                <a:lnTo>
                  <a:pt x="134692" y="202150"/>
                </a:lnTo>
                <a:lnTo>
                  <a:pt x="135596" y="204385"/>
                </a:lnTo>
                <a:lnTo>
                  <a:pt x="136500" y="206615"/>
                </a:lnTo>
                <a:lnTo>
                  <a:pt x="137405" y="208841"/>
                </a:lnTo>
                <a:lnTo>
                  <a:pt x="138309" y="211064"/>
                </a:lnTo>
                <a:lnTo>
                  <a:pt x="139212" y="213280"/>
                </a:lnTo>
                <a:lnTo>
                  <a:pt x="140116" y="215491"/>
                </a:lnTo>
                <a:lnTo>
                  <a:pt x="141020" y="217697"/>
                </a:lnTo>
                <a:lnTo>
                  <a:pt x="141924" y="219896"/>
                </a:lnTo>
                <a:lnTo>
                  <a:pt x="142829" y="222089"/>
                </a:lnTo>
                <a:lnTo>
                  <a:pt x="143733" y="224275"/>
                </a:lnTo>
                <a:lnTo>
                  <a:pt x="144636" y="226455"/>
                </a:lnTo>
                <a:lnTo>
                  <a:pt x="145540" y="228627"/>
                </a:lnTo>
                <a:lnTo>
                  <a:pt x="146444" y="230790"/>
                </a:lnTo>
                <a:lnTo>
                  <a:pt x="147347" y="232946"/>
                </a:lnTo>
                <a:lnTo>
                  <a:pt x="148253" y="235094"/>
                </a:lnTo>
                <a:lnTo>
                  <a:pt x="149156" y="237232"/>
                </a:lnTo>
                <a:lnTo>
                  <a:pt x="150060" y="239362"/>
                </a:lnTo>
                <a:lnTo>
                  <a:pt x="150964" y="241483"/>
                </a:lnTo>
                <a:lnTo>
                  <a:pt x="151868" y="243593"/>
                </a:lnTo>
                <a:lnTo>
                  <a:pt x="152771" y="245693"/>
                </a:lnTo>
                <a:lnTo>
                  <a:pt x="153677" y="247783"/>
                </a:lnTo>
                <a:lnTo>
                  <a:pt x="154580" y="249862"/>
                </a:lnTo>
                <a:lnTo>
                  <a:pt x="155484" y="251931"/>
                </a:lnTo>
                <a:lnTo>
                  <a:pt x="156388" y="253986"/>
                </a:lnTo>
                <a:lnTo>
                  <a:pt x="157291" y="256031"/>
                </a:lnTo>
                <a:lnTo>
                  <a:pt x="158195" y="258064"/>
                </a:lnTo>
                <a:lnTo>
                  <a:pt x="159100" y="260084"/>
                </a:lnTo>
                <a:lnTo>
                  <a:pt x="160004" y="262091"/>
                </a:lnTo>
                <a:lnTo>
                  <a:pt x="160908" y="264086"/>
                </a:lnTo>
                <a:lnTo>
                  <a:pt x="161812" y="266066"/>
                </a:lnTo>
                <a:lnTo>
                  <a:pt x="162715" y="268033"/>
                </a:lnTo>
                <a:lnTo>
                  <a:pt x="163619" y="269986"/>
                </a:lnTo>
                <a:lnTo>
                  <a:pt x="164524" y="271925"/>
                </a:lnTo>
                <a:lnTo>
                  <a:pt x="165428" y="273849"/>
                </a:lnTo>
                <a:lnTo>
                  <a:pt x="166332" y="275759"/>
                </a:lnTo>
                <a:lnTo>
                  <a:pt x="167235" y="277653"/>
                </a:lnTo>
                <a:lnTo>
                  <a:pt x="168139" y="279532"/>
                </a:lnTo>
                <a:lnTo>
                  <a:pt x="169043" y="281394"/>
                </a:lnTo>
                <a:lnTo>
                  <a:pt x="169948" y="283241"/>
                </a:lnTo>
                <a:lnTo>
                  <a:pt x="170852" y="285072"/>
                </a:lnTo>
                <a:lnTo>
                  <a:pt x="171756" y="286886"/>
                </a:lnTo>
                <a:lnTo>
                  <a:pt x="172659" y="288681"/>
                </a:lnTo>
                <a:lnTo>
                  <a:pt x="173563" y="290461"/>
                </a:lnTo>
                <a:lnTo>
                  <a:pt x="174467" y="292223"/>
                </a:lnTo>
                <a:lnTo>
                  <a:pt x="175372" y="293967"/>
                </a:lnTo>
                <a:lnTo>
                  <a:pt x="176276" y="295693"/>
                </a:lnTo>
                <a:lnTo>
                  <a:pt x="177179" y="297401"/>
                </a:lnTo>
                <a:lnTo>
                  <a:pt x="178083" y="299090"/>
                </a:lnTo>
                <a:lnTo>
                  <a:pt x="178987" y="300760"/>
                </a:lnTo>
                <a:lnTo>
                  <a:pt x="179890" y="302411"/>
                </a:lnTo>
                <a:lnTo>
                  <a:pt x="180796" y="304043"/>
                </a:lnTo>
                <a:lnTo>
                  <a:pt x="181700" y="305654"/>
                </a:lnTo>
                <a:lnTo>
                  <a:pt x="182603" y="307245"/>
                </a:lnTo>
                <a:lnTo>
                  <a:pt x="183507" y="308818"/>
                </a:lnTo>
                <a:lnTo>
                  <a:pt x="184411" y="310370"/>
                </a:lnTo>
                <a:lnTo>
                  <a:pt x="185314" y="311900"/>
                </a:lnTo>
                <a:lnTo>
                  <a:pt x="186220" y="313410"/>
                </a:lnTo>
                <a:lnTo>
                  <a:pt x="187123" y="314898"/>
                </a:lnTo>
                <a:lnTo>
                  <a:pt x="188027" y="316365"/>
                </a:lnTo>
                <a:lnTo>
                  <a:pt x="188931" y="317811"/>
                </a:lnTo>
                <a:lnTo>
                  <a:pt x="189834" y="319234"/>
                </a:lnTo>
                <a:lnTo>
                  <a:pt x="190738" y="320636"/>
                </a:lnTo>
                <a:lnTo>
                  <a:pt x="191644" y="322015"/>
                </a:lnTo>
                <a:lnTo>
                  <a:pt x="192547" y="323372"/>
                </a:lnTo>
                <a:lnTo>
                  <a:pt x="193451" y="324706"/>
                </a:lnTo>
                <a:lnTo>
                  <a:pt x="194355" y="326017"/>
                </a:lnTo>
                <a:lnTo>
                  <a:pt x="195258" y="327304"/>
                </a:lnTo>
                <a:lnTo>
                  <a:pt x="196162" y="328568"/>
                </a:lnTo>
                <a:lnTo>
                  <a:pt x="197067" y="329811"/>
                </a:lnTo>
                <a:lnTo>
                  <a:pt x="197971" y="331027"/>
                </a:lnTo>
                <a:lnTo>
                  <a:pt x="198875" y="332221"/>
                </a:lnTo>
                <a:lnTo>
                  <a:pt x="199778" y="333389"/>
                </a:lnTo>
                <a:lnTo>
                  <a:pt x="200682" y="334535"/>
                </a:lnTo>
                <a:lnTo>
                  <a:pt x="201586" y="335655"/>
                </a:lnTo>
                <a:lnTo>
                  <a:pt x="202491" y="336752"/>
                </a:lnTo>
                <a:lnTo>
                  <a:pt x="203395" y="337821"/>
                </a:lnTo>
                <a:lnTo>
                  <a:pt x="204299" y="338868"/>
                </a:lnTo>
                <a:lnTo>
                  <a:pt x="205202" y="339888"/>
                </a:lnTo>
                <a:lnTo>
                  <a:pt x="206106" y="340883"/>
                </a:lnTo>
                <a:lnTo>
                  <a:pt x="207010" y="341853"/>
                </a:lnTo>
                <a:lnTo>
                  <a:pt x="207913" y="342797"/>
                </a:lnTo>
                <a:lnTo>
                  <a:pt x="208819" y="343715"/>
                </a:lnTo>
                <a:lnTo>
                  <a:pt x="209722" y="344607"/>
                </a:lnTo>
                <a:lnTo>
                  <a:pt x="210626" y="345474"/>
                </a:lnTo>
                <a:lnTo>
                  <a:pt x="211530" y="346315"/>
                </a:lnTo>
                <a:lnTo>
                  <a:pt x="212434" y="347129"/>
                </a:lnTo>
                <a:lnTo>
                  <a:pt x="213337" y="347915"/>
                </a:lnTo>
                <a:lnTo>
                  <a:pt x="214243" y="348676"/>
                </a:lnTo>
                <a:lnTo>
                  <a:pt x="215146" y="349410"/>
                </a:lnTo>
                <a:lnTo>
                  <a:pt x="216050" y="350118"/>
                </a:lnTo>
                <a:lnTo>
                  <a:pt x="216954" y="350797"/>
                </a:lnTo>
                <a:lnTo>
                  <a:pt x="217857" y="351450"/>
                </a:lnTo>
                <a:lnTo>
                  <a:pt x="218761" y="352076"/>
                </a:lnTo>
                <a:lnTo>
                  <a:pt x="219666" y="352674"/>
                </a:lnTo>
                <a:lnTo>
                  <a:pt x="220570" y="353246"/>
                </a:lnTo>
                <a:lnTo>
                  <a:pt x="221474" y="353790"/>
                </a:lnTo>
                <a:lnTo>
                  <a:pt x="222377" y="354305"/>
                </a:lnTo>
                <a:lnTo>
                  <a:pt x="223281" y="354795"/>
                </a:lnTo>
                <a:lnTo>
                  <a:pt x="224185" y="355256"/>
                </a:lnTo>
                <a:lnTo>
                  <a:pt x="225090" y="355689"/>
                </a:lnTo>
                <a:lnTo>
                  <a:pt x="225994" y="356095"/>
                </a:lnTo>
                <a:lnTo>
                  <a:pt x="226898" y="356472"/>
                </a:lnTo>
                <a:lnTo>
                  <a:pt x="227801" y="356822"/>
                </a:lnTo>
                <a:lnTo>
                  <a:pt x="228705" y="357143"/>
                </a:lnTo>
                <a:lnTo>
                  <a:pt x="229609" y="357437"/>
                </a:lnTo>
                <a:lnTo>
                  <a:pt x="230514" y="357701"/>
                </a:lnTo>
                <a:lnTo>
                  <a:pt x="231418" y="357938"/>
                </a:lnTo>
                <a:lnTo>
                  <a:pt x="232321" y="358148"/>
                </a:lnTo>
                <a:lnTo>
                  <a:pt x="233225" y="358329"/>
                </a:lnTo>
                <a:lnTo>
                  <a:pt x="234129" y="358480"/>
                </a:lnTo>
                <a:lnTo>
                  <a:pt x="235033" y="358605"/>
                </a:lnTo>
                <a:lnTo>
                  <a:pt x="235938" y="358701"/>
                </a:lnTo>
                <a:lnTo>
                  <a:pt x="236842" y="358769"/>
                </a:lnTo>
                <a:lnTo>
                  <a:pt x="237745" y="358807"/>
                </a:lnTo>
                <a:lnTo>
                  <a:pt x="238649" y="358819"/>
                </a:lnTo>
                <a:lnTo>
                  <a:pt x="239553" y="358801"/>
                </a:lnTo>
                <a:lnTo>
                  <a:pt x="240456" y="358756"/>
                </a:lnTo>
                <a:lnTo>
                  <a:pt x="241362" y="358681"/>
                </a:lnTo>
                <a:lnTo>
                  <a:pt x="242265" y="358580"/>
                </a:lnTo>
                <a:lnTo>
                  <a:pt x="243169" y="358448"/>
                </a:lnTo>
                <a:lnTo>
                  <a:pt x="244073" y="358289"/>
                </a:lnTo>
                <a:lnTo>
                  <a:pt x="244977" y="358103"/>
                </a:lnTo>
                <a:lnTo>
                  <a:pt x="245880" y="357887"/>
                </a:lnTo>
                <a:lnTo>
                  <a:pt x="246786" y="357643"/>
                </a:lnTo>
                <a:lnTo>
                  <a:pt x="247689" y="357372"/>
                </a:lnTo>
                <a:lnTo>
                  <a:pt x="248593" y="357071"/>
                </a:lnTo>
                <a:lnTo>
                  <a:pt x="249497" y="356744"/>
                </a:lnTo>
                <a:lnTo>
                  <a:pt x="250400" y="356389"/>
                </a:lnTo>
                <a:lnTo>
                  <a:pt x="251306" y="356005"/>
                </a:lnTo>
                <a:lnTo>
                  <a:pt x="252209" y="355593"/>
                </a:lnTo>
                <a:lnTo>
                  <a:pt x="253113" y="355153"/>
                </a:lnTo>
                <a:lnTo>
                  <a:pt x="254017" y="354686"/>
                </a:lnTo>
                <a:lnTo>
                  <a:pt x="254921" y="354191"/>
                </a:lnTo>
                <a:lnTo>
                  <a:pt x="255824" y="353669"/>
                </a:lnTo>
                <a:lnTo>
                  <a:pt x="256728" y="353118"/>
                </a:lnTo>
                <a:lnTo>
                  <a:pt x="257633" y="352541"/>
                </a:lnTo>
                <a:lnTo>
                  <a:pt x="258537" y="351937"/>
                </a:lnTo>
                <a:lnTo>
                  <a:pt x="259441" y="351304"/>
                </a:lnTo>
                <a:lnTo>
                  <a:pt x="260344" y="350644"/>
                </a:lnTo>
                <a:lnTo>
                  <a:pt x="261248" y="349958"/>
                </a:lnTo>
                <a:lnTo>
                  <a:pt x="262153" y="349245"/>
                </a:lnTo>
                <a:lnTo>
                  <a:pt x="263057" y="348505"/>
                </a:lnTo>
                <a:lnTo>
                  <a:pt x="263961" y="347739"/>
                </a:lnTo>
                <a:lnTo>
                  <a:pt x="264865" y="346945"/>
                </a:lnTo>
                <a:lnTo>
                  <a:pt x="265768" y="346126"/>
                </a:lnTo>
                <a:lnTo>
                  <a:pt x="266672" y="345280"/>
                </a:lnTo>
                <a:lnTo>
                  <a:pt x="267576" y="344406"/>
                </a:lnTo>
                <a:lnTo>
                  <a:pt x="268481" y="343509"/>
                </a:lnTo>
                <a:lnTo>
                  <a:pt x="269385" y="342584"/>
                </a:lnTo>
                <a:lnTo>
                  <a:pt x="270288" y="341634"/>
                </a:lnTo>
                <a:lnTo>
                  <a:pt x="271192" y="340659"/>
                </a:lnTo>
                <a:lnTo>
                  <a:pt x="272096" y="339657"/>
                </a:lnTo>
                <a:lnTo>
                  <a:pt x="273001" y="338632"/>
                </a:lnTo>
                <a:lnTo>
                  <a:pt x="273905" y="337579"/>
                </a:lnTo>
                <a:lnTo>
                  <a:pt x="274809" y="336502"/>
                </a:lnTo>
                <a:lnTo>
                  <a:pt x="275712" y="335403"/>
                </a:lnTo>
                <a:lnTo>
                  <a:pt x="276616" y="334276"/>
                </a:lnTo>
                <a:lnTo>
                  <a:pt x="277520" y="333125"/>
                </a:lnTo>
                <a:lnTo>
                  <a:pt x="278423" y="331951"/>
                </a:lnTo>
                <a:lnTo>
                  <a:pt x="279329" y="330751"/>
                </a:lnTo>
                <a:lnTo>
                  <a:pt x="280232" y="329529"/>
                </a:lnTo>
                <a:lnTo>
                  <a:pt x="281136" y="328283"/>
                </a:lnTo>
                <a:lnTo>
                  <a:pt x="282040" y="327014"/>
                </a:lnTo>
                <a:lnTo>
                  <a:pt x="282943" y="325719"/>
                </a:lnTo>
                <a:lnTo>
                  <a:pt x="283849" y="324404"/>
                </a:lnTo>
                <a:lnTo>
                  <a:pt x="284753" y="323065"/>
                </a:lnTo>
                <a:lnTo>
                  <a:pt x="285656" y="321703"/>
                </a:lnTo>
                <a:lnTo>
                  <a:pt x="286560" y="320319"/>
                </a:lnTo>
                <a:lnTo>
                  <a:pt x="287464" y="318912"/>
                </a:lnTo>
                <a:lnTo>
                  <a:pt x="288367" y="317483"/>
                </a:lnTo>
                <a:lnTo>
                  <a:pt x="289271" y="316033"/>
                </a:lnTo>
                <a:lnTo>
                  <a:pt x="290176" y="314560"/>
                </a:lnTo>
                <a:lnTo>
                  <a:pt x="291080" y="313066"/>
                </a:lnTo>
                <a:lnTo>
                  <a:pt x="291984" y="311553"/>
                </a:lnTo>
                <a:lnTo>
                  <a:pt x="292887" y="310018"/>
                </a:lnTo>
                <a:lnTo>
                  <a:pt x="293791" y="308461"/>
                </a:lnTo>
                <a:lnTo>
                  <a:pt x="294696" y="306885"/>
                </a:lnTo>
                <a:lnTo>
                  <a:pt x="295600" y="305288"/>
                </a:lnTo>
                <a:lnTo>
                  <a:pt x="296504" y="303672"/>
                </a:lnTo>
                <a:lnTo>
                  <a:pt x="297408" y="302036"/>
                </a:lnTo>
                <a:lnTo>
                  <a:pt x="298311" y="300381"/>
                </a:lnTo>
                <a:lnTo>
                  <a:pt x="299215" y="298707"/>
                </a:lnTo>
                <a:lnTo>
                  <a:pt x="300119" y="297012"/>
                </a:lnTo>
                <a:lnTo>
                  <a:pt x="301024" y="295301"/>
                </a:lnTo>
                <a:lnTo>
                  <a:pt x="301928" y="293572"/>
                </a:lnTo>
                <a:lnTo>
                  <a:pt x="302831" y="291823"/>
                </a:lnTo>
                <a:lnTo>
                  <a:pt x="303735" y="290057"/>
                </a:lnTo>
                <a:lnTo>
                  <a:pt x="304639" y="288273"/>
                </a:lnTo>
                <a:lnTo>
                  <a:pt x="305544" y="286474"/>
                </a:lnTo>
                <a:lnTo>
                  <a:pt x="306448" y="284655"/>
                </a:lnTo>
                <a:lnTo>
                  <a:pt x="307352" y="282821"/>
                </a:lnTo>
                <a:lnTo>
                  <a:pt x="308255" y="280970"/>
                </a:lnTo>
                <a:lnTo>
                  <a:pt x="309159" y="279105"/>
                </a:lnTo>
                <a:lnTo>
                  <a:pt x="310063" y="277222"/>
                </a:lnTo>
                <a:lnTo>
                  <a:pt x="310966" y="275325"/>
                </a:lnTo>
                <a:lnTo>
                  <a:pt x="311872" y="273412"/>
                </a:lnTo>
                <a:lnTo>
                  <a:pt x="312775" y="271485"/>
                </a:lnTo>
                <a:lnTo>
                  <a:pt x="313679" y="269543"/>
                </a:lnTo>
                <a:lnTo>
                  <a:pt x="314583" y="267586"/>
                </a:lnTo>
                <a:lnTo>
                  <a:pt x="315487" y="265616"/>
                </a:lnTo>
                <a:lnTo>
                  <a:pt x="316392" y="263631"/>
                </a:lnTo>
                <a:lnTo>
                  <a:pt x="317296" y="261634"/>
                </a:lnTo>
                <a:lnTo>
                  <a:pt x="318199" y="259624"/>
                </a:lnTo>
                <a:lnTo>
                  <a:pt x="319103" y="257600"/>
                </a:lnTo>
                <a:lnTo>
                  <a:pt x="320007" y="255565"/>
                </a:lnTo>
                <a:lnTo>
                  <a:pt x="320910" y="253519"/>
                </a:lnTo>
                <a:lnTo>
                  <a:pt x="321814" y="251459"/>
                </a:lnTo>
                <a:lnTo>
                  <a:pt x="322719" y="249389"/>
                </a:lnTo>
                <a:lnTo>
                  <a:pt x="323623" y="247308"/>
                </a:lnTo>
                <a:lnTo>
                  <a:pt x="324527" y="245214"/>
                </a:lnTo>
                <a:lnTo>
                  <a:pt x="325430" y="243113"/>
                </a:lnTo>
                <a:lnTo>
                  <a:pt x="326334" y="241000"/>
                </a:lnTo>
                <a:lnTo>
                  <a:pt x="327240" y="238877"/>
                </a:lnTo>
                <a:lnTo>
                  <a:pt x="328143" y="236746"/>
                </a:lnTo>
                <a:lnTo>
                  <a:pt x="329047" y="234606"/>
                </a:lnTo>
                <a:lnTo>
                  <a:pt x="329951" y="232456"/>
                </a:lnTo>
                <a:lnTo>
                  <a:pt x="330854" y="230299"/>
                </a:lnTo>
                <a:lnTo>
                  <a:pt x="331758" y="228132"/>
                </a:lnTo>
                <a:lnTo>
                  <a:pt x="332662" y="225958"/>
                </a:lnTo>
                <a:lnTo>
                  <a:pt x="333567" y="223778"/>
                </a:lnTo>
                <a:lnTo>
                  <a:pt x="334471" y="221589"/>
                </a:lnTo>
                <a:lnTo>
                  <a:pt x="335374" y="219394"/>
                </a:lnTo>
                <a:lnTo>
                  <a:pt x="336278" y="217193"/>
                </a:lnTo>
                <a:lnTo>
                  <a:pt x="337182" y="214987"/>
                </a:lnTo>
                <a:lnTo>
                  <a:pt x="338086" y="212775"/>
                </a:lnTo>
                <a:lnTo>
                  <a:pt x="338991" y="210557"/>
                </a:lnTo>
                <a:lnTo>
                  <a:pt x="339895" y="208334"/>
                </a:lnTo>
                <a:lnTo>
                  <a:pt x="340798" y="206106"/>
                </a:lnTo>
                <a:lnTo>
                  <a:pt x="341702" y="203875"/>
                </a:lnTo>
                <a:lnTo>
                  <a:pt x="342606" y="201640"/>
                </a:lnTo>
                <a:lnTo>
                  <a:pt x="343511" y="199402"/>
                </a:lnTo>
                <a:lnTo>
                  <a:pt x="344415" y="197159"/>
                </a:lnTo>
                <a:lnTo>
                  <a:pt x="345318" y="194915"/>
                </a:lnTo>
                <a:lnTo>
                  <a:pt x="346222" y="192667"/>
                </a:lnTo>
                <a:lnTo>
                  <a:pt x="347126" y="190418"/>
                </a:lnTo>
                <a:lnTo>
                  <a:pt x="348030" y="188167"/>
                </a:lnTo>
                <a:lnTo>
                  <a:pt x="348933" y="185915"/>
                </a:lnTo>
                <a:lnTo>
                  <a:pt x="349839" y="183660"/>
                </a:lnTo>
                <a:lnTo>
                  <a:pt x="350742" y="181406"/>
                </a:lnTo>
                <a:lnTo>
                  <a:pt x="351646" y="179152"/>
                </a:lnTo>
                <a:lnTo>
                  <a:pt x="352550" y="176898"/>
                </a:lnTo>
                <a:lnTo>
                  <a:pt x="353453" y="174643"/>
                </a:lnTo>
                <a:lnTo>
                  <a:pt x="354359" y="172391"/>
                </a:lnTo>
                <a:lnTo>
                  <a:pt x="355262" y="170138"/>
                </a:lnTo>
                <a:lnTo>
                  <a:pt x="356166" y="167887"/>
                </a:lnTo>
                <a:lnTo>
                  <a:pt x="357070" y="165638"/>
                </a:lnTo>
                <a:lnTo>
                  <a:pt x="357974" y="163392"/>
                </a:lnTo>
                <a:lnTo>
                  <a:pt x="358877" y="161148"/>
                </a:lnTo>
                <a:lnTo>
                  <a:pt x="359781" y="158907"/>
                </a:lnTo>
                <a:lnTo>
                  <a:pt x="360686" y="156669"/>
                </a:lnTo>
                <a:lnTo>
                  <a:pt x="361590" y="154433"/>
                </a:lnTo>
                <a:lnTo>
                  <a:pt x="362494" y="152204"/>
                </a:lnTo>
                <a:lnTo>
                  <a:pt x="363397" y="149978"/>
                </a:lnTo>
                <a:lnTo>
                  <a:pt x="364301" y="147755"/>
                </a:lnTo>
                <a:lnTo>
                  <a:pt x="365206" y="145539"/>
                </a:lnTo>
                <a:lnTo>
                  <a:pt x="366110" y="143328"/>
                </a:lnTo>
                <a:lnTo>
                  <a:pt x="367014" y="141122"/>
                </a:lnTo>
                <a:lnTo>
                  <a:pt x="367917" y="138923"/>
                </a:lnTo>
                <a:lnTo>
                  <a:pt x="368821" y="136730"/>
                </a:lnTo>
                <a:lnTo>
                  <a:pt x="369725" y="134544"/>
                </a:lnTo>
                <a:lnTo>
                  <a:pt x="370629" y="132364"/>
                </a:lnTo>
                <a:lnTo>
                  <a:pt x="371534" y="130192"/>
                </a:lnTo>
                <a:lnTo>
                  <a:pt x="372438" y="128028"/>
                </a:lnTo>
                <a:lnTo>
                  <a:pt x="373341" y="125872"/>
                </a:lnTo>
                <a:lnTo>
                  <a:pt x="374245" y="123724"/>
                </a:lnTo>
                <a:lnTo>
                  <a:pt x="375149" y="121586"/>
                </a:lnTo>
                <a:lnTo>
                  <a:pt x="376054" y="119456"/>
                </a:lnTo>
                <a:lnTo>
                  <a:pt x="376958" y="117336"/>
                </a:lnTo>
                <a:lnTo>
                  <a:pt x="377862" y="115226"/>
                </a:lnTo>
                <a:lnTo>
                  <a:pt x="378765" y="113125"/>
                </a:lnTo>
                <a:lnTo>
                  <a:pt x="379669" y="111036"/>
                </a:lnTo>
                <a:lnTo>
                  <a:pt x="380573" y="108957"/>
                </a:lnTo>
                <a:lnTo>
                  <a:pt x="381476" y="106889"/>
                </a:lnTo>
                <a:lnTo>
                  <a:pt x="382382" y="104832"/>
                </a:lnTo>
                <a:lnTo>
                  <a:pt x="383285" y="102788"/>
                </a:lnTo>
                <a:lnTo>
                  <a:pt x="384189" y="100756"/>
                </a:lnTo>
                <a:lnTo>
                  <a:pt x="385093" y="98735"/>
                </a:lnTo>
                <a:lnTo>
                  <a:pt x="385996" y="96728"/>
                </a:lnTo>
                <a:lnTo>
                  <a:pt x="386902" y="94734"/>
                </a:lnTo>
                <a:lnTo>
                  <a:pt x="387805" y="92753"/>
                </a:lnTo>
                <a:lnTo>
                  <a:pt x="388709" y="90786"/>
                </a:lnTo>
                <a:lnTo>
                  <a:pt x="389613" y="88833"/>
                </a:lnTo>
                <a:lnTo>
                  <a:pt x="390517" y="86894"/>
                </a:lnTo>
                <a:lnTo>
                  <a:pt x="391420" y="84969"/>
                </a:lnTo>
                <a:lnTo>
                  <a:pt x="392324" y="83060"/>
                </a:lnTo>
                <a:lnTo>
                  <a:pt x="393229" y="81166"/>
                </a:lnTo>
                <a:lnTo>
                  <a:pt x="394133" y="79287"/>
                </a:lnTo>
                <a:lnTo>
                  <a:pt x="395037" y="77424"/>
                </a:lnTo>
                <a:lnTo>
                  <a:pt x="395940" y="75578"/>
                </a:lnTo>
                <a:lnTo>
                  <a:pt x="396844" y="73747"/>
                </a:lnTo>
                <a:lnTo>
                  <a:pt x="397749" y="71934"/>
                </a:lnTo>
                <a:lnTo>
                  <a:pt x="398653" y="70137"/>
                </a:lnTo>
                <a:lnTo>
                  <a:pt x="399557" y="68358"/>
                </a:lnTo>
                <a:lnTo>
                  <a:pt x="400461" y="66595"/>
                </a:lnTo>
                <a:lnTo>
                  <a:pt x="401364" y="64851"/>
                </a:lnTo>
                <a:lnTo>
                  <a:pt x="402268" y="63125"/>
                </a:lnTo>
                <a:lnTo>
                  <a:pt x="403172" y="61418"/>
                </a:lnTo>
                <a:lnTo>
                  <a:pt x="404077" y="59729"/>
                </a:lnTo>
                <a:lnTo>
                  <a:pt x="404981" y="58059"/>
                </a:lnTo>
                <a:lnTo>
                  <a:pt x="405884" y="56408"/>
                </a:lnTo>
                <a:lnTo>
                  <a:pt x="406788" y="54776"/>
                </a:lnTo>
                <a:lnTo>
                  <a:pt x="407692" y="53165"/>
                </a:lnTo>
                <a:lnTo>
                  <a:pt x="408597" y="51573"/>
                </a:lnTo>
                <a:lnTo>
                  <a:pt x="409501" y="50001"/>
                </a:lnTo>
                <a:lnTo>
                  <a:pt x="410405" y="48450"/>
                </a:lnTo>
                <a:lnTo>
                  <a:pt x="411308" y="46919"/>
                </a:lnTo>
                <a:lnTo>
                  <a:pt x="412212" y="45409"/>
                </a:lnTo>
                <a:lnTo>
                  <a:pt x="413116" y="43921"/>
                </a:lnTo>
                <a:lnTo>
                  <a:pt x="414019" y="42454"/>
                </a:lnTo>
                <a:lnTo>
                  <a:pt x="414925" y="41008"/>
                </a:lnTo>
                <a:lnTo>
                  <a:pt x="415828" y="39585"/>
                </a:lnTo>
                <a:lnTo>
                  <a:pt x="416732" y="38183"/>
                </a:lnTo>
                <a:lnTo>
                  <a:pt x="417636" y="36804"/>
                </a:lnTo>
                <a:lnTo>
                  <a:pt x="418539" y="35447"/>
                </a:lnTo>
                <a:lnTo>
                  <a:pt x="419445" y="34113"/>
                </a:lnTo>
                <a:lnTo>
                  <a:pt x="420349" y="32802"/>
                </a:lnTo>
                <a:lnTo>
                  <a:pt x="421252" y="31514"/>
                </a:lnTo>
                <a:lnTo>
                  <a:pt x="422156" y="30250"/>
                </a:lnTo>
                <a:lnTo>
                  <a:pt x="423060" y="29009"/>
                </a:lnTo>
                <a:lnTo>
                  <a:pt x="423963" y="27791"/>
                </a:lnTo>
                <a:lnTo>
                  <a:pt x="424867" y="26598"/>
                </a:lnTo>
                <a:lnTo>
                  <a:pt x="425772" y="25429"/>
                </a:lnTo>
                <a:lnTo>
                  <a:pt x="426676" y="24284"/>
                </a:lnTo>
                <a:lnTo>
                  <a:pt x="427580" y="23164"/>
                </a:lnTo>
                <a:lnTo>
                  <a:pt x="428483" y="22068"/>
                </a:lnTo>
                <a:lnTo>
                  <a:pt x="429387" y="20997"/>
                </a:lnTo>
                <a:lnTo>
                  <a:pt x="430293" y="19951"/>
                </a:lnTo>
                <a:lnTo>
                  <a:pt x="431196" y="18931"/>
                </a:lnTo>
                <a:lnTo>
                  <a:pt x="432100" y="17935"/>
                </a:lnTo>
                <a:lnTo>
                  <a:pt x="433004" y="16965"/>
                </a:lnTo>
                <a:lnTo>
                  <a:pt x="433907" y="16021"/>
                </a:lnTo>
                <a:lnTo>
                  <a:pt x="434811" y="15103"/>
                </a:lnTo>
                <a:lnTo>
                  <a:pt x="435715" y="14211"/>
                </a:lnTo>
                <a:lnTo>
                  <a:pt x="436620" y="13344"/>
                </a:lnTo>
                <a:lnTo>
                  <a:pt x="437524" y="12504"/>
                </a:lnTo>
                <a:lnTo>
                  <a:pt x="438427" y="11690"/>
                </a:lnTo>
                <a:lnTo>
                  <a:pt x="439331" y="10903"/>
                </a:lnTo>
                <a:lnTo>
                  <a:pt x="440235" y="10142"/>
                </a:lnTo>
                <a:lnTo>
                  <a:pt x="441140" y="9409"/>
                </a:lnTo>
                <a:lnTo>
                  <a:pt x="442044" y="8702"/>
                </a:lnTo>
                <a:lnTo>
                  <a:pt x="442948" y="8021"/>
                </a:lnTo>
                <a:lnTo>
                  <a:pt x="443851" y="7368"/>
                </a:lnTo>
                <a:lnTo>
                  <a:pt x="444755" y="6742"/>
                </a:lnTo>
                <a:lnTo>
                  <a:pt x="445659" y="6144"/>
                </a:lnTo>
                <a:lnTo>
                  <a:pt x="446562" y="5572"/>
                </a:lnTo>
                <a:lnTo>
                  <a:pt x="447468" y="5029"/>
                </a:lnTo>
                <a:lnTo>
                  <a:pt x="448371" y="4512"/>
                </a:lnTo>
                <a:lnTo>
                  <a:pt x="449275" y="4024"/>
                </a:lnTo>
                <a:lnTo>
                  <a:pt x="450179" y="3563"/>
                </a:lnTo>
                <a:lnTo>
                  <a:pt x="451083" y="3130"/>
                </a:lnTo>
                <a:lnTo>
                  <a:pt x="451988" y="2724"/>
                </a:lnTo>
                <a:lnTo>
                  <a:pt x="452892" y="2347"/>
                </a:lnTo>
                <a:lnTo>
                  <a:pt x="453795" y="1997"/>
                </a:lnTo>
                <a:lnTo>
                  <a:pt x="454699" y="1676"/>
                </a:lnTo>
                <a:lnTo>
                  <a:pt x="455603" y="1382"/>
                </a:lnTo>
                <a:lnTo>
                  <a:pt x="456506" y="1117"/>
                </a:lnTo>
                <a:lnTo>
                  <a:pt x="457410" y="880"/>
                </a:lnTo>
                <a:lnTo>
                  <a:pt x="458315" y="671"/>
                </a:lnTo>
                <a:lnTo>
                  <a:pt x="459219" y="490"/>
                </a:lnTo>
                <a:lnTo>
                  <a:pt x="460123" y="338"/>
                </a:lnTo>
                <a:lnTo>
                  <a:pt x="461027" y="214"/>
                </a:lnTo>
                <a:lnTo>
                  <a:pt x="461930" y="118"/>
                </a:lnTo>
                <a:lnTo>
                  <a:pt x="462836" y="50"/>
                </a:lnTo>
                <a:lnTo>
                  <a:pt x="463739" y="11"/>
                </a:lnTo>
                <a:lnTo>
                  <a:pt x="464643" y="0"/>
                </a:lnTo>
                <a:lnTo>
                  <a:pt x="465547" y="17"/>
                </a:lnTo>
                <a:lnTo>
                  <a:pt x="466450" y="63"/>
                </a:lnTo>
                <a:lnTo>
                  <a:pt x="467354" y="137"/>
                </a:lnTo>
                <a:lnTo>
                  <a:pt x="468258" y="240"/>
                </a:lnTo>
                <a:lnTo>
                  <a:pt x="469163" y="370"/>
                </a:lnTo>
                <a:lnTo>
                  <a:pt x="470067" y="529"/>
                </a:lnTo>
                <a:lnTo>
                  <a:pt x="470970" y="716"/>
                </a:lnTo>
                <a:lnTo>
                  <a:pt x="471874" y="932"/>
                </a:lnTo>
                <a:lnTo>
                  <a:pt x="472778" y="1175"/>
                </a:lnTo>
                <a:lnTo>
                  <a:pt x="473683" y="1447"/>
                </a:lnTo>
                <a:lnTo>
                  <a:pt x="474587" y="1747"/>
                </a:lnTo>
                <a:lnTo>
                  <a:pt x="475491" y="2075"/>
                </a:lnTo>
                <a:lnTo>
                  <a:pt x="476394" y="2431"/>
                </a:lnTo>
                <a:lnTo>
                  <a:pt x="477298" y="2814"/>
                </a:lnTo>
                <a:lnTo>
                  <a:pt x="478202" y="3226"/>
                </a:lnTo>
                <a:lnTo>
                  <a:pt x="479107" y="3666"/>
                </a:lnTo>
                <a:lnTo>
                  <a:pt x="480011" y="4133"/>
                </a:lnTo>
                <a:lnTo>
                  <a:pt x="480914" y="4628"/>
                </a:lnTo>
                <a:lnTo>
                  <a:pt x="481818" y="5150"/>
                </a:lnTo>
                <a:lnTo>
                  <a:pt x="482722" y="5700"/>
                </a:lnTo>
                <a:lnTo>
                  <a:pt x="483626" y="6278"/>
                </a:lnTo>
                <a:lnTo>
                  <a:pt x="484529" y="6883"/>
                </a:lnTo>
                <a:lnTo>
                  <a:pt x="485435" y="7515"/>
                </a:lnTo>
                <a:lnTo>
                  <a:pt x="486338" y="8174"/>
                </a:lnTo>
                <a:lnTo>
                  <a:pt x="487242" y="8860"/>
                </a:lnTo>
                <a:lnTo>
                  <a:pt x="488146" y="9574"/>
                </a:lnTo>
                <a:lnTo>
                  <a:pt x="489049" y="10314"/>
                </a:lnTo>
                <a:lnTo>
                  <a:pt x="489955" y="11080"/>
                </a:lnTo>
                <a:lnTo>
                  <a:pt x="490858" y="11874"/>
                </a:lnTo>
                <a:lnTo>
                  <a:pt x="491762" y="12693"/>
                </a:lnTo>
                <a:lnTo>
                  <a:pt x="492666" y="13539"/>
                </a:lnTo>
                <a:lnTo>
                  <a:pt x="493570" y="14412"/>
                </a:lnTo>
                <a:lnTo>
                  <a:pt x="494473" y="15310"/>
                </a:lnTo>
                <a:lnTo>
                  <a:pt x="495377" y="16234"/>
                </a:lnTo>
                <a:lnTo>
                  <a:pt x="496282" y="17184"/>
                </a:lnTo>
                <a:lnTo>
                  <a:pt x="497186" y="18160"/>
                </a:lnTo>
                <a:lnTo>
                  <a:pt x="498090" y="19161"/>
                </a:lnTo>
                <a:lnTo>
                  <a:pt x="498993" y="20188"/>
                </a:lnTo>
                <a:lnTo>
                  <a:pt x="499897" y="21239"/>
                </a:lnTo>
                <a:lnTo>
                  <a:pt x="500802" y="22316"/>
                </a:lnTo>
                <a:lnTo>
                  <a:pt x="501706" y="23417"/>
                </a:lnTo>
                <a:lnTo>
                  <a:pt x="502610" y="24543"/>
                </a:lnTo>
                <a:lnTo>
                  <a:pt x="503514" y="25693"/>
                </a:lnTo>
                <a:lnTo>
                  <a:pt x="504417" y="26868"/>
                </a:lnTo>
                <a:lnTo>
                  <a:pt x="505321" y="28067"/>
                </a:lnTo>
                <a:lnTo>
                  <a:pt x="506225" y="29289"/>
                </a:lnTo>
                <a:lnTo>
                  <a:pt x="507130" y="30536"/>
                </a:lnTo>
                <a:lnTo>
                  <a:pt x="508034" y="31806"/>
                </a:lnTo>
                <a:lnTo>
                  <a:pt x="508937" y="33099"/>
                </a:lnTo>
                <a:lnTo>
                  <a:pt x="509841" y="34415"/>
                </a:lnTo>
                <a:lnTo>
                  <a:pt x="510745" y="35754"/>
                </a:lnTo>
                <a:lnTo>
                  <a:pt x="511650" y="37116"/>
                </a:lnTo>
                <a:lnTo>
                  <a:pt x="512554" y="38501"/>
                </a:lnTo>
                <a:lnTo>
                  <a:pt x="513458" y="39907"/>
                </a:lnTo>
                <a:lnTo>
                  <a:pt x="514361" y="41336"/>
                </a:lnTo>
                <a:lnTo>
                  <a:pt x="515265" y="42786"/>
                </a:lnTo>
                <a:lnTo>
                  <a:pt x="516169" y="44258"/>
                </a:lnTo>
                <a:lnTo>
                  <a:pt x="517072" y="45752"/>
                </a:lnTo>
                <a:lnTo>
                  <a:pt x="517978" y="47266"/>
                </a:lnTo>
                <a:lnTo>
                  <a:pt x="518881" y="48802"/>
                </a:lnTo>
                <a:lnTo>
                  <a:pt x="519785" y="50357"/>
                </a:lnTo>
                <a:lnTo>
                  <a:pt x="520689" y="51934"/>
                </a:lnTo>
                <a:lnTo>
                  <a:pt x="521592" y="53530"/>
                </a:lnTo>
                <a:lnTo>
                  <a:pt x="522498" y="55147"/>
                </a:lnTo>
                <a:lnTo>
                  <a:pt x="523402" y="56783"/>
                </a:lnTo>
                <a:lnTo>
                  <a:pt x="524305" y="58438"/>
                </a:lnTo>
                <a:lnTo>
                  <a:pt x="525209" y="60112"/>
                </a:lnTo>
                <a:lnTo>
                  <a:pt x="526113" y="61806"/>
                </a:lnTo>
                <a:lnTo>
                  <a:pt x="527016" y="63517"/>
                </a:lnTo>
                <a:lnTo>
                  <a:pt x="527920" y="65248"/>
                </a:lnTo>
                <a:lnTo>
                  <a:pt x="528825" y="66996"/>
                </a:lnTo>
                <a:lnTo>
                  <a:pt x="529729" y="68762"/>
                </a:lnTo>
                <a:lnTo>
                  <a:pt x="530633" y="70545"/>
                </a:lnTo>
                <a:lnTo>
                  <a:pt x="531536" y="72346"/>
                </a:lnTo>
                <a:lnTo>
                  <a:pt x="532440" y="74163"/>
                </a:lnTo>
                <a:lnTo>
                  <a:pt x="533346" y="75997"/>
                </a:lnTo>
                <a:lnTo>
                  <a:pt x="534249" y="77848"/>
                </a:lnTo>
                <a:lnTo>
                  <a:pt x="535153" y="79714"/>
                </a:lnTo>
                <a:lnTo>
                  <a:pt x="536057" y="81596"/>
                </a:lnTo>
                <a:lnTo>
                  <a:pt x="536960" y="83494"/>
                </a:lnTo>
                <a:lnTo>
                  <a:pt x="537864" y="85407"/>
                </a:lnTo>
                <a:lnTo>
                  <a:pt x="538768" y="87335"/>
                </a:lnTo>
                <a:lnTo>
                  <a:pt x="539673" y="89277"/>
                </a:lnTo>
                <a:lnTo>
                  <a:pt x="540577" y="91233"/>
                </a:lnTo>
                <a:lnTo>
                  <a:pt x="541480" y="93204"/>
                </a:lnTo>
                <a:lnTo>
                  <a:pt x="542384" y="95188"/>
                </a:lnTo>
                <a:lnTo>
                  <a:pt x="543288" y="97185"/>
                </a:lnTo>
                <a:lnTo>
                  <a:pt x="544193" y="99195"/>
                </a:lnTo>
                <a:lnTo>
                  <a:pt x="545097" y="101218"/>
                </a:lnTo>
                <a:lnTo>
                  <a:pt x="546001" y="103253"/>
                </a:lnTo>
                <a:lnTo>
                  <a:pt x="546904" y="105300"/>
                </a:lnTo>
                <a:lnTo>
                  <a:pt x="547808" y="107359"/>
                </a:lnTo>
                <a:lnTo>
                  <a:pt x="548712" y="109430"/>
                </a:lnTo>
                <a:lnTo>
                  <a:pt x="549615" y="111511"/>
                </a:lnTo>
                <a:lnTo>
                  <a:pt x="550521" y="113603"/>
                </a:lnTo>
                <a:lnTo>
                  <a:pt x="551424" y="115706"/>
                </a:lnTo>
                <a:lnTo>
                  <a:pt x="552328" y="117819"/>
                </a:lnTo>
                <a:lnTo>
                  <a:pt x="553232" y="119941"/>
                </a:lnTo>
                <a:lnTo>
                  <a:pt x="554136" y="122073"/>
                </a:lnTo>
                <a:lnTo>
                  <a:pt x="555041" y="124213"/>
                </a:lnTo>
                <a:lnTo>
                  <a:pt x="555945" y="126363"/>
                </a:lnTo>
                <a:lnTo>
                  <a:pt x="556848" y="128521"/>
                </a:lnTo>
                <a:lnTo>
                  <a:pt x="557752" y="130687"/>
                </a:lnTo>
                <a:lnTo>
                  <a:pt x="558656" y="132860"/>
                </a:lnTo>
                <a:lnTo>
                  <a:pt x="559559" y="135040"/>
                </a:lnTo>
                <a:lnTo>
                  <a:pt x="560463" y="137228"/>
                </a:lnTo>
                <a:lnTo>
                  <a:pt x="561368" y="139424"/>
                </a:lnTo>
                <a:lnTo>
                  <a:pt x="562272" y="141625"/>
                </a:lnTo>
                <a:lnTo>
                  <a:pt x="563176" y="143831"/>
                </a:lnTo>
                <a:lnTo>
                  <a:pt x="564080" y="146044"/>
                </a:lnTo>
                <a:lnTo>
                  <a:pt x="564983" y="148262"/>
                </a:lnTo>
                <a:lnTo>
                  <a:pt x="565889" y="150485"/>
                </a:lnTo>
                <a:lnTo>
                  <a:pt x="566792" y="152712"/>
                </a:lnTo>
                <a:lnTo>
                  <a:pt x="567696" y="154943"/>
                </a:lnTo>
                <a:lnTo>
                  <a:pt x="568600" y="157179"/>
                </a:lnTo>
                <a:lnTo>
                  <a:pt x="569503" y="159417"/>
                </a:lnTo>
                <a:lnTo>
                  <a:pt x="570407" y="161659"/>
                </a:lnTo>
                <a:lnTo>
                  <a:pt x="571311" y="163904"/>
                </a:lnTo>
                <a:lnTo>
                  <a:pt x="572216" y="166151"/>
                </a:lnTo>
                <a:lnTo>
                  <a:pt x="573120" y="168401"/>
                </a:lnTo>
                <a:lnTo>
                  <a:pt x="574023" y="170652"/>
                </a:lnTo>
                <a:lnTo>
                  <a:pt x="574927" y="172904"/>
                </a:lnTo>
                <a:lnTo>
                  <a:pt x="575831" y="175158"/>
                </a:lnTo>
                <a:lnTo>
                  <a:pt x="576736" y="177413"/>
                </a:lnTo>
                <a:lnTo>
                  <a:pt x="577640" y="179667"/>
                </a:lnTo>
                <a:lnTo>
                  <a:pt x="578544" y="181921"/>
                </a:lnTo>
                <a:lnTo>
                  <a:pt x="579447" y="184175"/>
                </a:lnTo>
                <a:lnTo>
                  <a:pt x="580351" y="186428"/>
                </a:lnTo>
                <a:lnTo>
                  <a:pt x="581255" y="188681"/>
                </a:lnTo>
                <a:lnTo>
                  <a:pt x="582158" y="190931"/>
                </a:lnTo>
                <a:lnTo>
                  <a:pt x="583064" y="193181"/>
                </a:lnTo>
                <a:lnTo>
                  <a:pt x="583967" y="195427"/>
                </a:lnTo>
                <a:lnTo>
                  <a:pt x="584871" y="197671"/>
                </a:lnTo>
                <a:lnTo>
                  <a:pt x="585775" y="199912"/>
                </a:lnTo>
                <a:lnTo>
                  <a:pt x="586679" y="202150"/>
                </a:lnTo>
                <a:lnTo>
                  <a:pt x="587584" y="204385"/>
                </a:lnTo>
                <a:lnTo>
                  <a:pt x="588488" y="206615"/>
                </a:lnTo>
                <a:lnTo>
                  <a:pt x="589391" y="208841"/>
                </a:lnTo>
                <a:lnTo>
                  <a:pt x="590295" y="211064"/>
                </a:lnTo>
                <a:lnTo>
                  <a:pt x="591199" y="213280"/>
                </a:lnTo>
                <a:lnTo>
                  <a:pt x="592102" y="215491"/>
                </a:lnTo>
                <a:lnTo>
                  <a:pt x="593006" y="217697"/>
                </a:lnTo>
                <a:lnTo>
                  <a:pt x="593911" y="219896"/>
                </a:lnTo>
                <a:lnTo>
                  <a:pt x="594815" y="222089"/>
                </a:lnTo>
                <a:lnTo>
                  <a:pt x="595719" y="224275"/>
                </a:lnTo>
                <a:lnTo>
                  <a:pt x="596623" y="226455"/>
                </a:lnTo>
                <a:lnTo>
                  <a:pt x="597526" y="228627"/>
                </a:lnTo>
                <a:lnTo>
                  <a:pt x="598432" y="230790"/>
                </a:lnTo>
                <a:lnTo>
                  <a:pt x="599335" y="232946"/>
                </a:lnTo>
                <a:lnTo>
                  <a:pt x="600239" y="235094"/>
                </a:lnTo>
                <a:lnTo>
                  <a:pt x="601143" y="237232"/>
                </a:lnTo>
                <a:lnTo>
                  <a:pt x="602046" y="239362"/>
                </a:lnTo>
                <a:lnTo>
                  <a:pt x="602950" y="241483"/>
                </a:lnTo>
                <a:lnTo>
                  <a:pt x="603854" y="243593"/>
                </a:lnTo>
                <a:lnTo>
                  <a:pt x="604759" y="245693"/>
                </a:lnTo>
                <a:lnTo>
                  <a:pt x="605663" y="247783"/>
                </a:lnTo>
                <a:lnTo>
                  <a:pt x="606567" y="249862"/>
                </a:lnTo>
                <a:lnTo>
                  <a:pt x="607470" y="251931"/>
                </a:lnTo>
                <a:lnTo>
                  <a:pt x="608374" y="253986"/>
                </a:lnTo>
                <a:lnTo>
                  <a:pt x="609278" y="256031"/>
                </a:lnTo>
                <a:lnTo>
                  <a:pt x="610183" y="258064"/>
                </a:lnTo>
                <a:lnTo>
                  <a:pt x="611087" y="260084"/>
                </a:lnTo>
                <a:lnTo>
                  <a:pt x="611990" y="262091"/>
                </a:lnTo>
                <a:lnTo>
                  <a:pt x="612894" y="264086"/>
                </a:lnTo>
                <a:lnTo>
                  <a:pt x="613798" y="266066"/>
                </a:lnTo>
                <a:lnTo>
                  <a:pt x="614703" y="268033"/>
                </a:lnTo>
                <a:lnTo>
                  <a:pt x="615607" y="269986"/>
                </a:lnTo>
                <a:lnTo>
                  <a:pt x="616510" y="271925"/>
                </a:lnTo>
                <a:lnTo>
                  <a:pt x="617414" y="273849"/>
                </a:lnTo>
                <a:lnTo>
                  <a:pt x="618318" y="275759"/>
                </a:lnTo>
                <a:lnTo>
                  <a:pt x="619222" y="277653"/>
                </a:lnTo>
                <a:lnTo>
                  <a:pt x="620125" y="279532"/>
                </a:lnTo>
                <a:lnTo>
                  <a:pt x="621031" y="281394"/>
                </a:lnTo>
                <a:lnTo>
                  <a:pt x="621934" y="283241"/>
                </a:lnTo>
                <a:lnTo>
                  <a:pt x="622838" y="285072"/>
                </a:lnTo>
                <a:lnTo>
                  <a:pt x="623742" y="286886"/>
                </a:lnTo>
                <a:lnTo>
                  <a:pt x="624645" y="288681"/>
                </a:lnTo>
                <a:lnTo>
                  <a:pt x="625551" y="290461"/>
                </a:lnTo>
                <a:lnTo>
                  <a:pt x="626455" y="292223"/>
                </a:lnTo>
                <a:lnTo>
                  <a:pt x="627358" y="293967"/>
                </a:lnTo>
                <a:lnTo>
                  <a:pt x="628262" y="295693"/>
                </a:lnTo>
                <a:lnTo>
                  <a:pt x="629166" y="297401"/>
                </a:lnTo>
                <a:lnTo>
                  <a:pt x="630069" y="299090"/>
                </a:lnTo>
                <a:lnTo>
                  <a:pt x="630973" y="300760"/>
                </a:lnTo>
                <a:lnTo>
                  <a:pt x="631878" y="302411"/>
                </a:lnTo>
                <a:lnTo>
                  <a:pt x="632782" y="304043"/>
                </a:lnTo>
                <a:lnTo>
                  <a:pt x="633686" y="305654"/>
                </a:lnTo>
                <a:lnTo>
                  <a:pt x="634589" y="307245"/>
                </a:lnTo>
                <a:lnTo>
                  <a:pt x="635493" y="308818"/>
                </a:lnTo>
                <a:lnTo>
                  <a:pt x="636398" y="310370"/>
                </a:lnTo>
                <a:lnTo>
                  <a:pt x="637302" y="311900"/>
                </a:lnTo>
                <a:lnTo>
                  <a:pt x="638206" y="313410"/>
                </a:lnTo>
                <a:lnTo>
                  <a:pt x="639110" y="314898"/>
                </a:lnTo>
                <a:lnTo>
                  <a:pt x="640013" y="316365"/>
                </a:lnTo>
                <a:lnTo>
                  <a:pt x="640917" y="317811"/>
                </a:lnTo>
                <a:lnTo>
                  <a:pt x="641821" y="319234"/>
                </a:lnTo>
                <a:lnTo>
                  <a:pt x="642726" y="320636"/>
                </a:lnTo>
                <a:lnTo>
                  <a:pt x="643630" y="322015"/>
                </a:lnTo>
                <a:lnTo>
                  <a:pt x="644533" y="323372"/>
                </a:lnTo>
                <a:lnTo>
                  <a:pt x="645437" y="324706"/>
                </a:lnTo>
                <a:lnTo>
                  <a:pt x="646341" y="326017"/>
                </a:lnTo>
                <a:lnTo>
                  <a:pt x="647246" y="327304"/>
                </a:lnTo>
                <a:lnTo>
                  <a:pt x="648150" y="328568"/>
                </a:lnTo>
                <a:lnTo>
                  <a:pt x="649054" y="329811"/>
                </a:lnTo>
                <a:lnTo>
                  <a:pt x="649957" y="331027"/>
                </a:lnTo>
                <a:lnTo>
                  <a:pt x="650861" y="332221"/>
                </a:lnTo>
                <a:lnTo>
                  <a:pt x="651765" y="333389"/>
                </a:lnTo>
                <a:lnTo>
                  <a:pt x="652668" y="334535"/>
                </a:lnTo>
                <a:lnTo>
                  <a:pt x="653574" y="335655"/>
                </a:lnTo>
                <a:lnTo>
                  <a:pt x="654477" y="336752"/>
                </a:lnTo>
                <a:lnTo>
                  <a:pt x="655381" y="337821"/>
                </a:lnTo>
                <a:lnTo>
                  <a:pt x="656285" y="338868"/>
                </a:lnTo>
                <a:lnTo>
                  <a:pt x="657189" y="339888"/>
                </a:lnTo>
                <a:lnTo>
                  <a:pt x="658094" y="340883"/>
                </a:lnTo>
                <a:lnTo>
                  <a:pt x="658998" y="341853"/>
                </a:lnTo>
                <a:lnTo>
                  <a:pt x="659901" y="342797"/>
                </a:lnTo>
                <a:lnTo>
                  <a:pt x="660805" y="343715"/>
                </a:lnTo>
                <a:lnTo>
                  <a:pt x="661709" y="344607"/>
                </a:lnTo>
                <a:lnTo>
                  <a:pt x="662612" y="345474"/>
                </a:lnTo>
                <a:lnTo>
                  <a:pt x="663516" y="346315"/>
                </a:lnTo>
                <a:lnTo>
                  <a:pt x="664421" y="347129"/>
                </a:lnTo>
                <a:lnTo>
                  <a:pt x="665325" y="347915"/>
                </a:lnTo>
                <a:lnTo>
                  <a:pt x="666229" y="348676"/>
                </a:lnTo>
                <a:lnTo>
                  <a:pt x="667132" y="349410"/>
                </a:lnTo>
                <a:lnTo>
                  <a:pt x="668036" y="350118"/>
                </a:lnTo>
                <a:lnTo>
                  <a:pt x="668940" y="350797"/>
                </a:lnTo>
                <a:lnTo>
                  <a:pt x="669845" y="351450"/>
                </a:lnTo>
                <a:lnTo>
                  <a:pt x="670749" y="352076"/>
                </a:lnTo>
                <a:lnTo>
                  <a:pt x="671653" y="352674"/>
                </a:lnTo>
                <a:lnTo>
                  <a:pt x="672556" y="353246"/>
                </a:lnTo>
                <a:lnTo>
                  <a:pt x="673460" y="353790"/>
                </a:lnTo>
                <a:lnTo>
                  <a:pt x="674364" y="354305"/>
                </a:lnTo>
                <a:lnTo>
                  <a:pt x="675269" y="354795"/>
                </a:lnTo>
                <a:lnTo>
                  <a:pt x="676173" y="355256"/>
                </a:lnTo>
                <a:lnTo>
                  <a:pt x="677076" y="355689"/>
                </a:lnTo>
                <a:lnTo>
                  <a:pt x="677980" y="356095"/>
                </a:lnTo>
                <a:lnTo>
                  <a:pt x="678884" y="356472"/>
                </a:lnTo>
                <a:lnTo>
                  <a:pt x="679789" y="356822"/>
                </a:lnTo>
                <a:lnTo>
                  <a:pt x="680693" y="357143"/>
                </a:lnTo>
                <a:lnTo>
                  <a:pt x="681597" y="357437"/>
                </a:lnTo>
                <a:lnTo>
                  <a:pt x="682500" y="357701"/>
                </a:lnTo>
                <a:lnTo>
                  <a:pt x="683404" y="357938"/>
                </a:lnTo>
                <a:lnTo>
                  <a:pt x="684308" y="358148"/>
                </a:lnTo>
                <a:lnTo>
                  <a:pt x="685213" y="358329"/>
                </a:lnTo>
                <a:lnTo>
                  <a:pt x="686117" y="358480"/>
                </a:lnTo>
                <a:lnTo>
                  <a:pt x="687020" y="358605"/>
                </a:lnTo>
                <a:lnTo>
                  <a:pt x="687924" y="358701"/>
                </a:lnTo>
                <a:lnTo>
                  <a:pt x="688828" y="358769"/>
                </a:lnTo>
                <a:lnTo>
                  <a:pt x="689732" y="358807"/>
                </a:lnTo>
                <a:lnTo>
                  <a:pt x="690635" y="358819"/>
                </a:lnTo>
                <a:lnTo>
                  <a:pt x="691541" y="358801"/>
                </a:lnTo>
                <a:lnTo>
                  <a:pt x="692444" y="358756"/>
                </a:lnTo>
                <a:lnTo>
                  <a:pt x="693348" y="358681"/>
                </a:lnTo>
                <a:lnTo>
                  <a:pt x="694252" y="358580"/>
                </a:lnTo>
                <a:lnTo>
                  <a:pt x="695155" y="358448"/>
                </a:lnTo>
                <a:lnTo>
                  <a:pt x="696059" y="358289"/>
                </a:lnTo>
                <a:lnTo>
                  <a:pt x="696964" y="358103"/>
                </a:lnTo>
                <a:lnTo>
                  <a:pt x="697868" y="357887"/>
                </a:lnTo>
                <a:lnTo>
                  <a:pt x="698772" y="357643"/>
                </a:lnTo>
                <a:lnTo>
                  <a:pt x="699676" y="357372"/>
                </a:lnTo>
                <a:lnTo>
                  <a:pt x="700579" y="357071"/>
                </a:lnTo>
                <a:lnTo>
                  <a:pt x="701485" y="356744"/>
                </a:lnTo>
                <a:lnTo>
                  <a:pt x="702388" y="356389"/>
                </a:lnTo>
                <a:lnTo>
                  <a:pt x="703292" y="356005"/>
                </a:lnTo>
                <a:lnTo>
                  <a:pt x="704196" y="355593"/>
                </a:lnTo>
                <a:lnTo>
                  <a:pt x="705099" y="355153"/>
                </a:lnTo>
                <a:lnTo>
                  <a:pt x="706003" y="354686"/>
                </a:lnTo>
                <a:lnTo>
                  <a:pt x="706908" y="354191"/>
                </a:lnTo>
                <a:lnTo>
                  <a:pt x="707812" y="353669"/>
                </a:lnTo>
                <a:lnTo>
                  <a:pt x="708716" y="353118"/>
                </a:lnTo>
                <a:lnTo>
                  <a:pt x="709620" y="352541"/>
                </a:lnTo>
                <a:lnTo>
                  <a:pt x="710523" y="351937"/>
                </a:lnTo>
                <a:lnTo>
                  <a:pt x="711427" y="351304"/>
                </a:lnTo>
                <a:lnTo>
                  <a:pt x="712331" y="350644"/>
                </a:lnTo>
                <a:lnTo>
                  <a:pt x="713236" y="349958"/>
                </a:lnTo>
                <a:lnTo>
                  <a:pt x="714140" y="349245"/>
                </a:lnTo>
                <a:lnTo>
                  <a:pt x="715043" y="348505"/>
                </a:lnTo>
                <a:lnTo>
                  <a:pt x="715947" y="347739"/>
                </a:lnTo>
                <a:lnTo>
                  <a:pt x="716851" y="346945"/>
                </a:lnTo>
                <a:lnTo>
                  <a:pt x="717754" y="346126"/>
                </a:lnTo>
                <a:lnTo>
                  <a:pt x="718660" y="345280"/>
                </a:lnTo>
                <a:lnTo>
                  <a:pt x="719563" y="344406"/>
                </a:lnTo>
                <a:lnTo>
                  <a:pt x="720467" y="343509"/>
                </a:lnTo>
                <a:lnTo>
                  <a:pt x="721371" y="342584"/>
                </a:lnTo>
                <a:lnTo>
                  <a:pt x="722275" y="341634"/>
                </a:lnTo>
                <a:lnTo>
                  <a:pt x="723180" y="340659"/>
                </a:lnTo>
                <a:lnTo>
                  <a:pt x="724084" y="339657"/>
                </a:lnTo>
                <a:lnTo>
                  <a:pt x="724987" y="338632"/>
                </a:lnTo>
                <a:lnTo>
                  <a:pt x="725891" y="337579"/>
                </a:lnTo>
                <a:lnTo>
                  <a:pt x="726795" y="336502"/>
                </a:lnTo>
                <a:lnTo>
                  <a:pt x="727698" y="335403"/>
                </a:lnTo>
                <a:lnTo>
                  <a:pt x="728604" y="334276"/>
                </a:lnTo>
                <a:lnTo>
                  <a:pt x="729508" y="333125"/>
                </a:lnTo>
                <a:lnTo>
                  <a:pt x="730411" y="331951"/>
                </a:lnTo>
                <a:lnTo>
                  <a:pt x="731315" y="330751"/>
                </a:lnTo>
                <a:lnTo>
                  <a:pt x="732219" y="329529"/>
                </a:lnTo>
                <a:lnTo>
                  <a:pt x="733122" y="328283"/>
                </a:lnTo>
                <a:lnTo>
                  <a:pt x="734026" y="327014"/>
                </a:lnTo>
                <a:lnTo>
                  <a:pt x="734931" y="325719"/>
                </a:lnTo>
                <a:lnTo>
                  <a:pt x="735835" y="324404"/>
                </a:lnTo>
                <a:lnTo>
                  <a:pt x="736739" y="323065"/>
                </a:lnTo>
                <a:lnTo>
                  <a:pt x="737642" y="321703"/>
                </a:lnTo>
                <a:lnTo>
                  <a:pt x="738546" y="320319"/>
                </a:lnTo>
                <a:lnTo>
                  <a:pt x="739450" y="318912"/>
                </a:lnTo>
                <a:lnTo>
                  <a:pt x="740355" y="317483"/>
                </a:lnTo>
                <a:lnTo>
                  <a:pt x="741259" y="316033"/>
                </a:lnTo>
                <a:lnTo>
                  <a:pt x="742163" y="314560"/>
                </a:lnTo>
                <a:lnTo>
                  <a:pt x="743066" y="313066"/>
                </a:lnTo>
                <a:lnTo>
                  <a:pt x="743970" y="311553"/>
                </a:lnTo>
                <a:lnTo>
                  <a:pt x="744875" y="310018"/>
                </a:lnTo>
                <a:lnTo>
                  <a:pt x="745779" y="308461"/>
                </a:lnTo>
                <a:lnTo>
                  <a:pt x="746683" y="306885"/>
                </a:lnTo>
                <a:lnTo>
                  <a:pt x="747586" y="305288"/>
                </a:lnTo>
                <a:lnTo>
                  <a:pt x="748490" y="303672"/>
                </a:lnTo>
                <a:lnTo>
                  <a:pt x="749394" y="302036"/>
                </a:lnTo>
                <a:lnTo>
                  <a:pt x="750299" y="300381"/>
                </a:lnTo>
                <a:lnTo>
                  <a:pt x="751203" y="298707"/>
                </a:lnTo>
                <a:lnTo>
                  <a:pt x="752107" y="297012"/>
                </a:lnTo>
                <a:lnTo>
                  <a:pt x="753010" y="295301"/>
                </a:lnTo>
                <a:lnTo>
                  <a:pt x="753914" y="293572"/>
                </a:lnTo>
                <a:lnTo>
                  <a:pt x="754818" y="291823"/>
                </a:lnTo>
                <a:lnTo>
                  <a:pt x="755723" y="290057"/>
                </a:lnTo>
                <a:lnTo>
                  <a:pt x="756627" y="288273"/>
                </a:lnTo>
                <a:lnTo>
                  <a:pt x="757530" y="286474"/>
                </a:lnTo>
                <a:lnTo>
                  <a:pt x="758434" y="284655"/>
                </a:lnTo>
                <a:lnTo>
                  <a:pt x="759338" y="282821"/>
                </a:lnTo>
                <a:lnTo>
                  <a:pt x="760241" y="280970"/>
                </a:lnTo>
                <a:lnTo>
                  <a:pt x="761145" y="279105"/>
                </a:lnTo>
                <a:lnTo>
                  <a:pt x="762050" y="277222"/>
                </a:lnTo>
                <a:lnTo>
                  <a:pt x="762954" y="275325"/>
                </a:lnTo>
                <a:lnTo>
                  <a:pt x="763858" y="273412"/>
                </a:lnTo>
                <a:lnTo>
                  <a:pt x="764762" y="271485"/>
                </a:lnTo>
                <a:lnTo>
                  <a:pt x="765665" y="269543"/>
                </a:lnTo>
                <a:lnTo>
                  <a:pt x="766569" y="267586"/>
                </a:lnTo>
                <a:lnTo>
                  <a:pt x="767474" y="265616"/>
                </a:lnTo>
                <a:lnTo>
                  <a:pt x="768378" y="263631"/>
                </a:lnTo>
                <a:lnTo>
                  <a:pt x="769282" y="261634"/>
                </a:lnTo>
                <a:lnTo>
                  <a:pt x="770185" y="259624"/>
                </a:lnTo>
                <a:lnTo>
                  <a:pt x="771089" y="257600"/>
                </a:lnTo>
                <a:lnTo>
                  <a:pt x="771995" y="255565"/>
                </a:lnTo>
                <a:lnTo>
                  <a:pt x="772898" y="253519"/>
                </a:lnTo>
                <a:lnTo>
                  <a:pt x="773802" y="251459"/>
                </a:lnTo>
                <a:lnTo>
                  <a:pt x="774706" y="249389"/>
                </a:lnTo>
                <a:lnTo>
                  <a:pt x="775609" y="247308"/>
                </a:lnTo>
                <a:lnTo>
                  <a:pt x="776513" y="245214"/>
                </a:lnTo>
                <a:lnTo>
                  <a:pt x="777418" y="243113"/>
                </a:lnTo>
                <a:lnTo>
                  <a:pt x="778322" y="241000"/>
                </a:lnTo>
                <a:lnTo>
                  <a:pt x="779226" y="238877"/>
                </a:lnTo>
                <a:lnTo>
                  <a:pt x="780129" y="236746"/>
                </a:lnTo>
                <a:lnTo>
                  <a:pt x="781033" y="234606"/>
                </a:lnTo>
                <a:lnTo>
                  <a:pt x="781937" y="232456"/>
                </a:lnTo>
                <a:lnTo>
                  <a:pt x="782841" y="230299"/>
                </a:lnTo>
                <a:lnTo>
                  <a:pt x="783746" y="228132"/>
                </a:lnTo>
                <a:lnTo>
                  <a:pt x="784650" y="225958"/>
                </a:lnTo>
                <a:lnTo>
                  <a:pt x="785553" y="223778"/>
                </a:lnTo>
                <a:lnTo>
                  <a:pt x="786457" y="221589"/>
                </a:lnTo>
                <a:lnTo>
                  <a:pt x="787361" y="219394"/>
                </a:lnTo>
                <a:lnTo>
                  <a:pt x="788264" y="217193"/>
                </a:lnTo>
                <a:lnTo>
                  <a:pt x="789170" y="214987"/>
                </a:lnTo>
                <a:lnTo>
                  <a:pt x="790073" y="212775"/>
                </a:lnTo>
                <a:lnTo>
                  <a:pt x="790977" y="210557"/>
                </a:lnTo>
                <a:lnTo>
                  <a:pt x="791881" y="208334"/>
                </a:lnTo>
                <a:lnTo>
                  <a:pt x="792785" y="206106"/>
                </a:lnTo>
                <a:lnTo>
                  <a:pt x="793690" y="203875"/>
                </a:lnTo>
                <a:lnTo>
                  <a:pt x="794594" y="201640"/>
                </a:lnTo>
                <a:lnTo>
                  <a:pt x="795497" y="199402"/>
                </a:lnTo>
                <a:lnTo>
                  <a:pt x="796401" y="197159"/>
                </a:lnTo>
                <a:lnTo>
                  <a:pt x="797305" y="194915"/>
                </a:lnTo>
                <a:lnTo>
                  <a:pt x="798208" y="192667"/>
                </a:lnTo>
                <a:lnTo>
                  <a:pt x="799114" y="190418"/>
                </a:lnTo>
                <a:lnTo>
                  <a:pt x="800017" y="188167"/>
                </a:lnTo>
                <a:lnTo>
                  <a:pt x="800921" y="185915"/>
                </a:lnTo>
                <a:lnTo>
                  <a:pt x="801825" y="183660"/>
                </a:lnTo>
                <a:lnTo>
                  <a:pt x="802728" y="181406"/>
                </a:lnTo>
                <a:lnTo>
                  <a:pt x="803632" y="179152"/>
                </a:lnTo>
                <a:lnTo>
                  <a:pt x="804536" y="176898"/>
                </a:lnTo>
                <a:lnTo>
                  <a:pt x="805441" y="174643"/>
                </a:lnTo>
                <a:lnTo>
                  <a:pt x="806345" y="172391"/>
                </a:lnTo>
                <a:lnTo>
                  <a:pt x="807249" y="170138"/>
                </a:lnTo>
                <a:lnTo>
                  <a:pt x="808152" y="167887"/>
                </a:lnTo>
                <a:lnTo>
                  <a:pt x="809056" y="165638"/>
                </a:lnTo>
                <a:lnTo>
                  <a:pt x="809960" y="163392"/>
                </a:lnTo>
                <a:lnTo>
                  <a:pt x="810865" y="161148"/>
                </a:lnTo>
                <a:lnTo>
                  <a:pt x="811769" y="158907"/>
                </a:lnTo>
                <a:lnTo>
                  <a:pt x="812672" y="156669"/>
                </a:lnTo>
                <a:lnTo>
                  <a:pt x="813576" y="154433"/>
                </a:lnTo>
                <a:lnTo>
                  <a:pt x="814480" y="152204"/>
                </a:lnTo>
                <a:lnTo>
                  <a:pt x="815385" y="149978"/>
                </a:lnTo>
                <a:lnTo>
                  <a:pt x="816289" y="147755"/>
                </a:lnTo>
                <a:lnTo>
                  <a:pt x="817193" y="145539"/>
                </a:lnTo>
                <a:lnTo>
                  <a:pt x="818096" y="143328"/>
                </a:lnTo>
                <a:lnTo>
                  <a:pt x="819000" y="141122"/>
                </a:lnTo>
                <a:lnTo>
                  <a:pt x="819904" y="138923"/>
                </a:lnTo>
                <a:lnTo>
                  <a:pt x="820809" y="136730"/>
                </a:lnTo>
                <a:lnTo>
                  <a:pt x="821713" y="134544"/>
                </a:lnTo>
                <a:lnTo>
                  <a:pt x="822617" y="132364"/>
                </a:lnTo>
                <a:lnTo>
                  <a:pt x="823520" y="130192"/>
                </a:lnTo>
                <a:lnTo>
                  <a:pt x="824424" y="128028"/>
                </a:lnTo>
                <a:lnTo>
                  <a:pt x="825328" y="125872"/>
                </a:lnTo>
                <a:lnTo>
                  <a:pt x="826231" y="123724"/>
                </a:lnTo>
                <a:lnTo>
                  <a:pt x="827137" y="121586"/>
                </a:lnTo>
                <a:lnTo>
                  <a:pt x="828040" y="119456"/>
                </a:lnTo>
                <a:lnTo>
                  <a:pt x="828944" y="117336"/>
                </a:lnTo>
                <a:lnTo>
                  <a:pt x="829848" y="115226"/>
                </a:lnTo>
                <a:lnTo>
                  <a:pt x="830751" y="113125"/>
                </a:lnTo>
                <a:lnTo>
                  <a:pt x="831655" y="111036"/>
                </a:lnTo>
                <a:lnTo>
                  <a:pt x="832560" y="108957"/>
                </a:lnTo>
                <a:lnTo>
                  <a:pt x="833464" y="106889"/>
                </a:lnTo>
                <a:lnTo>
                  <a:pt x="834368" y="104832"/>
                </a:lnTo>
                <a:lnTo>
                  <a:pt x="835272" y="102788"/>
                </a:lnTo>
                <a:lnTo>
                  <a:pt x="836175" y="100756"/>
                </a:lnTo>
                <a:lnTo>
                  <a:pt x="837081" y="98735"/>
                </a:lnTo>
                <a:lnTo>
                  <a:pt x="837984" y="96728"/>
                </a:lnTo>
                <a:lnTo>
                  <a:pt x="838888" y="94734"/>
                </a:lnTo>
                <a:lnTo>
                  <a:pt x="839792" y="92753"/>
                </a:lnTo>
                <a:lnTo>
                  <a:pt x="840695" y="90786"/>
                </a:lnTo>
                <a:lnTo>
                  <a:pt x="841599" y="88833"/>
                </a:lnTo>
                <a:lnTo>
                  <a:pt x="842504" y="86894"/>
                </a:lnTo>
                <a:lnTo>
                  <a:pt x="843408" y="84969"/>
                </a:lnTo>
                <a:lnTo>
                  <a:pt x="844312" y="83060"/>
                </a:lnTo>
                <a:lnTo>
                  <a:pt x="845216" y="81166"/>
                </a:lnTo>
                <a:lnTo>
                  <a:pt x="846119" y="79287"/>
                </a:lnTo>
                <a:lnTo>
                  <a:pt x="847023" y="77424"/>
                </a:lnTo>
                <a:lnTo>
                  <a:pt x="847927" y="75578"/>
                </a:lnTo>
                <a:lnTo>
                  <a:pt x="848832" y="73747"/>
                </a:lnTo>
                <a:lnTo>
                  <a:pt x="849736" y="71934"/>
                </a:lnTo>
                <a:lnTo>
                  <a:pt x="850639" y="70137"/>
                </a:lnTo>
                <a:lnTo>
                  <a:pt x="851543" y="68358"/>
                </a:lnTo>
                <a:lnTo>
                  <a:pt x="852447" y="66595"/>
                </a:lnTo>
                <a:lnTo>
                  <a:pt x="853350" y="64851"/>
                </a:lnTo>
                <a:lnTo>
                  <a:pt x="854256" y="63125"/>
                </a:lnTo>
                <a:lnTo>
                  <a:pt x="855160" y="61418"/>
                </a:lnTo>
                <a:lnTo>
                  <a:pt x="856063" y="59729"/>
                </a:lnTo>
                <a:lnTo>
                  <a:pt x="856967" y="58059"/>
                </a:lnTo>
                <a:lnTo>
                  <a:pt x="857871" y="56408"/>
                </a:lnTo>
                <a:lnTo>
                  <a:pt x="858776" y="54776"/>
                </a:lnTo>
                <a:lnTo>
                  <a:pt x="859680" y="53165"/>
                </a:lnTo>
                <a:lnTo>
                  <a:pt x="860583" y="51573"/>
                </a:lnTo>
                <a:lnTo>
                  <a:pt x="861487" y="50001"/>
                </a:lnTo>
                <a:lnTo>
                  <a:pt x="862391" y="48450"/>
                </a:lnTo>
                <a:lnTo>
                  <a:pt x="863294" y="46919"/>
                </a:lnTo>
                <a:lnTo>
                  <a:pt x="864200" y="45409"/>
                </a:lnTo>
                <a:lnTo>
                  <a:pt x="865104" y="43921"/>
                </a:lnTo>
                <a:lnTo>
                  <a:pt x="866007" y="42454"/>
                </a:lnTo>
                <a:lnTo>
                  <a:pt x="866911" y="41008"/>
                </a:lnTo>
                <a:lnTo>
                  <a:pt x="867815" y="39585"/>
                </a:lnTo>
                <a:lnTo>
                  <a:pt x="868718" y="38183"/>
                </a:lnTo>
                <a:lnTo>
                  <a:pt x="869622" y="36804"/>
                </a:lnTo>
                <a:lnTo>
                  <a:pt x="870527" y="35447"/>
                </a:lnTo>
                <a:lnTo>
                  <a:pt x="871431" y="34113"/>
                </a:lnTo>
                <a:lnTo>
                  <a:pt x="872335" y="32802"/>
                </a:lnTo>
                <a:lnTo>
                  <a:pt x="873238" y="31514"/>
                </a:lnTo>
                <a:lnTo>
                  <a:pt x="874142" y="30250"/>
                </a:lnTo>
                <a:lnTo>
                  <a:pt x="875046" y="29009"/>
                </a:lnTo>
                <a:lnTo>
                  <a:pt x="875951" y="27791"/>
                </a:lnTo>
                <a:lnTo>
                  <a:pt x="876855" y="26598"/>
                </a:lnTo>
                <a:lnTo>
                  <a:pt x="877759" y="25429"/>
                </a:lnTo>
                <a:lnTo>
                  <a:pt x="878662" y="24284"/>
                </a:lnTo>
                <a:lnTo>
                  <a:pt x="879566" y="23164"/>
                </a:lnTo>
                <a:lnTo>
                  <a:pt x="880470" y="22068"/>
                </a:lnTo>
                <a:lnTo>
                  <a:pt x="881375" y="20997"/>
                </a:lnTo>
                <a:lnTo>
                  <a:pt x="882279" y="19951"/>
                </a:lnTo>
                <a:lnTo>
                  <a:pt x="883182" y="18931"/>
                </a:lnTo>
                <a:lnTo>
                  <a:pt x="884086" y="17935"/>
                </a:lnTo>
                <a:lnTo>
                  <a:pt x="884990" y="16965"/>
                </a:lnTo>
                <a:lnTo>
                  <a:pt x="885895" y="16021"/>
                </a:lnTo>
                <a:lnTo>
                  <a:pt x="886799" y="15103"/>
                </a:lnTo>
                <a:lnTo>
                  <a:pt x="887703" y="14211"/>
                </a:lnTo>
                <a:lnTo>
                  <a:pt x="888606" y="13344"/>
                </a:lnTo>
                <a:lnTo>
                  <a:pt x="889510" y="12504"/>
                </a:lnTo>
                <a:lnTo>
                  <a:pt x="890414" y="11690"/>
                </a:lnTo>
                <a:lnTo>
                  <a:pt x="891319" y="10903"/>
                </a:lnTo>
                <a:lnTo>
                  <a:pt x="892223" y="10142"/>
                </a:lnTo>
                <a:lnTo>
                  <a:pt x="893126" y="9409"/>
                </a:lnTo>
                <a:lnTo>
                  <a:pt x="894030" y="8702"/>
                </a:lnTo>
                <a:lnTo>
                  <a:pt x="894934" y="8021"/>
                </a:lnTo>
                <a:lnTo>
                  <a:pt x="895837" y="7368"/>
                </a:lnTo>
                <a:lnTo>
                  <a:pt x="896741" y="6742"/>
                </a:lnTo>
                <a:lnTo>
                  <a:pt x="897647" y="6144"/>
                </a:lnTo>
                <a:lnTo>
                  <a:pt x="898550" y="5572"/>
                </a:lnTo>
                <a:lnTo>
                  <a:pt x="899454" y="5029"/>
                </a:lnTo>
                <a:lnTo>
                  <a:pt x="900358" y="4512"/>
                </a:lnTo>
                <a:lnTo>
                  <a:pt x="901261" y="4024"/>
                </a:lnTo>
                <a:lnTo>
                  <a:pt x="902165" y="3563"/>
                </a:lnTo>
                <a:lnTo>
                  <a:pt x="903070" y="3130"/>
                </a:lnTo>
                <a:lnTo>
                  <a:pt x="903974" y="2724"/>
                </a:lnTo>
                <a:lnTo>
                  <a:pt x="904878" y="2347"/>
                </a:lnTo>
                <a:lnTo>
                  <a:pt x="905782" y="1997"/>
                </a:lnTo>
                <a:lnTo>
                  <a:pt x="906685" y="1676"/>
                </a:lnTo>
                <a:lnTo>
                  <a:pt x="907591" y="1382"/>
                </a:lnTo>
                <a:lnTo>
                  <a:pt x="908494" y="1117"/>
                </a:lnTo>
                <a:lnTo>
                  <a:pt x="909398" y="880"/>
                </a:lnTo>
                <a:lnTo>
                  <a:pt x="910302" y="671"/>
                </a:lnTo>
                <a:lnTo>
                  <a:pt x="911205" y="490"/>
                </a:lnTo>
                <a:lnTo>
                  <a:pt x="912109" y="338"/>
                </a:lnTo>
                <a:lnTo>
                  <a:pt x="913014" y="214"/>
                </a:lnTo>
                <a:lnTo>
                  <a:pt x="913918" y="118"/>
                </a:lnTo>
                <a:lnTo>
                  <a:pt x="914822" y="50"/>
                </a:lnTo>
                <a:lnTo>
                  <a:pt x="915725" y="11"/>
                </a:lnTo>
                <a:lnTo>
                  <a:pt x="916629" y="0"/>
                </a:lnTo>
                <a:lnTo>
                  <a:pt x="917533" y="17"/>
                </a:lnTo>
                <a:lnTo>
                  <a:pt x="918437" y="63"/>
                </a:lnTo>
                <a:lnTo>
                  <a:pt x="919342" y="137"/>
                </a:lnTo>
                <a:lnTo>
                  <a:pt x="920246" y="240"/>
                </a:lnTo>
                <a:lnTo>
                  <a:pt x="921149" y="370"/>
                </a:lnTo>
                <a:lnTo>
                  <a:pt x="922053" y="529"/>
                </a:lnTo>
                <a:lnTo>
                  <a:pt x="922957" y="716"/>
                </a:lnTo>
                <a:lnTo>
                  <a:pt x="923860" y="932"/>
                </a:lnTo>
                <a:lnTo>
                  <a:pt x="924766" y="1175"/>
                </a:lnTo>
                <a:lnTo>
                  <a:pt x="925669" y="1447"/>
                </a:lnTo>
                <a:lnTo>
                  <a:pt x="926573" y="1747"/>
                </a:lnTo>
                <a:lnTo>
                  <a:pt x="927477" y="2075"/>
                </a:lnTo>
                <a:lnTo>
                  <a:pt x="928381" y="2431"/>
                </a:lnTo>
                <a:lnTo>
                  <a:pt x="929286" y="2814"/>
                </a:lnTo>
                <a:lnTo>
                  <a:pt x="930190" y="3226"/>
                </a:lnTo>
                <a:lnTo>
                  <a:pt x="931093" y="3666"/>
                </a:lnTo>
                <a:lnTo>
                  <a:pt x="931997" y="4133"/>
                </a:lnTo>
                <a:lnTo>
                  <a:pt x="932901" y="4628"/>
                </a:lnTo>
                <a:lnTo>
                  <a:pt x="933804" y="5150"/>
                </a:lnTo>
                <a:lnTo>
                  <a:pt x="934710" y="5700"/>
                </a:lnTo>
                <a:lnTo>
                  <a:pt x="935613" y="6278"/>
                </a:lnTo>
                <a:lnTo>
                  <a:pt x="936517" y="6883"/>
                </a:lnTo>
                <a:lnTo>
                  <a:pt x="937421" y="7515"/>
                </a:lnTo>
                <a:lnTo>
                  <a:pt x="938325" y="8174"/>
                </a:lnTo>
                <a:lnTo>
                  <a:pt x="939228" y="8860"/>
                </a:lnTo>
                <a:lnTo>
                  <a:pt x="940132" y="9574"/>
                </a:lnTo>
                <a:lnTo>
                  <a:pt x="941037" y="10314"/>
                </a:lnTo>
                <a:lnTo>
                  <a:pt x="941941" y="11080"/>
                </a:lnTo>
                <a:lnTo>
                  <a:pt x="942845" y="11874"/>
                </a:lnTo>
                <a:lnTo>
                  <a:pt x="943748" y="12693"/>
                </a:lnTo>
                <a:lnTo>
                  <a:pt x="944652" y="13539"/>
                </a:lnTo>
                <a:lnTo>
                  <a:pt x="945556" y="14412"/>
                </a:lnTo>
                <a:lnTo>
                  <a:pt x="946461" y="15310"/>
                </a:lnTo>
                <a:lnTo>
                  <a:pt x="947365" y="16234"/>
                </a:lnTo>
                <a:lnTo>
                  <a:pt x="948269" y="17184"/>
                </a:lnTo>
                <a:lnTo>
                  <a:pt x="949172" y="18160"/>
                </a:lnTo>
                <a:lnTo>
                  <a:pt x="950076" y="19161"/>
                </a:lnTo>
                <a:lnTo>
                  <a:pt x="950981" y="20188"/>
                </a:lnTo>
                <a:lnTo>
                  <a:pt x="951885" y="21239"/>
                </a:lnTo>
                <a:lnTo>
                  <a:pt x="952789" y="22316"/>
                </a:lnTo>
                <a:lnTo>
                  <a:pt x="953692" y="23417"/>
                </a:lnTo>
                <a:lnTo>
                  <a:pt x="954596" y="24543"/>
                </a:lnTo>
                <a:lnTo>
                  <a:pt x="955500" y="25693"/>
                </a:lnTo>
                <a:lnTo>
                  <a:pt x="956405" y="26868"/>
                </a:lnTo>
                <a:lnTo>
                  <a:pt x="957309" y="28067"/>
                </a:lnTo>
                <a:lnTo>
                  <a:pt x="958213" y="29289"/>
                </a:lnTo>
                <a:lnTo>
                  <a:pt x="959116" y="30536"/>
                </a:lnTo>
                <a:lnTo>
                  <a:pt x="960020" y="31806"/>
                </a:lnTo>
                <a:lnTo>
                  <a:pt x="960924" y="33099"/>
                </a:lnTo>
                <a:lnTo>
                  <a:pt x="961827" y="34415"/>
                </a:lnTo>
                <a:lnTo>
                  <a:pt x="962733" y="35754"/>
                </a:lnTo>
                <a:lnTo>
                  <a:pt x="963636" y="37116"/>
                </a:lnTo>
                <a:lnTo>
                  <a:pt x="964540" y="38501"/>
                </a:lnTo>
                <a:lnTo>
                  <a:pt x="965444" y="39907"/>
                </a:lnTo>
                <a:lnTo>
                  <a:pt x="966347" y="41336"/>
                </a:lnTo>
                <a:lnTo>
                  <a:pt x="967251" y="42786"/>
                </a:lnTo>
                <a:lnTo>
                  <a:pt x="968156" y="44258"/>
                </a:lnTo>
                <a:lnTo>
                  <a:pt x="969060" y="45752"/>
                </a:lnTo>
                <a:lnTo>
                  <a:pt x="969964" y="47266"/>
                </a:lnTo>
                <a:lnTo>
                  <a:pt x="970868" y="48802"/>
                </a:lnTo>
                <a:lnTo>
                  <a:pt x="971771" y="50357"/>
                </a:lnTo>
                <a:lnTo>
                  <a:pt x="972677" y="51934"/>
                </a:lnTo>
                <a:lnTo>
                  <a:pt x="973580" y="53530"/>
                </a:lnTo>
                <a:lnTo>
                  <a:pt x="974484" y="55147"/>
                </a:lnTo>
                <a:lnTo>
                  <a:pt x="975388" y="56783"/>
                </a:lnTo>
                <a:lnTo>
                  <a:pt x="976291" y="58438"/>
                </a:lnTo>
                <a:lnTo>
                  <a:pt x="977195" y="60112"/>
                </a:lnTo>
                <a:lnTo>
                  <a:pt x="978100" y="61806"/>
                </a:lnTo>
                <a:lnTo>
                  <a:pt x="979004" y="63517"/>
                </a:lnTo>
                <a:lnTo>
                  <a:pt x="979908" y="65248"/>
                </a:lnTo>
                <a:lnTo>
                  <a:pt x="980812" y="66996"/>
                </a:lnTo>
                <a:lnTo>
                  <a:pt x="981715" y="68762"/>
                </a:lnTo>
                <a:lnTo>
                  <a:pt x="982619" y="70545"/>
                </a:lnTo>
                <a:lnTo>
                  <a:pt x="983523" y="72346"/>
                </a:lnTo>
                <a:lnTo>
                  <a:pt x="984428" y="74163"/>
                </a:lnTo>
                <a:lnTo>
                  <a:pt x="985332" y="75997"/>
                </a:lnTo>
                <a:lnTo>
                  <a:pt x="986235" y="77848"/>
                </a:lnTo>
                <a:lnTo>
                  <a:pt x="987139" y="79714"/>
                </a:lnTo>
                <a:lnTo>
                  <a:pt x="988043" y="81596"/>
                </a:lnTo>
                <a:lnTo>
                  <a:pt x="988947" y="83494"/>
                </a:lnTo>
                <a:lnTo>
                  <a:pt x="989852" y="85407"/>
                </a:lnTo>
                <a:lnTo>
                  <a:pt x="990756" y="87335"/>
                </a:lnTo>
                <a:lnTo>
                  <a:pt x="991659" y="89277"/>
                </a:lnTo>
                <a:lnTo>
                  <a:pt x="992563" y="91233"/>
                </a:lnTo>
                <a:lnTo>
                  <a:pt x="993467" y="93204"/>
                </a:lnTo>
                <a:lnTo>
                  <a:pt x="994372" y="95188"/>
                </a:lnTo>
              </a:path>
            </a:pathLst>
          </a:custGeom>
          <a:noFill/>
          <a:ln w="28575" cap="flat">
            <a:solidFill>
              <a:srgbClr val="0070C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+mn-ea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5AFC572A-399E-4970-A0E9-2A754ED6A3ED}"/>
              </a:ext>
            </a:extLst>
          </p:cNvPr>
          <p:cNvSpPr/>
          <p:nvPr/>
        </p:nvSpPr>
        <p:spPr>
          <a:xfrm>
            <a:off x="5364953" y="1802440"/>
            <a:ext cx="407556" cy="358818"/>
          </a:xfrm>
          <a:custGeom>
            <a:avLst/>
            <a:gdLst>
              <a:gd name="connsiteX0" fmla="*/ 0 w 994371"/>
              <a:gd name="connsiteY0" fmla="*/ 2724 h 358818"/>
              <a:gd name="connsiteX1" fmla="*/ 904 w 994371"/>
              <a:gd name="connsiteY1" fmla="*/ 2347 h 358818"/>
              <a:gd name="connsiteX2" fmla="*/ 1807 w 994371"/>
              <a:gd name="connsiteY2" fmla="*/ 1997 h 358818"/>
              <a:gd name="connsiteX3" fmla="*/ 2713 w 994371"/>
              <a:gd name="connsiteY3" fmla="*/ 1676 h 358818"/>
              <a:gd name="connsiteX4" fmla="*/ 3616 w 994371"/>
              <a:gd name="connsiteY4" fmla="*/ 1382 h 358818"/>
              <a:gd name="connsiteX5" fmla="*/ 4520 w 994371"/>
              <a:gd name="connsiteY5" fmla="*/ 1117 h 358818"/>
              <a:gd name="connsiteX6" fmla="*/ 5424 w 994371"/>
              <a:gd name="connsiteY6" fmla="*/ 880 h 358818"/>
              <a:gd name="connsiteX7" fmla="*/ 6328 w 994371"/>
              <a:gd name="connsiteY7" fmla="*/ 671 h 358818"/>
              <a:gd name="connsiteX8" fmla="*/ 7231 w 994371"/>
              <a:gd name="connsiteY8" fmla="*/ 490 h 358818"/>
              <a:gd name="connsiteX9" fmla="*/ 8137 w 994371"/>
              <a:gd name="connsiteY9" fmla="*/ 338 h 358818"/>
              <a:gd name="connsiteX10" fmla="*/ 9040 w 994371"/>
              <a:gd name="connsiteY10" fmla="*/ 214 h 358818"/>
              <a:gd name="connsiteX11" fmla="*/ 9944 w 994371"/>
              <a:gd name="connsiteY11" fmla="*/ 118 h 358818"/>
              <a:gd name="connsiteX12" fmla="*/ 10848 w 994371"/>
              <a:gd name="connsiteY12" fmla="*/ 50 h 358818"/>
              <a:gd name="connsiteX13" fmla="*/ 11751 w 994371"/>
              <a:gd name="connsiteY13" fmla="*/ 11 h 358818"/>
              <a:gd name="connsiteX14" fmla="*/ 12655 w 994371"/>
              <a:gd name="connsiteY14" fmla="*/ 0 h 358818"/>
              <a:gd name="connsiteX15" fmla="*/ 13560 w 994371"/>
              <a:gd name="connsiteY15" fmla="*/ 17 h 358818"/>
              <a:gd name="connsiteX16" fmla="*/ 14464 w 994371"/>
              <a:gd name="connsiteY16" fmla="*/ 63 h 358818"/>
              <a:gd name="connsiteX17" fmla="*/ 15368 w 994371"/>
              <a:gd name="connsiteY17" fmla="*/ 137 h 358818"/>
              <a:gd name="connsiteX18" fmla="*/ 16272 w 994371"/>
              <a:gd name="connsiteY18" fmla="*/ 240 h 358818"/>
              <a:gd name="connsiteX19" fmla="*/ 17175 w 994371"/>
              <a:gd name="connsiteY19" fmla="*/ 370 h 358818"/>
              <a:gd name="connsiteX20" fmla="*/ 18079 w 994371"/>
              <a:gd name="connsiteY20" fmla="*/ 529 h 358818"/>
              <a:gd name="connsiteX21" fmla="*/ 18984 w 994371"/>
              <a:gd name="connsiteY21" fmla="*/ 716 h 358818"/>
              <a:gd name="connsiteX22" fmla="*/ 19888 w 994371"/>
              <a:gd name="connsiteY22" fmla="*/ 932 h 358818"/>
              <a:gd name="connsiteX23" fmla="*/ 20792 w 994371"/>
              <a:gd name="connsiteY23" fmla="*/ 1175 h 358818"/>
              <a:gd name="connsiteX24" fmla="*/ 21695 w 994371"/>
              <a:gd name="connsiteY24" fmla="*/ 1447 h 358818"/>
              <a:gd name="connsiteX25" fmla="*/ 22599 w 994371"/>
              <a:gd name="connsiteY25" fmla="*/ 1747 h 358818"/>
              <a:gd name="connsiteX26" fmla="*/ 23503 w 994371"/>
              <a:gd name="connsiteY26" fmla="*/ 2075 h 358818"/>
              <a:gd name="connsiteX27" fmla="*/ 24408 w 994371"/>
              <a:gd name="connsiteY27" fmla="*/ 2431 h 358818"/>
              <a:gd name="connsiteX28" fmla="*/ 25312 w 994371"/>
              <a:gd name="connsiteY28" fmla="*/ 2814 h 358818"/>
              <a:gd name="connsiteX29" fmla="*/ 26216 w 994371"/>
              <a:gd name="connsiteY29" fmla="*/ 3226 h 358818"/>
              <a:gd name="connsiteX30" fmla="*/ 27119 w 994371"/>
              <a:gd name="connsiteY30" fmla="*/ 3666 h 358818"/>
              <a:gd name="connsiteX31" fmla="*/ 28023 w 994371"/>
              <a:gd name="connsiteY31" fmla="*/ 4133 h 358818"/>
              <a:gd name="connsiteX32" fmla="*/ 28927 w 994371"/>
              <a:gd name="connsiteY32" fmla="*/ 4628 h 358818"/>
              <a:gd name="connsiteX33" fmla="*/ 29832 w 994371"/>
              <a:gd name="connsiteY33" fmla="*/ 5150 h 358818"/>
              <a:gd name="connsiteX34" fmla="*/ 30736 w 994371"/>
              <a:gd name="connsiteY34" fmla="*/ 5700 h 358818"/>
              <a:gd name="connsiteX35" fmla="*/ 31639 w 994371"/>
              <a:gd name="connsiteY35" fmla="*/ 6278 h 358818"/>
              <a:gd name="connsiteX36" fmla="*/ 32543 w 994371"/>
              <a:gd name="connsiteY36" fmla="*/ 6883 h 358818"/>
              <a:gd name="connsiteX37" fmla="*/ 33447 w 994371"/>
              <a:gd name="connsiteY37" fmla="*/ 7515 h 358818"/>
              <a:gd name="connsiteX38" fmla="*/ 34352 w 994371"/>
              <a:gd name="connsiteY38" fmla="*/ 8174 h 358818"/>
              <a:gd name="connsiteX39" fmla="*/ 35256 w 994371"/>
              <a:gd name="connsiteY39" fmla="*/ 8860 h 358818"/>
              <a:gd name="connsiteX40" fmla="*/ 36160 w 994371"/>
              <a:gd name="connsiteY40" fmla="*/ 9574 h 358818"/>
              <a:gd name="connsiteX41" fmla="*/ 37063 w 994371"/>
              <a:gd name="connsiteY41" fmla="*/ 10314 h 358818"/>
              <a:gd name="connsiteX42" fmla="*/ 37967 w 994371"/>
              <a:gd name="connsiteY42" fmla="*/ 11080 h 358818"/>
              <a:gd name="connsiteX43" fmla="*/ 38871 w 994371"/>
              <a:gd name="connsiteY43" fmla="*/ 11874 h 358818"/>
              <a:gd name="connsiteX44" fmla="*/ 39776 w 994371"/>
              <a:gd name="connsiteY44" fmla="*/ 12693 h 358818"/>
              <a:gd name="connsiteX45" fmla="*/ 40680 w 994371"/>
              <a:gd name="connsiteY45" fmla="*/ 13539 h 358818"/>
              <a:gd name="connsiteX46" fmla="*/ 41583 w 994371"/>
              <a:gd name="connsiteY46" fmla="*/ 14412 h 358818"/>
              <a:gd name="connsiteX47" fmla="*/ 42487 w 994371"/>
              <a:gd name="connsiteY47" fmla="*/ 15310 h 358818"/>
              <a:gd name="connsiteX48" fmla="*/ 43391 w 994371"/>
              <a:gd name="connsiteY48" fmla="*/ 16234 h 358818"/>
              <a:gd name="connsiteX49" fmla="*/ 44294 w 994371"/>
              <a:gd name="connsiteY49" fmla="*/ 17184 h 358818"/>
              <a:gd name="connsiteX50" fmla="*/ 45200 w 994371"/>
              <a:gd name="connsiteY50" fmla="*/ 18160 h 358818"/>
              <a:gd name="connsiteX51" fmla="*/ 46103 w 994371"/>
              <a:gd name="connsiteY51" fmla="*/ 19161 h 358818"/>
              <a:gd name="connsiteX52" fmla="*/ 47007 w 994371"/>
              <a:gd name="connsiteY52" fmla="*/ 20188 h 358818"/>
              <a:gd name="connsiteX53" fmla="*/ 47911 w 994371"/>
              <a:gd name="connsiteY53" fmla="*/ 21239 h 358818"/>
              <a:gd name="connsiteX54" fmla="*/ 48815 w 994371"/>
              <a:gd name="connsiteY54" fmla="*/ 22316 h 358818"/>
              <a:gd name="connsiteX55" fmla="*/ 49718 w 994371"/>
              <a:gd name="connsiteY55" fmla="*/ 23417 h 358818"/>
              <a:gd name="connsiteX56" fmla="*/ 50624 w 994371"/>
              <a:gd name="connsiteY56" fmla="*/ 24543 h 358818"/>
              <a:gd name="connsiteX57" fmla="*/ 51527 w 994371"/>
              <a:gd name="connsiteY57" fmla="*/ 25693 h 358818"/>
              <a:gd name="connsiteX58" fmla="*/ 52431 w 994371"/>
              <a:gd name="connsiteY58" fmla="*/ 26868 h 358818"/>
              <a:gd name="connsiteX59" fmla="*/ 53335 w 994371"/>
              <a:gd name="connsiteY59" fmla="*/ 28067 h 358818"/>
              <a:gd name="connsiteX60" fmla="*/ 54238 w 994371"/>
              <a:gd name="connsiteY60" fmla="*/ 29289 h 358818"/>
              <a:gd name="connsiteX61" fmla="*/ 55142 w 994371"/>
              <a:gd name="connsiteY61" fmla="*/ 30536 h 358818"/>
              <a:gd name="connsiteX62" fmla="*/ 56047 w 994371"/>
              <a:gd name="connsiteY62" fmla="*/ 31806 h 358818"/>
              <a:gd name="connsiteX63" fmla="*/ 56951 w 994371"/>
              <a:gd name="connsiteY63" fmla="*/ 33099 h 358818"/>
              <a:gd name="connsiteX64" fmla="*/ 57855 w 994371"/>
              <a:gd name="connsiteY64" fmla="*/ 34415 h 358818"/>
              <a:gd name="connsiteX65" fmla="*/ 58759 w 994371"/>
              <a:gd name="connsiteY65" fmla="*/ 35754 h 358818"/>
              <a:gd name="connsiteX66" fmla="*/ 59662 w 994371"/>
              <a:gd name="connsiteY66" fmla="*/ 37116 h 358818"/>
              <a:gd name="connsiteX67" fmla="*/ 60566 w 994371"/>
              <a:gd name="connsiteY67" fmla="*/ 38501 h 358818"/>
              <a:gd name="connsiteX68" fmla="*/ 61471 w 994371"/>
              <a:gd name="connsiteY68" fmla="*/ 39907 h 358818"/>
              <a:gd name="connsiteX69" fmla="*/ 62375 w 994371"/>
              <a:gd name="connsiteY69" fmla="*/ 41336 h 358818"/>
              <a:gd name="connsiteX70" fmla="*/ 63279 w 994371"/>
              <a:gd name="connsiteY70" fmla="*/ 42786 h 358818"/>
              <a:gd name="connsiteX71" fmla="*/ 64182 w 994371"/>
              <a:gd name="connsiteY71" fmla="*/ 44258 h 358818"/>
              <a:gd name="connsiteX72" fmla="*/ 65086 w 994371"/>
              <a:gd name="connsiteY72" fmla="*/ 45752 h 358818"/>
              <a:gd name="connsiteX73" fmla="*/ 65990 w 994371"/>
              <a:gd name="connsiteY73" fmla="*/ 47266 h 358818"/>
              <a:gd name="connsiteX74" fmla="*/ 66893 w 994371"/>
              <a:gd name="connsiteY74" fmla="*/ 48802 h 358818"/>
              <a:gd name="connsiteX75" fmla="*/ 67799 w 994371"/>
              <a:gd name="connsiteY75" fmla="*/ 50357 h 358818"/>
              <a:gd name="connsiteX76" fmla="*/ 68703 w 994371"/>
              <a:gd name="connsiteY76" fmla="*/ 51934 h 358818"/>
              <a:gd name="connsiteX77" fmla="*/ 69606 w 994371"/>
              <a:gd name="connsiteY77" fmla="*/ 53530 h 358818"/>
              <a:gd name="connsiteX78" fmla="*/ 70510 w 994371"/>
              <a:gd name="connsiteY78" fmla="*/ 55147 h 358818"/>
              <a:gd name="connsiteX79" fmla="*/ 71414 w 994371"/>
              <a:gd name="connsiteY79" fmla="*/ 56783 h 358818"/>
              <a:gd name="connsiteX80" fmla="*/ 72317 w 994371"/>
              <a:gd name="connsiteY80" fmla="*/ 58438 h 358818"/>
              <a:gd name="connsiteX81" fmla="*/ 73223 w 994371"/>
              <a:gd name="connsiteY81" fmla="*/ 60112 h 358818"/>
              <a:gd name="connsiteX82" fmla="*/ 74126 w 994371"/>
              <a:gd name="connsiteY82" fmla="*/ 61806 h 358818"/>
              <a:gd name="connsiteX83" fmla="*/ 75030 w 994371"/>
              <a:gd name="connsiteY83" fmla="*/ 63517 h 358818"/>
              <a:gd name="connsiteX84" fmla="*/ 75934 w 994371"/>
              <a:gd name="connsiteY84" fmla="*/ 65248 h 358818"/>
              <a:gd name="connsiteX85" fmla="*/ 76837 w 994371"/>
              <a:gd name="connsiteY85" fmla="*/ 66996 h 358818"/>
              <a:gd name="connsiteX86" fmla="*/ 77741 w 994371"/>
              <a:gd name="connsiteY86" fmla="*/ 68762 h 358818"/>
              <a:gd name="connsiteX87" fmla="*/ 78647 w 994371"/>
              <a:gd name="connsiteY87" fmla="*/ 70545 h 358818"/>
              <a:gd name="connsiteX88" fmla="*/ 79550 w 994371"/>
              <a:gd name="connsiteY88" fmla="*/ 72346 h 358818"/>
              <a:gd name="connsiteX89" fmla="*/ 80454 w 994371"/>
              <a:gd name="connsiteY89" fmla="*/ 74163 h 358818"/>
              <a:gd name="connsiteX90" fmla="*/ 81358 w 994371"/>
              <a:gd name="connsiteY90" fmla="*/ 75997 h 358818"/>
              <a:gd name="connsiteX91" fmla="*/ 82261 w 994371"/>
              <a:gd name="connsiteY91" fmla="*/ 77848 h 358818"/>
              <a:gd name="connsiteX92" fmla="*/ 83165 w 994371"/>
              <a:gd name="connsiteY92" fmla="*/ 79714 h 358818"/>
              <a:gd name="connsiteX93" fmla="*/ 84070 w 994371"/>
              <a:gd name="connsiteY93" fmla="*/ 81596 h 358818"/>
              <a:gd name="connsiteX94" fmla="*/ 84974 w 994371"/>
              <a:gd name="connsiteY94" fmla="*/ 83494 h 358818"/>
              <a:gd name="connsiteX95" fmla="*/ 85878 w 994371"/>
              <a:gd name="connsiteY95" fmla="*/ 85407 h 358818"/>
              <a:gd name="connsiteX96" fmla="*/ 86781 w 994371"/>
              <a:gd name="connsiteY96" fmla="*/ 87335 h 358818"/>
              <a:gd name="connsiteX97" fmla="*/ 87685 w 994371"/>
              <a:gd name="connsiteY97" fmla="*/ 89277 h 358818"/>
              <a:gd name="connsiteX98" fmla="*/ 88589 w 994371"/>
              <a:gd name="connsiteY98" fmla="*/ 91233 h 358818"/>
              <a:gd name="connsiteX99" fmla="*/ 89494 w 994371"/>
              <a:gd name="connsiteY99" fmla="*/ 93204 h 358818"/>
              <a:gd name="connsiteX100" fmla="*/ 90398 w 994371"/>
              <a:gd name="connsiteY100" fmla="*/ 95188 h 358818"/>
              <a:gd name="connsiteX101" fmla="*/ 91302 w 994371"/>
              <a:gd name="connsiteY101" fmla="*/ 97185 h 358818"/>
              <a:gd name="connsiteX102" fmla="*/ 92205 w 994371"/>
              <a:gd name="connsiteY102" fmla="*/ 99195 h 358818"/>
              <a:gd name="connsiteX103" fmla="*/ 93109 w 994371"/>
              <a:gd name="connsiteY103" fmla="*/ 101218 h 358818"/>
              <a:gd name="connsiteX104" fmla="*/ 94013 w 994371"/>
              <a:gd name="connsiteY104" fmla="*/ 103253 h 358818"/>
              <a:gd name="connsiteX105" fmla="*/ 94918 w 994371"/>
              <a:gd name="connsiteY105" fmla="*/ 105300 h 358818"/>
              <a:gd name="connsiteX106" fmla="*/ 95822 w 994371"/>
              <a:gd name="connsiteY106" fmla="*/ 107359 h 358818"/>
              <a:gd name="connsiteX107" fmla="*/ 96725 w 994371"/>
              <a:gd name="connsiteY107" fmla="*/ 109430 h 358818"/>
              <a:gd name="connsiteX108" fmla="*/ 97629 w 994371"/>
              <a:gd name="connsiteY108" fmla="*/ 111511 h 358818"/>
              <a:gd name="connsiteX109" fmla="*/ 98533 w 994371"/>
              <a:gd name="connsiteY109" fmla="*/ 113603 h 358818"/>
              <a:gd name="connsiteX110" fmla="*/ 99437 w 994371"/>
              <a:gd name="connsiteY110" fmla="*/ 115706 h 358818"/>
              <a:gd name="connsiteX111" fmla="*/ 100342 w 994371"/>
              <a:gd name="connsiteY111" fmla="*/ 117819 h 358818"/>
              <a:gd name="connsiteX112" fmla="*/ 101246 w 994371"/>
              <a:gd name="connsiteY112" fmla="*/ 119941 h 358818"/>
              <a:gd name="connsiteX113" fmla="*/ 102149 w 994371"/>
              <a:gd name="connsiteY113" fmla="*/ 122073 h 358818"/>
              <a:gd name="connsiteX114" fmla="*/ 103053 w 994371"/>
              <a:gd name="connsiteY114" fmla="*/ 124213 h 358818"/>
              <a:gd name="connsiteX115" fmla="*/ 103957 w 994371"/>
              <a:gd name="connsiteY115" fmla="*/ 126363 h 358818"/>
              <a:gd name="connsiteX116" fmla="*/ 104860 w 994371"/>
              <a:gd name="connsiteY116" fmla="*/ 128521 h 358818"/>
              <a:gd name="connsiteX117" fmla="*/ 105766 w 994371"/>
              <a:gd name="connsiteY117" fmla="*/ 130687 h 358818"/>
              <a:gd name="connsiteX118" fmla="*/ 106669 w 994371"/>
              <a:gd name="connsiteY118" fmla="*/ 132860 h 358818"/>
              <a:gd name="connsiteX119" fmla="*/ 107573 w 994371"/>
              <a:gd name="connsiteY119" fmla="*/ 135040 h 358818"/>
              <a:gd name="connsiteX120" fmla="*/ 108477 w 994371"/>
              <a:gd name="connsiteY120" fmla="*/ 137228 h 358818"/>
              <a:gd name="connsiteX121" fmla="*/ 109381 w 994371"/>
              <a:gd name="connsiteY121" fmla="*/ 139424 h 358818"/>
              <a:gd name="connsiteX122" fmla="*/ 110284 w 994371"/>
              <a:gd name="connsiteY122" fmla="*/ 141625 h 358818"/>
              <a:gd name="connsiteX123" fmla="*/ 111190 w 994371"/>
              <a:gd name="connsiteY123" fmla="*/ 143831 h 358818"/>
              <a:gd name="connsiteX124" fmla="*/ 112093 w 994371"/>
              <a:gd name="connsiteY124" fmla="*/ 146044 h 358818"/>
              <a:gd name="connsiteX125" fmla="*/ 112997 w 994371"/>
              <a:gd name="connsiteY125" fmla="*/ 148262 h 358818"/>
              <a:gd name="connsiteX126" fmla="*/ 113901 w 994371"/>
              <a:gd name="connsiteY126" fmla="*/ 150485 h 358818"/>
              <a:gd name="connsiteX127" fmla="*/ 114804 w 994371"/>
              <a:gd name="connsiteY127" fmla="*/ 152712 h 358818"/>
              <a:gd name="connsiteX128" fmla="*/ 115708 w 994371"/>
              <a:gd name="connsiteY128" fmla="*/ 154943 h 358818"/>
              <a:gd name="connsiteX129" fmla="*/ 116613 w 994371"/>
              <a:gd name="connsiteY129" fmla="*/ 157179 h 358818"/>
              <a:gd name="connsiteX130" fmla="*/ 117517 w 994371"/>
              <a:gd name="connsiteY130" fmla="*/ 159417 h 358818"/>
              <a:gd name="connsiteX131" fmla="*/ 118421 w 994371"/>
              <a:gd name="connsiteY131" fmla="*/ 161659 h 358818"/>
              <a:gd name="connsiteX132" fmla="*/ 119324 w 994371"/>
              <a:gd name="connsiteY132" fmla="*/ 163904 h 358818"/>
              <a:gd name="connsiteX133" fmla="*/ 120228 w 994371"/>
              <a:gd name="connsiteY133" fmla="*/ 166151 h 358818"/>
              <a:gd name="connsiteX134" fmla="*/ 121132 w 994371"/>
              <a:gd name="connsiteY134" fmla="*/ 168401 h 358818"/>
              <a:gd name="connsiteX135" fmla="*/ 122037 w 994371"/>
              <a:gd name="connsiteY135" fmla="*/ 170652 h 358818"/>
              <a:gd name="connsiteX136" fmla="*/ 122941 w 994371"/>
              <a:gd name="connsiteY136" fmla="*/ 172904 h 358818"/>
              <a:gd name="connsiteX137" fmla="*/ 123845 w 994371"/>
              <a:gd name="connsiteY137" fmla="*/ 175158 h 358818"/>
              <a:gd name="connsiteX138" fmla="*/ 124748 w 994371"/>
              <a:gd name="connsiteY138" fmla="*/ 177413 h 358818"/>
              <a:gd name="connsiteX139" fmla="*/ 125652 w 994371"/>
              <a:gd name="connsiteY139" fmla="*/ 179667 h 358818"/>
              <a:gd name="connsiteX140" fmla="*/ 126556 w 994371"/>
              <a:gd name="connsiteY140" fmla="*/ 181921 h 358818"/>
              <a:gd name="connsiteX141" fmla="*/ 127461 w 994371"/>
              <a:gd name="connsiteY141" fmla="*/ 184175 h 358818"/>
              <a:gd name="connsiteX142" fmla="*/ 128365 w 994371"/>
              <a:gd name="connsiteY142" fmla="*/ 186428 h 358818"/>
              <a:gd name="connsiteX143" fmla="*/ 129268 w 994371"/>
              <a:gd name="connsiteY143" fmla="*/ 188681 h 358818"/>
              <a:gd name="connsiteX144" fmla="*/ 130172 w 994371"/>
              <a:gd name="connsiteY144" fmla="*/ 190931 h 358818"/>
              <a:gd name="connsiteX145" fmla="*/ 131076 w 994371"/>
              <a:gd name="connsiteY145" fmla="*/ 193181 h 358818"/>
              <a:gd name="connsiteX146" fmla="*/ 131980 w 994371"/>
              <a:gd name="connsiteY146" fmla="*/ 195427 h 358818"/>
              <a:gd name="connsiteX147" fmla="*/ 132885 w 994371"/>
              <a:gd name="connsiteY147" fmla="*/ 197671 h 358818"/>
              <a:gd name="connsiteX148" fmla="*/ 133789 w 994371"/>
              <a:gd name="connsiteY148" fmla="*/ 199912 h 358818"/>
              <a:gd name="connsiteX149" fmla="*/ 134692 w 994371"/>
              <a:gd name="connsiteY149" fmla="*/ 202150 h 358818"/>
              <a:gd name="connsiteX150" fmla="*/ 135596 w 994371"/>
              <a:gd name="connsiteY150" fmla="*/ 204385 h 358818"/>
              <a:gd name="connsiteX151" fmla="*/ 136500 w 994371"/>
              <a:gd name="connsiteY151" fmla="*/ 206615 h 358818"/>
              <a:gd name="connsiteX152" fmla="*/ 137405 w 994371"/>
              <a:gd name="connsiteY152" fmla="*/ 208841 h 358818"/>
              <a:gd name="connsiteX153" fmla="*/ 138309 w 994371"/>
              <a:gd name="connsiteY153" fmla="*/ 211064 h 358818"/>
              <a:gd name="connsiteX154" fmla="*/ 139212 w 994371"/>
              <a:gd name="connsiteY154" fmla="*/ 213280 h 358818"/>
              <a:gd name="connsiteX155" fmla="*/ 140116 w 994371"/>
              <a:gd name="connsiteY155" fmla="*/ 215491 h 358818"/>
              <a:gd name="connsiteX156" fmla="*/ 141020 w 994371"/>
              <a:gd name="connsiteY156" fmla="*/ 217697 h 358818"/>
              <a:gd name="connsiteX157" fmla="*/ 141924 w 994371"/>
              <a:gd name="connsiteY157" fmla="*/ 219896 h 358818"/>
              <a:gd name="connsiteX158" fmla="*/ 142829 w 994371"/>
              <a:gd name="connsiteY158" fmla="*/ 222089 h 358818"/>
              <a:gd name="connsiteX159" fmla="*/ 143733 w 994371"/>
              <a:gd name="connsiteY159" fmla="*/ 224275 h 358818"/>
              <a:gd name="connsiteX160" fmla="*/ 144636 w 994371"/>
              <a:gd name="connsiteY160" fmla="*/ 226455 h 358818"/>
              <a:gd name="connsiteX161" fmla="*/ 145540 w 994371"/>
              <a:gd name="connsiteY161" fmla="*/ 228627 h 358818"/>
              <a:gd name="connsiteX162" fmla="*/ 146444 w 994371"/>
              <a:gd name="connsiteY162" fmla="*/ 230790 h 358818"/>
              <a:gd name="connsiteX163" fmla="*/ 147347 w 994371"/>
              <a:gd name="connsiteY163" fmla="*/ 232946 h 358818"/>
              <a:gd name="connsiteX164" fmla="*/ 148253 w 994371"/>
              <a:gd name="connsiteY164" fmla="*/ 235094 h 358818"/>
              <a:gd name="connsiteX165" fmla="*/ 149156 w 994371"/>
              <a:gd name="connsiteY165" fmla="*/ 237232 h 358818"/>
              <a:gd name="connsiteX166" fmla="*/ 150060 w 994371"/>
              <a:gd name="connsiteY166" fmla="*/ 239362 h 358818"/>
              <a:gd name="connsiteX167" fmla="*/ 150964 w 994371"/>
              <a:gd name="connsiteY167" fmla="*/ 241483 h 358818"/>
              <a:gd name="connsiteX168" fmla="*/ 151868 w 994371"/>
              <a:gd name="connsiteY168" fmla="*/ 243593 h 358818"/>
              <a:gd name="connsiteX169" fmla="*/ 152771 w 994371"/>
              <a:gd name="connsiteY169" fmla="*/ 245693 h 358818"/>
              <a:gd name="connsiteX170" fmla="*/ 153677 w 994371"/>
              <a:gd name="connsiteY170" fmla="*/ 247783 h 358818"/>
              <a:gd name="connsiteX171" fmla="*/ 154580 w 994371"/>
              <a:gd name="connsiteY171" fmla="*/ 249862 h 358818"/>
              <a:gd name="connsiteX172" fmla="*/ 155484 w 994371"/>
              <a:gd name="connsiteY172" fmla="*/ 251931 h 358818"/>
              <a:gd name="connsiteX173" fmla="*/ 156388 w 994371"/>
              <a:gd name="connsiteY173" fmla="*/ 253986 h 358818"/>
              <a:gd name="connsiteX174" fmla="*/ 157291 w 994371"/>
              <a:gd name="connsiteY174" fmla="*/ 256031 h 358818"/>
              <a:gd name="connsiteX175" fmla="*/ 158195 w 994371"/>
              <a:gd name="connsiteY175" fmla="*/ 258064 h 358818"/>
              <a:gd name="connsiteX176" fmla="*/ 159100 w 994371"/>
              <a:gd name="connsiteY176" fmla="*/ 260084 h 358818"/>
              <a:gd name="connsiteX177" fmla="*/ 160004 w 994371"/>
              <a:gd name="connsiteY177" fmla="*/ 262091 h 358818"/>
              <a:gd name="connsiteX178" fmla="*/ 160908 w 994371"/>
              <a:gd name="connsiteY178" fmla="*/ 264086 h 358818"/>
              <a:gd name="connsiteX179" fmla="*/ 161812 w 994371"/>
              <a:gd name="connsiteY179" fmla="*/ 266066 h 358818"/>
              <a:gd name="connsiteX180" fmla="*/ 162715 w 994371"/>
              <a:gd name="connsiteY180" fmla="*/ 268033 h 358818"/>
              <a:gd name="connsiteX181" fmla="*/ 163619 w 994371"/>
              <a:gd name="connsiteY181" fmla="*/ 269986 h 358818"/>
              <a:gd name="connsiteX182" fmla="*/ 164524 w 994371"/>
              <a:gd name="connsiteY182" fmla="*/ 271925 h 358818"/>
              <a:gd name="connsiteX183" fmla="*/ 165428 w 994371"/>
              <a:gd name="connsiteY183" fmla="*/ 273849 h 358818"/>
              <a:gd name="connsiteX184" fmla="*/ 166332 w 994371"/>
              <a:gd name="connsiteY184" fmla="*/ 275759 h 358818"/>
              <a:gd name="connsiteX185" fmla="*/ 167235 w 994371"/>
              <a:gd name="connsiteY185" fmla="*/ 277653 h 358818"/>
              <a:gd name="connsiteX186" fmla="*/ 168139 w 994371"/>
              <a:gd name="connsiteY186" fmla="*/ 279532 h 358818"/>
              <a:gd name="connsiteX187" fmla="*/ 169043 w 994371"/>
              <a:gd name="connsiteY187" fmla="*/ 281394 h 358818"/>
              <a:gd name="connsiteX188" fmla="*/ 169948 w 994371"/>
              <a:gd name="connsiteY188" fmla="*/ 283241 h 358818"/>
              <a:gd name="connsiteX189" fmla="*/ 170852 w 994371"/>
              <a:gd name="connsiteY189" fmla="*/ 285072 h 358818"/>
              <a:gd name="connsiteX190" fmla="*/ 171756 w 994371"/>
              <a:gd name="connsiteY190" fmla="*/ 286886 h 358818"/>
              <a:gd name="connsiteX191" fmla="*/ 172659 w 994371"/>
              <a:gd name="connsiteY191" fmla="*/ 288681 h 358818"/>
              <a:gd name="connsiteX192" fmla="*/ 173563 w 994371"/>
              <a:gd name="connsiteY192" fmla="*/ 290461 h 358818"/>
              <a:gd name="connsiteX193" fmla="*/ 174467 w 994371"/>
              <a:gd name="connsiteY193" fmla="*/ 292223 h 358818"/>
              <a:gd name="connsiteX194" fmla="*/ 175372 w 994371"/>
              <a:gd name="connsiteY194" fmla="*/ 293967 h 358818"/>
              <a:gd name="connsiteX195" fmla="*/ 176276 w 994371"/>
              <a:gd name="connsiteY195" fmla="*/ 295693 h 358818"/>
              <a:gd name="connsiteX196" fmla="*/ 177179 w 994371"/>
              <a:gd name="connsiteY196" fmla="*/ 297401 h 358818"/>
              <a:gd name="connsiteX197" fmla="*/ 178083 w 994371"/>
              <a:gd name="connsiteY197" fmla="*/ 299090 h 358818"/>
              <a:gd name="connsiteX198" fmla="*/ 178987 w 994371"/>
              <a:gd name="connsiteY198" fmla="*/ 300760 h 358818"/>
              <a:gd name="connsiteX199" fmla="*/ 179890 w 994371"/>
              <a:gd name="connsiteY199" fmla="*/ 302411 h 358818"/>
              <a:gd name="connsiteX200" fmla="*/ 180796 w 994371"/>
              <a:gd name="connsiteY200" fmla="*/ 304043 h 358818"/>
              <a:gd name="connsiteX201" fmla="*/ 181700 w 994371"/>
              <a:gd name="connsiteY201" fmla="*/ 305654 h 358818"/>
              <a:gd name="connsiteX202" fmla="*/ 182603 w 994371"/>
              <a:gd name="connsiteY202" fmla="*/ 307245 h 358818"/>
              <a:gd name="connsiteX203" fmla="*/ 183507 w 994371"/>
              <a:gd name="connsiteY203" fmla="*/ 308818 h 358818"/>
              <a:gd name="connsiteX204" fmla="*/ 184411 w 994371"/>
              <a:gd name="connsiteY204" fmla="*/ 310370 h 358818"/>
              <a:gd name="connsiteX205" fmla="*/ 185314 w 994371"/>
              <a:gd name="connsiteY205" fmla="*/ 311900 h 358818"/>
              <a:gd name="connsiteX206" fmla="*/ 186220 w 994371"/>
              <a:gd name="connsiteY206" fmla="*/ 313410 h 358818"/>
              <a:gd name="connsiteX207" fmla="*/ 187123 w 994371"/>
              <a:gd name="connsiteY207" fmla="*/ 314898 h 358818"/>
              <a:gd name="connsiteX208" fmla="*/ 188027 w 994371"/>
              <a:gd name="connsiteY208" fmla="*/ 316365 h 358818"/>
              <a:gd name="connsiteX209" fmla="*/ 188931 w 994371"/>
              <a:gd name="connsiteY209" fmla="*/ 317811 h 358818"/>
              <a:gd name="connsiteX210" fmla="*/ 189834 w 994371"/>
              <a:gd name="connsiteY210" fmla="*/ 319234 h 358818"/>
              <a:gd name="connsiteX211" fmla="*/ 190738 w 994371"/>
              <a:gd name="connsiteY211" fmla="*/ 320636 h 358818"/>
              <a:gd name="connsiteX212" fmla="*/ 191644 w 994371"/>
              <a:gd name="connsiteY212" fmla="*/ 322015 h 358818"/>
              <a:gd name="connsiteX213" fmla="*/ 192547 w 994371"/>
              <a:gd name="connsiteY213" fmla="*/ 323372 h 358818"/>
              <a:gd name="connsiteX214" fmla="*/ 193451 w 994371"/>
              <a:gd name="connsiteY214" fmla="*/ 324706 h 358818"/>
              <a:gd name="connsiteX215" fmla="*/ 194355 w 994371"/>
              <a:gd name="connsiteY215" fmla="*/ 326017 h 358818"/>
              <a:gd name="connsiteX216" fmla="*/ 195258 w 994371"/>
              <a:gd name="connsiteY216" fmla="*/ 327304 h 358818"/>
              <a:gd name="connsiteX217" fmla="*/ 196162 w 994371"/>
              <a:gd name="connsiteY217" fmla="*/ 328568 h 358818"/>
              <a:gd name="connsiteX218" fmla="*/ 197067 w 994371"/>
              <a:gd name="connsiteY218" fmla="*/ 329811 h 358818"/>
              <a:gd name="connsiteX219" fmla="*/ 197971 w 994371"/>
              <a:gd name="connsiteY219" fmla="*/ 331027 h 358818"/>
              <a:gd name="connsiteX220" fmla="*/ 198875 w 994371"/>
              <a:gd name="connsiteY220" fmla="*/ 332221 h 358818"/>
              <a:gd name="connsiteX221" fmla="*/ 199778 w 994371"/>
              <a:gd name="connsiteY221" fmla="*/ 333389 h 358818"/>
              <a:gd name="connsiteX222" fmla="*/ 200682 w 994371"/>
              <a:gd name="connsiteY222" fmla="*/ 334535 h 358818"/>
              <a:gd name="connsiteX223" fmla="*/ 201586 w 994371"/>
              <a:gd name="connsiteY223" fmla="*/ 335655 h 358818"/>
              <a:gd name="connsiteX224" fmla="*/ 202491 w 994371"/>
              <a:gd name="connsiteY224" fmla="*/ 336752 h 358818"/>
              <a:gd name="connsiteX225" fmla="*/ 203395 w 994371"/>
              <a:gd name="connsiteY225" fmla="*/ 337821 h 358818"/>
              <a:gd name="connsiteX226" fmla="*/ 204299 w 994371"/>
              <a:gd name="connsiteY226" fmla="*/ 338868 h 358818"/>
              <a:gd name="connsiteX227" fmla="*/ 205202 w 994371"/>
              <a:gd name="connsiteY227" fmla="*/ 339888 h 358818"/>
              <a:gd name="connsiteX228" fmla="*/ 206106 w 994371"/>
              <a:gd name="connsiteY228" fmla="*/ 340883 h 358818"/>
              <a:gd name="connsiteX229" fmla="*/ 207010 w 994371"/>
              <a:gd name="connsiteY229" fmla="*/ 341853 h 358818"/>
              <a:gd name="connsiteX230" fmla="*/ 207913 w 994371"/>
              <a:gd name="connsiteY230" fmla="*/ 342797 h 358818"/>
              <a:gd name="connsiteX231" fmla="*/ 208819 w 994371"/>
              <a:gd name="connsiteY231" fmla="*/ 343715 h 358818"/>
              <a:gd name="connsiteX232" fmla="*/ 209722 w 994371"/>
              <a:gd name="connsiteY232" fmla="*/ 344607 h 358818"/>
              <a:gd name="connsiteX233" fmla="*/ 210626 w 994371"/>
              <a:gd name="connsiteY233" fmla="*/ 345474 h 358818"/>
              <a:gd name="connsiteX234" fmla="*/ 211530 w 994371"/>
              <a:gd name="connsiteY234" fmla="*/ 346315 h 358818"/>
              <a:gd name="connsiteX235" fmla="*/ 212434 w 994371"/>
              <a:gd name="connsiteY235" fmla="*/ 347129 h 358818"/>
              <a:gd name="connsiteX236" fmla="*/ 213337 w 994371"/>
              <a:gd name="connsiteY236" fmla="*/ 347915 h 358818"/>
              <a:gd name="connsiteX237" fmla="*/ 214243 w 994371"/>
              <a:gd name="connsiteY237" fmla="*/ 348676 h 358818"/>
              <a:gd name="connsiteX238" fmla="*/ 215146 w 994371"/>
              <a:gd name="connsiteY238" fmla="*/ 349410 h 358818"/>
              <a:gd name="connsiteX239" fmla="*/ 216050 w 994371"/>
              <a:gd name="connsiteY239" fmla="*/ 350118 h 358818"/>
              <a:gd name="connsiteX240" fmla="*/ 216954 w 994371"/>
              <a:gd name="connsiteY240" fmla="*/ 350797 h 358818"/>
              <a:gd name="connsiteX241" fmla="*/ 217857 w 994371"/>
              <a:gd name="connsiteY241" fmla="*/ 351450 h 358818"/>
              <a:gd name="connsiteX242" fmla="*/ 218761 w 994371"/>
              <a:gd name="connsiteY242" fmla="*/ 352076 h 358818"/>
              <a:gd name="connsiteX243" fmla="*/ 219666 w 994371"/>
              <a:gd name="connsiteY243" fmla="*/ 352674 h 358818"/>
              <a:gd name="connsiteX244" fmla="*/ 220570 w 994371"/>
              <a:gd name="connsiteY244" fmla="*/ 353246 h 358818"/>
              <a:gd name="connsiteX245" fmla="*/ 221474 w 994371"/>
              <a:gd name="connsiteY245" fmla="*/ 353790 h 358818"/>
              <a:gd name="connsiteX246" fmla="*/ 222377 w 994371"/>
              <a:gd name="connsiteY246" fmla="*/ 354305 h 358818"/>
              <a:gd name="connsiteX247" fmla="*/ 223281 w 994371"/>
              <a:gd name="connsiteY247" fmla="*/ 354795 h 358818"/>
              <a:gd name="connsiteX248" fmla="*/ 224185 w 994371"/>
              <a:gd name="connsiteY248" fmla="*/ 355256 h 358818"/>
              <a:gd name="connsiteX249" fmla="*/ 225090 w 994371"/>
              <a:gd name="connsiteY249" fmla="*/ 355689 h 358818"/>
              <a:gd name="connsiteX250" fmla="*/ 225994 w 994371"/>
              <a:gd name="connsiteY250" fmla="*/ 356095 h 358818"/>
              <a:gd name="connsiteX251" fmla="*/ 226898 w 994371"/>
              <a:gd name="connsiteY251" fmla="*/ 356472 h 358818"/>
              <a:gd name="connsiteX252" fmla="*/ 227801 w 994371"/>
              <a:gd name="connsiteY252" fmla="*/ 356822 h 358818"/>
              <a:gd name="connsiteX253" fmla="*/ 228705 w 994371"/>
              <a:gd name="connsiteY253" fmla="*/ 357143 h 358818"/>
              <a:gd name="connsiteX254" fmla="*/ 229609 w 994371"/>
              <a:gd name="connsiteY254" fmla="*/ 357437 h 358818"/>
              <a:gd name="connsiteX255" fmla="*/ 230514 w 994371"/>
              <a:gd name="connsiteY255" fmla="*/ 357701 h 358818"/>
              <a:gd name="connsiteX256" fmla="*/ 231418 w 994371"/>
              <a:gd name="connsiteY256" fmla="*/ 357938 h 358818"/>
              <a:gd name="connsiteX257" fmla="*/ 232321 w 994371"/>
              <a:gd name="connsiteY257" fmla="*/ 358148 h 358818"/>
              <a:gd name="connsiteX258" fmla="*/ 233225 w 994371"/>
              <a:gd name="connsiteY258" fmla="*/ 358329 h 358818"/>
              <a:gd name="connsiteX259" fmla="*/ 234129 w 994371"/>
              <a:gd name="connsiteY259" fmla="*/ 358480 h 358818"/>
              <a:gd name="connsiteX260" fmla="*/ 235033 w 994371"/>
              <a:gd name="connsiteY260" fmla="*/ 358605 h 358818"/>
              <a:gd name="connsiteX261" fmla="*/ 235938 w 994371"/>
              <a:gd name="connsiteY261" fmla="*/ 358701 h 358818"/>
              <a:gd name="connsiteX262" fmla="*/ 236842 w 994371"/>
              <a:gd name="connsiteY262" fmla="*/ 358769 h 358818"/>
              <a:gd name="connsiteX263" fmla="*/ 237745 w 994371"/>
              <a:gd name="connsiteY263" fmla="*/ 358807 h 358818"/>
              <a:gd name="connsiteX264" fmla="*/ 238649 w 994371"/>
              <a:gd name="connsiteY264" fmla="*/ 358819 h 358818"/>
              <a:gd name="connsiteX265" fmla="*/ 239553 w 994371"/>
              <a:gd name="connsiteY265" fmla="*/ 358801 h 358818"/>
              <a:gd name="connsiteX266" fmla="*/ 240456 w 994371"/>
              <a:gd name="connsiteY266" fmla="*/ 358756 h 358818"/>
              <a:gd name="connsiteX267" fmla="*/ 241362 w 994371"/>
              <a:gd name="connsiteY267" fmla="*/ 358681 h 358818"/>
              <a:gd name="connsiteX268" fmla="*/ 242265 w 994371"/>
              <a:gd name="connsiteY268" fmla="*/ 358580 h 358818"/>
              <a:gd name="connsiteX269" fmla="*/ 243169 w 994371"/>
              <a:gd name="connsiteY269" fmla="*/ 358448 h 358818"/>
              <a:gd name="connsiteX270" fmla="*/ 244073 w 994371"/>
              <a:gd name="connsiteY270" fmla="*/ 358289 h 358818"/>
              <a:gd name="connsiteX271" fmla="*/ 244977 w 994371"/>
              <a:gd name="connsiteY271" fmla="*/ 358103 h 358818"/>
              <a:gd name="connsiteX272" fmla="*/ 245880 w 994371"/>
              <a:gd name="connsiteY272" fmla="*/ 357887 h 358818"/>
              <a:gd name="connsiteX273" fmla="*/ 246786 w 994371"/>
              <a:gd name="connsiteY273" fmla="*/ 357643 h 358818"/>
              <a:gd name="connsiteX274" fmla="*/ 247689 w 994371"/>
              <a:gd name="connsiteY274" fmla="*/ 357372 h 358818"/>
              <a:gd name="connsiteX275" fmla="*/ 248593 w 994371"/>
              <a:gd name="connsiteY275" fmla="*/ 357071 h 358818"/>
              <a:gd name="connsiteX276" fmla="*/ 249497 w 994371"/>
              <a:gd name="connsiteY276" fmla="*/ 356744 h 358818"/>
              <a:gd name="connsiteX277" fmla="*/ 250400 w 994371"/>
              <a:gd name="connsiteY277" fmla="*/ 356389 h 358818"/>
              <a:gd name="connsiteX278" fmla="*/ 251306 w 994371"/>
              <a:gd name="connsiteY278" fmla="*/ 356005 h 358818"/>
              <a:gd name="connsiteX279" fmla="*/ 252209 w 994371"/>
              <a:gd name="connsiteY279" fmla="*/ 355593 h 358818"/>
              <a:gd name="connsiteX280" fmla="*/ 253113 w 994371"/>
              <a:gd name="connsiteY280" fmla="*/ 355153 h 358818"/>
              <a:gd name="connsiteX281" fmla="*/ 254017 w 994371"/>
              <a:gd name="connsiteY281" fmla="*/ 354686 h 358818"/>
              <a:gd name="connsiteX282" fmla="*/ 254921 w 994371"/>
              <a:gd name="connsiteY282" fmla="*/ 354191 h 358818"/>
              <a:gd name="connsiteX283" fmla="*/ 255824 w 994371"/>
              <a:gd name="connsiteY283" fmla="*/ 353669 h 358818"/>
              <a:gd name="connsiteX284" fmla="*/ 256728 w 994371"/>
              <a:gd name="connsiteY284" fmla="*/ 353118 h 358818"/>
              <a:gd name="connsiteX285" fmla="*/ 257633 w 994371"/>
              <a:gd name="connsiteY285" fmla="*/ 352541 h 358818"/>
              <a:gd name="connsiteX286" fmla="*/ 258537 w 994371"/>
              <a:gd name="connsiteY286" fmla="*/ 351937 h 358818"/>
              <a:gd name="connsiteX287" fmla="*/ 259441 w 994371"/>
              <a:gd name="connsiteY287" fmla="*/ 351304 h 358818"/>
              <a:gd name="connsiteX288" fmla="*/ 260344 w 994371"/>
              <a:gd name="connsiteY288" fmla="*/ 350644 h 358818"/>
              <a:gd name="connsiteX289" fmla="*/ 261248 w 994371"/>
              <a:gd name="connsiteY289" fmla="*/ 349958 h 358818"/>
              <a:gd name="connsiteX290" fmla="*/ 262153 w 994371"/>
              <a:gd name="connsiteY290" fmla="*/ 349245 h 358818"/>
              <a:gd name="connsiteX291" fmla="*/ 263057 w 994371"/>
              <a:gd name="connsiteY291" fmla="*/ 348505 h 358818"/>
              <a:gd name="connsiteX292" fmla="*/ 263961 w 994371"/>
              <a:gd name="connsiteY292" fmla="*/ 347739 h 358818"/>
              <a:gd name="connsiteX293" fmla="*/ 264865 w 994371"/>
              <a:gd name="connsiteY293" fmla="*/ 346945 h 358818"/>
              <a:gd name="connsiteX294" fmla="*/ 265768 w 994371"/>
              <a:gd name="connsiteY294" fmla="*/ 346126 h 358818"/>
              <a:gd name="connsiteX295" fmla="*/ 266672 w 994371"/>
              <a:gd name="connsiteY295" fmla="*/ 345280 h 358818"/>
              <a:gd name="connsiteX296" fmla="*/ 267576 w 994371"/>
              <a:gd name="connsiteY296" fmla="*/ 344406 h 358818"/>
              <a:gd name="connsiteX297" fmla="*/ 268481 w 994371"/>
              <a:gd name="connsiteY297" fmla="*/ 343509 h 358818"/>
              <a:gd name="connsiteX298" fmla="*/ 269385 w 994371"/>
              <a:gd name="connsiteY298" fmla="*/ 342584 h 358818"/>
              <a:gd name="connsiteX299" fmla="*/ 270288 w 994371"/>
              <a:gd name="connsiteY299" fmla="*/ 341634 h 358818"/>
              <a:gd name="connsiteX300" fmla="*/ 271192 w 994371"/>
              <a:gd name="connsiteY300" fmla="*/ 340659 h 358818"/>
              <a:gd name="connsiteX301" fmla="*/ 272096 w 994371"/>
              <a:gd name="connsiteY301" fmla="*/ 339657 h 358818"/>
              <a:gd name="connsiteX302" fmla="*/ 273001 w 994371"/>
              <a:gd name="connsiteY302" fmla="*/ 338632 h 358818"/>
              <a:gd name="connsiteX303" fmla="*/ 273905 w 994371"/>
              <a:gd name="connsiteY303" fmla="*/ 337579 h 358818"/>
              <a:gd name="connsiteX304" fmla="*/ 274809 w 994371"/>
              <a:gd name="connsiteY304" fmla="*/ 336502 h 358818"/>
              <a:gd name="connsiteX305" fmla="*/ 275712 w 994371"/>
              <a:gd name="connsiteY305" fmla="*/ 335403 h 358818"/>
              <a:gd name="connsiteX306" fmla="*/ 276616 w 994371"/>
              <a:gd name="connsiteY306" fmla="*/ 334276 h 358818"/>
              <a:gd name="connsiteX307" fmla="*/ 277520 w 994371"/>
              <a:gd name="connsiteY307" fmla="*/ 333125 h 358818"/>
              <a:gd name="connsiteX308" fmla="*/ 278423 w 994371"/>
              <a:gd name="connsiteY308" fmla="*/ 331951 h 358818"/>
              <a:gd name="connsiteX309" fmla="*/ 279329 w 994371"/>
              <a:gd name="connsiteY309" fmla="*/ 330751 h 358818"/>
              <a:gd name="connsiteX310" fmla="*/ 280232 w 994371"/>
              <a:gd name="connsiteY310" fmla="*/ 329529 h 358818"/>
              <a:gd name="connsiteX311" fmla="*/ 281136 w 994371"/>
              <a:gd name="connsiteY311" fmla="*/ 328283 h 358818"/>
              <a:gd name="connsiteX312" fmla="*/ 282040 w 994371"/>
              <a:gd name="connsiteY312" fmla="*/ 327014 h 358818"/>
              <a:gd name="connsiteX313" fmla="*/ 282943 w 994371"/>
              <a:gd name="connsiteY313" fmla="*/ 325719 h 358818"/>
              <a:gd name="connsiteX314" fmla="*/ 283849 w 994371"/>
              <a:gd name="connsiteY314" fmla="*/ 324404 h 358818"/>
              <a:gd name="connsiteX315" fmla="*/ 284753 w 994371"/>
              <a:gd name="connsiteY315" fmla="*/ 323065 h 358818"/>
              <a:gd name="connsiteX316" fmla="*/ 285656 w 994371"/>
              <a:gd name="connsiteY316" fmla="*/ 321703 h 358818"/>
              <a:gd name="connsiteX317" fmla="*/ 286560 w 994371"/>
              <a:gd name="connsiteY317" fmla="*/ 320319 h 358818"/>
              <a:gd name="connsiteX318" fmla="*/ 287464 w 994371"/>
              <a:gd name="connsiteY318" fmla="*/ 318912 h 358818"/>
              <a:gd name="connsiteX319" fmla="*/ 288367 w 994371"/>
              <a:gd name="connsiteY319" fmla="*/ 317483 h 358818"/>
              <a:gd name="connsiteX320" fmla="*/ 289271 w 994371"/>
              <a:gd name="connsiteY320" fmla="*/ 316033 h 358818"/>
              <a:gd name="connsiteX321" fmla="*/ 290176 w 994371"/>
              <a:gd name="connsiteY321" fmla="*/ 314560 h 358818"/>
              <a:gd name="connsiteX322" fmla="*/ 291080 w 994371"/>
              <a:gd name="connsiteY322" fmla="*/ 313066 h 358818"/>
              <a:gd name="connsiteX323" fmla="*/ 291984 w 994371"/>
              <a:gd name="connsiteY323" fmla="*/ 311553 h 358818"/>
              <a:gd name="connsiteX324" fmla="*/ 292887 w 994371"/>
              <a:gd name="connsiteY324" fmla="*/ 310018 h 358818"/>
              <a:gd name="connsiteX325" fmla="*/ 293791 w 994371"/>
              <a:gd name="connsiteY325" fmla="*/ 308461 h 358818"/>
              <a:gd name="connsiteX326" fmla="*/ 294696 w 994371"/>
              <a:gd name="connsiteY326" fmla="*/ 306885 h 358818"/>
              <a:gd name="connsiteX327" fmla="*/ 295600 w 994371"/>
              <a:gd name="connsiteY327" fmla="*/ 305288 h 358818"/>
              <a:gd name="connsiteX328" fmla="*/ 296504 w 994371"/>
              <a:gd name="connsiteY328" fmla="*/ 303672 h 358818"/>
              <a:gd name="connsiteX329" fmla="*/ 297408 w 994371"/>
              <a:gd name="connsiteY329" fmla="*/ 302036 h 358818"/>
              <a:gd name="connsiteX330" fmla="*/ 298311 w 994371"/>
              <a:gd name="connsiteY330" fmla="*/ 300381 h 358818"/>
              <a:gd name="connsiteX331" fmla="*/ 299215 w 994371"/>
              <a:gd name="connsiteY331" fmla="*/ 298707 h 358818"/>
              <a:gd name="connsiteX332" fmla="*/ 300119 w 994371"/>
              <a:gd name="connsiteY332" fmla="*/ 297012 h 358818"/>
              <a:gd name="connsiteX333" fmla="*/ 301024 w 994371"/>
              <a:gd name="connsiteY333" fmla="*/ 295301 h 358818"/>
              <a:gd name="connsiteX334" fmla="*/ 301928 w 994371"/>
              <a:gd name="connsiteY334" fmla="*/ 293572 h 358818"/>
              <a:gd name="connsiteX335" fmla="*/ 302831 w 994371"/>
              <a:gd name="connsiteY335" fmla="*/ 291823 h 358818"/>
              <a:gd name="connsiteX336" fmla="*/ 303735 w 994371"/>
              <a:gd name="connsiteY336" fmla="*/ 290057 h 358818"/>
              <a:gd name="connsiteX337" fmla="*/ 304639 w 994371"/>
              <a:gd name="connsiteY337" fmla="*/ 288273 h 358818"/>
              <a:gd name="connsiteX338" fmla="*/ 305544 w 994371"/>
              <a:gd name="connsiteY338" fmla="*/ 286474 h 358818"/>
              <a:gd name="connsiteX339" fmla="*/ 306448 w 994371"/>
              <a:gd name="connsiteY339" fmla="*/ 284655 h 358818"/>
              <a:gd name="connsiteX340" fmla="*/ 307352 w 994371"/>
              <a:gd name="connsiteY340" fmla="*/ 282821 h 358818"/>
              <a:gd name="connsiteX341" fmla="*/ 308255 w 994371"/>
              <a:gd name="connsiteY341" fmla="*/ 280970 h 358818"/>
              <a:gd name="connsiteX342" fmla="*/ 309159 w 994371"/>
              <a:gd name="connsiteY342" fmla="*/ 279105 h 358818"/>
              <a:gd name="connsiteX343" fmla="*/ 310063 w 994371"/>
              <a:gd name="connsiteY343" fmla="*/ 277222 h 358818"/>
              <a:gd name="connsiteX344" fmla="*/ 310966 w 994371"/>
              <a:gd name="connsiteY344" fmla="*/ 275325 h 358818"/>
              <a:gd name="connsiteX345" fmla="*/ 311872 w 994371"/>
              <a:gd name="connsiteY345" fmla="*/ 273412 h 358818"/>
              <a:gd name="connsiteX346" fmla="*/ 312775 w 994371"/>
              <a:gd name="connsiteY346" fmla="*/ 271485 h 358818"/>
              <a:gd name="connsiteX347" fmla="*/ 313679 w 994371"/>
              <a:gd name="connsiteY347" fmla="*/ 269543 h 358818"/>
              <a:gd name="connsiteX348" fmla="*/ 314583 w 994371"/>
              <a:gd name="connsiteY348" fmla="*/ 267586 h 358818"/>
              <a:gd name="connsiteX349" fmla="*/ 315487 w 994371"/>
              <a:gd name="connsiteY349" fmla="*/ 265616 h 358818"/>
              <a:gd name="connsiteX350" fmla="*/ 316392 w 994371"/>
              <a:gd name="connsiteY350" fmla="*/ 263631 h 358818"/>
              <a:gd name="connsiteX351" fmla="*/ 317296 w 994371"/>
              <a:gd name="connsiteY351" fmla="*/ 261634 h 358818"/>
              <a:gd name="connsiteX352" fmla="*/ 318199 w 994371"/>
              <a:gd name="connsiteY352" fmla="*/ 259624 h 358818"/>
              <a:gd name="connsiteX353" fmla="*/ 319103 w 994371"/>
              <a:gd name="connsiteY353" fmla="*/ 257600 h 358818"/>
              <a:gd name="connsiteX354" fmla="*/ 320007 w 994371"/>
              <a:gd name="connsiteY354" fmla="*/ 255565 h 358818"/>
              <a:gd name="connsiteX355" fmla="*/ 320910 w 994371"/>
              <a:gd name="connsiteY355" fmla="*/ 253519 h 358818"/>
              <a:gd name="connsiteX356" fmla="*/ 321814 w 994371"/>
              <a:gd name="connsiteY356" fmla="*/ 251459 h 358818"/>
              <a:gd name="connsiteX357" fmla="*/ 322719 w 994371"/>
              <a:gd name="connsiteY357" fmla="*/ 249389 h 358818"/>
              <a:gd name="connsiteX358" fmla="*/ 323623 w 994371"/>
              <a:gd name="connsiteY358" fmla="*/ 247308 h 358818"/>
              <a:gd name="connsiteX359" fmla="*/ 324527 w 994371"/>
              <a:gd name="connsiteY359" fmla="*/ 245214 h 358818"/>
              <a:gd name="connsiteX360" fmla="*/ 325430 w 994371"/>
              <a:gd name="connsiteY360" fmla="*/ 243113 h 358818"/>
              <a:gd name="connsiteX361" fmla="*/ 326334 w 994371"/>
              <a:gd name="connsiteY361" fmla="*/ 241000 h 358818"/>
              <a:gd name="connsiteX362" fmla="*/ 327240 w 994371"/>
              <a:gd name="connsiteY362" fmla="*/ 238877 h 358818"/>
              <a:gd name="connsiteX363" fmla="*/ 328143 w 994371"/>
              <a:gd name="connsiteY363" fmla="*/ 236746 h 358818"/>
              <a:gd name="connsiteX364" fmla="*/ 329047 w 994371"/>
              <a:gd name="connsiteY364" fmla="*/ 234606 h 358818"/>
              <a:gd name="connsiteX365" fmla="*/ 329951 w 994371"/>
              <a:gd name="connsiteY365" fmla="*/ 232456 h 358818"/>
              <a:gd name="connsiteX366" fmla="*/ 330854 w 994371"/>
              <a:gd name="connsiteY366" fmla="*/ 230299 h 358818"/>
              <a:gd name="connsiteX367" fmla="*/ 331758 w 994371"/>
              <a:gd name="connsiteY367" fmla="*/ 228132 h 358818"/>
              <a:gd name="connsiteX368" fmla="*/ 332662 w 994371"/>
              <a:gd name="connsiteY368" fmla="*/ 225958 h 358818"/>
              <a:gd name="connsiteX369" fmla="*/ 333567 w 994371"/>
              <a:gd name="connsiteY369" fmla="*/ 223778 h 358818"/>
              <a:gd name="connsiteX370" fmla="*/ 334471 w 994371"/>
              <a:gd name="connsiteY370" fmla="*/ 221589 h 358818"/>
              <a:gd name="connsiteX371" fmla="*/ 335374 w 994371"/>
              <a:gd name="connsiteY371" fmla="*/ 219394 h 358818"/>
              <a:gd name="connsiteX372" fmla="*/ 336278 w 994371"/>
              <a:gd name="connsiteY372" fmla="*/ 217193 h 358818"/>
              <a:gd name="connsiteX373" fmla="*/ 337182 w 994371"/>
              <a:gd name="connsiteY373" fmla="*/ 214987 h 358818"/>
              <a:gd name="connsiteX374" fmla="*/ 338086 w 994371"/>
              <a:gd name="connsiteY374" fmla="*/ 212775 h 358818"/>
              <a:gd name="connsiteX375" fmla="*/ 338991 w 994371"/>
              <a:gd name="connsiteY375" fmla="*/ 210557 h 358818"/>
              <a:gd name="connsiteX376" fmla="*/ 339895 w 994371"/>
              <a:gd name="connsiteY376" fmla="*/ 208334 h 358818"/>
              <a:gd name="connsiteX377" fmla="*/ 340798 w 994371"/>
              <a:gd name="connsiteY377" fmla="*/ 206106 h 358818"/>
              <a:gd name="connsiteX378" fmla="*/ 341702 w 994371"/>
              <a:gd name="connsiteY378" fmla="*/ 203875 h 358818"/>
              <a:gd name="connsiteX379" fmla="*/ 342606 w 994371"/>
              <a:gd name="connsiteY379" fmla="*/ 201640 h 358818"/>
              <a:gd name="connsiteX380" fmla="*/ 343511 w 994371"/>
              <a:gd name="connsiteY380" fmla="*/ 199402 h 358818"/>
              <a:gd name="connsiteX381" fmla="*/ 344415 w 994371"/>
              <a:gd name="connsiteY381" fmla="*/ 197159 h 358818"/>
              <a:gd name="connsiteX382" fmla="*/ 345318 w 994371"/>
              <a:gd name="connsiteY382" fmla="*/ 194915 h 358818"/>
              <a:gd name="connsiteX383" fmla="*/ 346222 w 994371"/>
              <a:gd name="connsiteY383" fmla="*/ 192667 h 358818"/>
              <a:gd name="connsiteX384" fmla="*/ 347126 w 994371"/>
              <a:gd name="connsiteY384" fmla="*/ 190418 h 358818"/>
              <a:gd name="connsiteX385" fmla="*/ 348030 w 994371"/>
              <a:gd name="connsiteY385" fmla="*/ 188167 h 358818"/>
              <a:gd name="connsiteX386" fmla="*/ 348933 w 994371"/>
              <a:gd name="connsiteY386" fmla="*/ 185915 h 358818"/>
              <a:gd name="connsiteX387" fmla="*/ 349839 w 994371"/>
              <a:gd name="connsiteY387" fmla="*/ 183660 h 358818"/>
              <a:gd name="connsiteX388" fmla="*/ 350742 w 994371"/>
              <a:gd name="connsiteY388" fmla="*/ 181406 h 358818"/>
              <a:gd name="connsiteX389" fmla="*/ 351646 w 994371"/>
              <a:gd name="connsiteY389" fmla="*/ 179152 h 358818"/>
              <a:gd name="connsiteX390" fmla="*/ 352550 w 994371"/>
              <a:gd name="connsiteY390" fmla="*/ 176898 h 358818"/>
              <a:gd name="connsiteX391" fmla="*/ 353453 w 994371"/>
              <a:gd name="connsiteY391" fmla="*/ 174643 h 358818"/>
              <a:gd name="connsiteX392" fmla="*/ 354359 w 994371"/>
              <a:gd name="connsiteY392" fmla="*/ 172391 h 358818"/>
              <a:gd name="connsiteX393" fmla="*/ 355262 w 994371"/>
              <a:gd name="connsiteY393" fmla="*/ 170138 h 358818"/>
              <a:gd name="connsiteX394" fmla="*/ 356166 w 994371"/>
              <a:gd name="connsiteY394" fmla="*/ 167887 h 358818"/>
              <a:gd name="connsiteX395" fmla="*/ 357070 w 994371"/>
              <a:gd name="connsiteY395" fmla="*/ 165638 h 358818"/>
              <a:gd name="connsiteX396" fmla="*/ 357974 w 994371"/>
              <a:gd name="connsiteY396" fmla="*/ 163392 h 358818"/>
              <a:gd name="connsiteX397" fmla="*/ 358877 w 994371"/>
              <a:gd name="connsiteY397" fmla="*/ 161148 h 358818"/>
              <a:gd name="connsiteX398" fmla="*/ 359781 w 994371"/>
              <a:gd name="connsiteY398" fmla="*/ 158907 h 358818"/>
              <a:gd name="connsiteX399" fmla="*/ 360686 w 994371"/>
              <a:gd name="connsiteY399" fmla="*/ 156669 h 358818"/>
              <a:gd name="connsiteX400" fmla="*/ 361590 w 994371"/>
              <a:gd name="connsiteY400" fmla="*/ 154433 h 358818"/>
              <a:gd name="connsiteX401" fmla="*/ 362494 w 994371"/>
              <a:gd name="connsiteY401" fmla="*/ 152204 h 358818"/>
              <a:gd name="connsiteX402" fmla="*/ 363397 w 994371"/>
              <a:gd name="connsiteY402" fmla="*/ 149978 h 358818"/>
              <a:gd name="connsiteX403" fmla="*/ 364301 w 994371"/>
              <a:gd name="connsiteY403" fmla="*/ 147755 h 358818"/>
              <a:gd name="connsiteX404" fmla="*/ 365206 w 994371"/>
              <a:gd name="connsiteY404" fmla="*/ 145539 h 358818"/>
              <a:gd name="connsiteX405" fmla="*/ 366110 w 994371"/>
              <a:gd name="connsiteY405" fmla="*/ 143328 h 358818"/>
              <a:gd name="connsiteX406" fmla="*/ 367014 w 994371"/>
              <a:gd name="connsiteY406" fmla="*/ 141122 h 358818"/>
              <a:gd name="connsiteX407" fmla="*/ 367917 w 994371"/>
              <a:gd name="connsiteY407" fmla="*/ 138923 h 358818"/>
              <a:gd name="connsiteX408" fmla="*/ 368821 w 994371"/>
              <a:gd name="connsiteY408" fmla="*/ 136730 h 358818"/>
              <a:gd name="connsiteX409" fmla="*/ 369725 w 994371"/>
              <a:gd name="connsiteY409" fmla="*/ 134544 h 358818"/>
              <a:gd name="connsiteX410" fmla="*/ 370629 w 994371"/>
              <a:gd name="connsiteY410" fmla="*/ 132364 h 358818"/>
              <a:gd name="connsiteX411" fmla="*/ 371534 w 994371"/>
              <a:gd name="connsiteY411" fmla="*/ 130192 h 358818"/>
              <a:gd name="connsiteX412" fmla="*/ 372438 w 994371"/>
              <a:gd name="connsiteY412" fmla="*/ 128028 h 358818"/>
              <a:gd name="connsiteX413" fmla="*/ 373341 w 994371"/>
              <a:gd name="connsiteY413" fmla="*/ 125872 h 358818"/>
              <a:gd name="connsiteX414" fmla="*/ 374245 w 994371"/>
              <a:gd name="connsiteY414" fmla="*/ 123724 h 358818"/>
              <a:gd name="connsiteX415" fmla="*/ 375149 w 994371"/>
              <a:gd name="connsiteY415" fmla="*/ 121586 h 358818"/>
              <a:gd name="connsiteX416" fmla="*/ 376054 w 994371"/>
              <a:gd name="connsiteY416" fmla="*/ 119456 h 358818"/>
              <a:gd name="connsiteX417" fmla="*/ 376958 w 994371"/>
              <a:gd name="connsiteY417" fmla="*/ 117336 h 358818"/>
              <a:gd name="connsiteX418" fmla="*/ 377862 w 994371"/>
              <a:gd name="connsiteY418" fmla="*/ 115226 h 358818"/>
              <a:gd name="connsiteX419" fmla="*/ 378765 w 994371"/>
              <a:gd name="connsiteY419" fmla="*/ 113125 h 358818"/>
              <a:gd name="connsiteX420" fmla="*/ 379669 w 994371"/>
              <a:gd name="connsiteY420" fmla="*/ 111036 h 358818"/>
              <a:gd name="connsiteX421" fmla="*/ 380573 w 994371"/>
              <a:gd name="connsiteY421" fmla="*/ 108957 h 358818"/>
              <a:gd name="connsiteX422" fmla="*/ 381476 w 994371"/>
              <a:gd name="connsiteY422" fmla="*/ 106889 h 358818"/>
              <a:gd name="connsiteX423" fmla="*/ 382382 w 994371"/>
              <a:gd name="connsiteY423" fmla="*/ 104832 h 358818"/>
              <a:gd name="connsiteX424" fmla="*/ 383285 w 994371"/>
              <a:gd name="connsiteY424" fmla="*/ 102788 h 358818"/>
              <a:gd name="connsiteX425" fmla="*/ 384189 w 994371"/>
              <a:gd name="connsiteY425" fmla="*/ 100756 h 358818"/>
              <a:gd name="connsiteX426" fmla="*/ 385093 w 994371"/>
              <a:gd name="connsiteY426" fmla="*/ 98735 h 358818"/>
              <a:gd name="connsiteX427" fmla="*/ 385996 w 994371"/>
              <a:gd name="connsiteY427" fmla="*/ 96728 h 358818"/>
              <a:gd name="connsiteX428" fmla="*/ 386902 w 994371"/>
              <a:gd name="connsiteY428" fmla="*/ 94734 h 358818"/>
              <a:gd name="connsiteX429" fmla="*/ 387805 w 994371"/>
              <a:gd name="connsiteY429" fmla="*/ 92753 h 358818"/>
              <a:gd name="connsiteX430" fmla="*/ 388709 w 994371"/>
              <a:gd name="connsiteY430" fmla="*/ 90786 h 358818"/>
              <a:gd name="connsiteX431" fmla="*/ 389613 w 994371"/>
              <a:gd name="connsiteY431" fmla="*/ 88833 h 358818"/>
              <a:gd name="connsiteX432" fmla="*/ 390517 w 994371"/>
              <a:gd name="connsiteY432" fmla="*/ 86894 h 358818"/>
              <a:gd name="connsiteX433" fmla="*/ 391420 w 994371"/>
              <a:gd name="connsiteY433" fmla="*/ 84969 h 358818"/>
              <a:gd name="connsiteX434" fmla="*/ 392324 w 994371"/>
              <a:gd name="connsiteY434" fmla="*/ 83060 h 358818"/>
              <a:gd name="connsiteX435" fmla="*/ 393229 w 994371"/>
              <a:gd name="connsiteY435" fmla="*/ 81166 h 358818"/>
              <a:gd name="connsiteX436" fmla="*/ 394133 w 994371"/>
              <a:gd name="connsiteY436" fmla="*/ 79287 h 358818"/>
              <a:gd name="connsiteX437" fmla="*/ 395037 w 994371"/>
              <a:gd name="connsiteY437" fmla="*/ 77424 h 358818"/>
              <a:gd name="connsiteX438" fmla="*/ 395940 w 994371"/>
              <a:gd name="connsiteY438" fmla="*/ 75578 h 358818"/>
              <a:gd name="connsiteX439" fmla="*/ 396844 w 994371"/>
              <a:gd name="connsiteY439" fmla="*/ 73747 h 358818"/>
              <a:gd name="connsiteX440" fmla="*/ 397749 w 994371"/>
              <a:gd name="connsiteY440" fmla="*/ 71934 h 358818"/>
              <a:gd name="connsiteX441" fmla="*/ 398653 w 994371"/>
              <a:gd name="connsiteY441" fmla="*/ 70137 h 358818"/>
              <a:gd name="connsiteX442" fmla="*/ 399557 w 994371"/>
              <a:gd name="connsiteY442" fmla="*/ 68358 h 358818"/>
              <a:gd name="connsiteX443" fmla="*/ 400461 w 994371"/>
              <a:gd name="connsiteY443" fmla="*/ 66595 h 358818"/>
              <a:gd name="connsiteX444" fmla="*/ 401364 w 994371"/>
              <a:gd name="connsiteY444" fmla="*/ 64851 h 358818"/>
              <a:gd name="connsiteX445" fmla="*/ 402268 w 994371"/>
              <a:gd name="connsiteY445" fmla="*/ 63125 h 358818"/>
              <a:gd name="connsiteX446" fmla="*/ 403172 w 994371"/>
              <a:gd name="connsiteY446" fmla="*/ 61418 h 358818"/>
              <a:gd name="connsiteX447" fmla="*/ 404077 w 994371"/>
              <a:gd name="connsiteY447" fmla="*/ 59729 h 358818"/>
              <a:gd name="connsiteX448" fmla="*/ 404981 w 994371"/>
              <a:gd name="connsiteY448" fmla="*/ 58059 h 358818"/>
              <a:gd name="connsiteX449" fmla="*/ 405884 w 994371"/>
              <a:gd name="connsiteY449" fmla="*/ 56408 h 358818"/>
              <a:gd name="connsiteX450" fmla="*/ 406788 w 994371"/>
              <a:gd name="connsiteY450" fmla="*/ 54776 h 358818"/>
              <a:gd name="connsiteX451" fmla="*/ 407692 w 994371"/>
              <a:gd name="connsiteY451" fmla="*/ 53165 h 358818"/>
              <a:gd name="connsiteX452" fmla="*/ 408597 w 994371"/>
              <a:gd name="connsiteY452" fmla="*/ 51573 h 358818"/>
              <a:gd name="connsiteX453" fmla="*/ 409501 w 994371"/>
              <a:gd name="connsiteY453" fmla="*/ 50001 h 358818"/>
              <a:gd name="connsiteX454" fmla="*/ 410405 w 994371"/>
              <a:gd name="connsiteY454" fmla="*/ 48450 h 358818"/>
              <a:gd name="connsiteX455" fmla="*/ 411308 w 994371"/>
              <a:gd name="connsiteY455" fmla="*/ 46919 h 358818"/>
              <a:gd name="connsiteX456" fmla="*/ 412212 w 994371"/>
              <a:gd name="connsiteY456" fmla="*/ 45409 h 358818"/>
              <a:gd name="connsiteX457" fmla="*/ 413116 w 994371"/>
              <a:gd name="connsiteY457" fmla="*/ 43921 h 358818"/>
              <a:gd name="connsiteX458" fmla="*/ 414019 w 994371"/>
              <a:gd name="connsiteY458" fmla="*/ 42454 h 358818"/>
              <a:gd name="connsiteX459" fmla="*/ 414925 w 994371"/>
              <a:gd name="connsiteY459" fmla="*/ 41008 h 358818"/>
              <a:gd name="connsiteX460" fmla="*/ 415828 w 994371"/>
              <a:gd name="connsiteY460" fmla="*/ 39585 h 358818"/>
              <a:gd name="connsiteX461" fmla="*/ 416732 w 994371"/>
              <a:gd name="connsiteY461" fmla="*/ 38183 h 358818"/>
              <a:gd name="connsiteX462" fmla="*/ 417636 w 994371"/>
              <a:gd name="connsiteY462" fmla="*/ 36804 h 358818"/>
              <a:gd name="connsiteX463" fmla="*/ 418539 w 994371"/>
              <a:gd name="connsiteY463" fmla="*/ 35447 h 358818"/>
              <a:gd name="connsiteX464" fmla="*/ 419445 w 994371"/>
              <a:gd name="connsiteY464" fmla="*/ 34113 h 358818"/>
              <a:gd name="connsiteX465" fmla="*/ 420349 w 994371"/>
              <a:gd name="connsiteY465" fmla="*/ 32802 h 358818"/>
              <a:gd name="connsiteX466" fmla="*/ 421252 w 994371"/>
              <a:gd name="connsiteY466" fmla="*/ 31514 h 358818"/>
              <a:gd name="connsiteX467" fmla="*/ 422156 w 994371"/>
              <a:gd name="connsiteY467" fmla="*/ 30250 h 358818"/>
              <a:gd name="connsiteX468" fmla="*/ 423060 w 994371"/>
              <a:gd name="connsiteY468" fmla="*/ 29009 h 358818"/>
              <a:gd name="connsiteX469" fmla="*/ 423963 w 994371"/>
              <a:gd name="connsiteY469" fmla="*/ 27791 h 358818"/>
              <a:gd name="connsiteX470" fmla="*/ 424867 w 994371"/>
              <a:gd name="connsiteY470" fmla="*/ 26598 h 358818"/>
              <a:gd name="connsiteX471" fmla="*/ 425772 w 994371"/>
              <a:gd name="connsiteY471" fmla="*/ 25429 h 358818"/>
              <a:gd name="connsiteX472" fmla="*/ 426676 w 994371"/>
              <a:gd name="connsiteY472" fmla="*/ 24284 h 358818"/>
              <a:gd name="connsiteX473" fmla="*/ 427580 w 994371"/>
              <a:gd name="connsiteY473" fmla="*/ 23164 h 358818"/>
              <a:gd name="connsiteX474" fmla="*/ 428483 w 994371"/>
              <a:gd name="connsiteY474" fmla="*/ 22068 h 358818"/>
              <a:gd name="connsiteX475" fmla="*/ 429387 w 994371"/>
              <a:gd name="connsiteY475" fmla="*/ 20997 h 358818"/>
              <a:gd name="connsiteX476" fmla="*/ 430293 w 994371"/>
              <a:gd name="connsiteY476" fmla="*/ 19951 h 358818"/>
              <a:gd name="connsiteX477" fmla="*/ 431196 w 994371"/>
              <a:gd name="connsiteY477" fmla="*/ 18931 h 358818"/>
              <a:gd name="connsiteX478" fmla="*/ 432100 w 994371"/>
              <a:gd name="connsiteY478" fmla="*/ 17935 h 358818"/>
              <a:gd name="connsiteX479" fmla="*/ 433004 w 994371"/>
              <a:gd name="connsiteY479" fmla="*/ 16965 h 358818"/>
              <a:gd name="connsiteX480" fmla="*/ 433907 w 994371"/>
              <a:gd name="connsiteY480" fmla="*/ 16021 h 358818"/>
              <a:gd name="connsiteX481" fmla="*/ 434811 w 994371"/>
              <a:gd name="connsiteY481" fmla="*/ 15103 h 358818"/>
              <a:gd name="connsiteX482" fmla="*/ 435715 w 994371"/>
              <a:gd name="connsiteY482" fmla="*/ 14211 h 358818"/>
              <a:gd name="connsiteX483" fmla="*/ 436620 w 994371"/>
              <a:gd name="connsiteY483" fmla="*/ 13344 h 358818"/>
              <a:gd name="connsiteX484" fmla="*/ 437524 w 994371"/>
              <a:gd name="connsiteY484" fmla="*/ 12504 h 358818"/>
              <a:gd name="connsiteX485" fmla="*/ 438427 w 994371"/>
              <a:gd name="connsiteY485" fmla="*/ 11690 h 358818"/>
              <a:gd name="connsiteX486" fmla="*/ 439331 w 994371"/>
              <a:gd name="connsiteY486" fmla="*/ 10903 h 358818"/>
              <a:gd name="connsiteX487" fmla="*/ 440235 w 994371"/>
              <a:gd name="connsiteY487" fmla="*/ 10142 h 358818"/>
              <a:gd name="connsiteX488" fmla="*/ 441140 w 994371"/>
              <a:gd name="connsiteY488" fmla="*/ 9409 h 358818"/>
              <a:gd name="connsiteX489" fmla="*/ 442044 w 994371"/>
              <a:gd name="connsiteY489" fmla="*/ 8702 h 358818"/>
              <a:gd name="connsiteX490" fmla="*/ 442948 w 994371"/>
              <a:gd name="connsiteY490" fmla="*/ 8021 h 358818"/>
              <a:gd name="connsiteX491" fmla="*/ 443851 w 994371"/>
              <a:gd name="connsiteY491" fmla="*/ 7368 h 358818"/>
              <a:gd name="connsiteX492" fmla="*/ 444755 w 994371"/>
              <a:gd name="connsiteY492" fmla="*/ 6742 h 358818"/>
              <a:gd name="connsiteX493" fmla="*/ 445659 w 994371"/>
              <a:gd name="connsiteY493" fmla="*/ 6144 h 358818"/>
              <a:gd name="connsiteX494" fmla="*/ 446562 w 994371"/>
              <a:gd name="connsiteY494" fmla="*/ 5572 h 358818"/>
              <a:gd name="connsiteX495" fmla="*/ 447468 w 994371"/>
              <a:gd name="connsiteY495" fmla="*/ 5029 h 358818"/>
              <a:gd name="connsiteX496" fmla="*/ 448371 w 994371"/>
              <a:gd name="connsiteY496" fmla="*/ 4512 h 358818"/>
              <a:gd name="connsiteX497" fmla="*/ 449275 w 994371"/>
              <a:gd name="connsiteY497" fmla="*/ 4024 h 358818"/>
              <a:gd name="connsiteX498" fmla="*/ 450179 w 994371"/>
              <a:gd name="connsiteY498" fmla="*/ 3563 h 358818"/>
              <a:gd name="connsiteX499" fmla="*/ 451083 w 994371"/>
              <a:gd name="connsiteY499" fmla="*/ 3130 h 358818"/>
              <a:gd name="connsiteX500" fmla="*/ 451988 w 994371"/>
              <a:gd name="connsiteY500" fmla="*/ 2724 h 358818"/>
              <a:gd name="connsiteX501" fmla="*/ 452892 w 994371"/>
              <a:gd name="connsiteY501" fmla="*/ 2347 h 358818"/>
              <a:gd name="connsiteX502" fmla="*/ 453795 w 994371"/>
              <a:gd name="connsiteY502" fmla="*/ 1997 h 358818"/>
              <a:gd name="connsiteX503" fmla="*/ 454699 w 994371"/>
              <a:gd name="connsiteY503" fmla="*/ 1676 h 358818"/>
              <a:gd name="connsiteX504" fmla="*/ 455603 w 994371"/>
              <a:gd name="connsiteY504" fmla="*/ 1382 h 358818"/>
              <a:gd name="connsiteX505" fmla="*/ 456506 w 994371"/>
              <a:gd name="connsiteY505" fmla="*/ 1117 h 358818"/>
              <a:gd name="connsiteX506" fmla="*/ 457410 w 994371"/>
              <a:gd name="connsiteY506" fmla="*/ 880 h 358818"/>
              <a:gd name="connsiteX507" fmla="*/ 458315 w 994371"/>
              <a:gd name="connsiteY507" fmla="*/ 671 h 358818"/>
              <a:gd name="connsiteX508" fmla="*/ 459219 w 994371"/>
              <a:gd name="connsiteY508" fmla="*/ 490 h 358818"/>
              <a:gd name="connsiteX509" fmla="*/ 460123 w 994371"/>
              <a:gd name="connsiteY509" fmla="*/ 338 h 358818"/>
              <a:gd name="connsiteX510" fmla="*/ 461027 w 994371"/>
              <a:gd name="connsiteY510" fmla="*/ 214 h 358818"/>
              <a:gd name="connsiteX511" fmla="*/ 461930 w 994371"/>
              <a:gd name="connsiteY511" fmla="*/ 118 h 358818"/>
              <a:gd name="connsiteX512" fmla="*/ 462836 w 994371"/>
              <a:gd name="connsiteY512" fmla="*/ 50 h 358818"/>
              <a:gd name="connsiteX513" fmla="*/ 463739 w 994371"/>
              <a:gd name="connsiteY513" fmla="*/ 11 h 358818"/>
              <a:gd name="connsiteX514" fmla="*/ 464643 w 994371"/>
              <a:gd name="connsiteY514" fmla="*/ 0 h 358818"/>
              <a:gd name="connsiteX515" fmla="*/ 465547 w 994371"/>
              <a:gd name="connsiteY515" fmla="*/ 17 h 358818"/>
              <a:gd name="connsiteX516" fmla="*/ 466450 w 994371"/>
              <a:gd name="connsiteY516" fmla="*/ 63 h 358818"/>
              <a:gd name="connsiteX517" fmla="*/ 467354 w 994371"/>
              <a:gd name="connsiteY517" fmla="*/ 137 h 358818"/>
              <a:gd name="connsiteX518" fmla="*/ 468258 w 994371"/>
              <a:gd name="connsiteY518" fmla="*/ 240 h 358818"/>
              <a:gd name="connsiteX519" fmla="*/ 469163 w 994371"/>
              <a:gd name="connsiteY519" fmla="*/ 370 h 358818"/>
              <a:gd name="connsiteX520" fmla="*/ 470067 w 994371"/>
              <a:gd name="connsiteY520" fmla="*/ 529 h 358818"/>
              <a:gd name="connsiteX521" fmla="*/ 470970 w 994371"/>
              <a:gd name="connsiteY521" fmla="*/ 716 h 358818"/>
              <a:gd name="connsiteX522" fmla="*/ 471874 w 994371"/>
              <a:gd name="connsiteY522" fmla="*/ 932 h 358818"/>
              <a:gd name="connsiteX523" fmla="*/ 472778 w 994371"/>
              <a:gd name="connsiteY523" fmla="*/ 1175 h 358818"/>
              <a:gd name="connsiteX524" fmla="*/ 473683 w 994371"/>
              <a:gd name="connsiteY524" fmla="*/ 1447 h 358818"/>
              <a:gd name="connsiteX525" fmla="*/ 474587 w 994371"/>
              <a:gd name="connsiteY525" fmla="*/ 1747 h 358818"/>
              <a:gd name="connsiteX526" fmla="*/ 475491 w 994371"/>
              <a:gd name="connsiteY526" fmla="*/ 2075 h 358818"/>
              <a:gd name="connsiteX527" fmla="*/ 476394 w 994371"/>
              <a:gd name="connsiteY527" fmla="*/ 2431 h 358818"/>
              <a:gd name="connsiteX528" fmla="*/ 477298 w 994371"/>
              <a:gd name="connsiteY528" fmla="*/ 2814 h 358818"/>
              <a:gd name="connsiteX529" fmla="*/ 478202 w 994371"/>
              <a:gd name="connsiteY529" fmla="*/ 3226 h 358818"/>
              <a:gd name="connsiteX530" fmla="*/ 479107 w 994371"/>
              <a:gd name="connsiteY530" fmla="*/ 3666 h 358818"/>
              <a:gd name="connsiteX531" fmla="*/ 480011 w 994371"/>
              <a:gd name="connsiteY531" fmla="*/ 4133 h 358818"/>
              <a:gd name="connsiteX532" fmla="*/ 480914 w 994371"/>
              <a:gd name="connsiteY532" fmla="*/ 4628 h 358818"/>
              <a:gd name="connsiteX533" fmla="*/ 481818 w 994371"/>
              <a:gd name="connsiteY533" fmla="*/ 5150 h 358818"/>
              <a:gd name="connsiteX534" fmla="*/ 482722 w 994371"/>
              <a:gd name="connsiteY534" fmla="*/ 5700 h 358818"/>
              <a:gd name="connsiteX535" fmla="*/ 483626 w 994371"/>
              <a:gd name="connsiteY535" fmla="*/ 6278 h 358818"/>
              <a:gd name="connsiteX536" fmla="*/ 484529 w 994371"/>
              <a:gd name="connsiteY536" fmla="*/ 6883 h 358818"/>
              <a:gd name="connsiteX537" fmla="*/ 485435 w 994371"/>
              <a:gd name="connsiteY537" fmla="*/ 7515 h 358818"/>
              <a:gd name="connsiteX538" fmla="*/ 486338 w 994371"/>
              <a:gd name="connsiteY538" fmla="*/ 8174 h 358818"/>
              <a:gd name="connsiteX539" fmla="*/ 487242 w 994371"/>
              <a:gd name="connsiteY539" fmla="*/ 8860 h 358818"/>
              <a:gd name="connsiteX540" fmla="*/ 488146 w 994371"/>
              <a:gd name="connsiteY540" fmla="*/ 9574 h 358818"/>
              <a:gd name="connsiteX541" fmla="*/ 489049 w 994371"/>
              <a:gd name="connsiteY541" fmla="*/ 10314 h 358818"/>
              <a:gd name="connsiteX542" fmla="*/ 489955 w 994371"/>
              <a:gd name="connsiteY542" fmla="*/ 11080 h 358818"/>
              <a:gd name="connsiteX543" fmla="*/ 490858 w 994371"/>
              <a:gd name="connsiteY543" fmla="*/ 11874 h 358818"/>
              <a:gd name="connsiteX544" fmla="*/ 491762 w 994371"/>
              <a:gd name="connsiteY544" fmla="*/ 12693 h 358818"/>
              <a:gd name="connsiteX545" fmla="*/ 492666 w 994371"/>
              <a:gd name="connsiteY545" fmla="*/ 13539 h 358818"/>
              <a:gd name="connsiteX546" fmla="*/ 493570 w 994371"/>
              <a:gd name="connsiteY546" fmla="*/ 14412 h 358818"/>
              <a:gd name="connsiteX547" fmla="*/ 494473 w 994371"/>
              <a:gd name="connsiteY547" fmla="*/ 15310 h 358818"/>
              <a:gd name="connsiteX548" fmla="*/ 495377 w 994371"/>
              <a:gd name="connsiteY548" fmla="*/ 16234 h 358818"/>
              <a:gd name="connsiteX549" fmla="*/ 496282 w 994371"/>
              <a:gd name="connsiteY549" fmla="*/ 17184 h 358818"/>
              <a:gd name="connsiteX550" fmla="*/ 497186 w 994371"/>
              <a:gd name="connsiteY550" fmla="*/ 18160 h 358818"/>
              <a:gd name="connsiteX551" fmla="*/ 498090 w 994371"/>
              <a:gd name="connsiteY551" fmla="*/ 19161 h 358818"/>
              <a:gd name="connsiteX552" fmla="*/ 498993 w 994371"/>
              <a:gd name="connsiteY552" fmla="*/ 20188 h 358818"/>
              <a:gd name="connsiteX553" fmla="*/ 499897 w 994371"/>
              <a:gd name="connsiteY553" fmla="*/ 21239 h 358818"/>
              <a:gd name="connsiteX554" fmla="*/ 500802 w 994371"/>
              <a:gd name="connsiteY554" fmla="*/ 22316 h 358818"/>
              <a:gd name="connsiteX555" fmla="*/ 501706 w 994371"/>
              <a:gd name="connsiteY555" fmla="*/ 23417 h 358818"/>
              <a:gd name="connsiteX556" fmla="*/ 502610 w 994371"/>
              <a:gd name="connsiteY556" fmla="*/ 24543 h 358818"/>
              <a:gd name="connsiteX557" fmla="*/ 503514 w 994371"/>
              <a:gd name="connsiteY557" fmla="*/ 25693 h 358818"/>
              <a:gd name="connsiteX558" fmla="*/ 504417 w 994371"/>
              <a:gd name="connsiteY558" fmla="*/ 26868 h 358818"/>
              <a:gd name="connsiteX559" fmla="*/ 505321 w 994371"/>
              <a:gd name="connsiteY559" fmla="*/ 28067 h 358818"/>
              <a:gd name="connsiteX560" fmla="*/ 506225 w 994371"/>
              <a:gd name="connsiteY560" fmla="*/ 29289 h 358818"/>
              <a:gd name="connsiteX561" fmla="*/ 507130 w 994371"/>
              <a:gd name="connsiteY561" fmla="*/ 30536 h 358818"/>
              <a:gd name="connsiteX562" fmla="*/ 508034 w 994371"/>
              <a:gd name="connsiteY562" fmla="*/ 31806 h 358818"/>
              <a:gd name="connsiteX563" fmla="*/ 508937 w 994371"/>
              <a:gd name="connsiteY563" fmla="*/ 33099 h 358818"/>
              <a:gd name="connsiteX564" fmla="*/ 509841 w 994371"/>
              <a:gd name="connsiteY564" fmla="*/ 34415 h 358818"/>
              <a:gd name="connsiteX565" fmla="*/ 510745 w 994371"/>
              <a:gd name="connsiteY565" fmla="*/ 35754 h 358818"/>
              <a:gd name="connsiteX566" fmla="*/ 511650 w 994371"/>
              <a:gd name="connsiteY566" fmla="*/ 37116 h 358818"/>
              <a:gd name="connsiteX567" fmla="*/ 512554 w 994371"/>
              <a:gd name="connsiteY567" fmla="*/ 38501 h 358818"/>
              <a:gd name="connsiteX568" fmla="*/ 513458 w 994371"/>
              <a:gd name="connsiteY568" fmla="*/ 39907 h 358818"/>
              <a:gd name="connsiteX569" fmla="*/ 514361 w 994371"/>
              <a:gd name="connsiteY569" fmla="*/ 41336 h 358818"/>
              <a:gd name="connsiteX570" fmla="*/ 515265 w 994371"/>
              <a:gd name="connsiteY570" fmla="*/ 42786 h 358818"/>
              <a:gd name="connsiteX571" fmla="*/ 516169 w 994371"/>
              <a:gd name="connsiteY571" fmla="*/ 44258 h 358818"/>
              <a:gd name="connsiteX572" fmla="*/ 517072 w 994371"/>
              <a:gd name="connsiteY572" fmla="*/ 45752 h 358818"/>
              <a:gd name="connsiteX573" fmla="*/ 517978 w 994371"/>
              <a:gd name="connsiteY573" fmla="*/ 47266 h 358818"/>
              <a:gd name="connsiteX574" fmla="*/ 518881 w 994371"/>
              <a:gd name="connsiteY574" fmla="*/ 48802 h 358818"/>
              <a:gd name="connsiteX575" fmla="*/ 519785 w 994371"/>
              <a:gd name="connsiteY575" fmla="*/ 50357 h 358818"/>
              <a:gd name="connsiteX576" fmla="*/ 520689 w 994371"/>
              <a:gd name="connsiteY576" fmla="*/ 51934 h 358818"/>
              <a:gd name="connsiteX577" fmla="*/ 521592 w 994371"/>
              <a:gd name="connsiteY577" fmla="*/ 53530 h 358818"/>
              <a:gd name="connsiteX578" fmla="*/ 522498 w 994371"/>
              <a:gd name="connsiteY578" fmla="*/ 55147 h 358818"/>
              <a:gd name="connsiteX579" fmla="*/ 523402 w 994371"/>
              <a:gd name="connsiteY579" fmla="*/ 56783 h 358818"/>
              <a:gd name="connsiteX580" fmla="*/ 524305 w 994371"/>
              <a:gd name="connsiteY580" fmla="*/ 58438 h 358818"/>
              <a:gd name="connsiteX581" fmla="*/ 525209 w 994371"/>
              <a:gd name="connsiteY581" fmla="*/ 60112 h 358818"/>
              <a:gd name="connsiteX582" fmla="*/ 526113 w 994371"/>
              <a:gd name="connsiteY582" fmla="*/ 61806 h 358818"/>
              <a:gd name="connsiteX583" fmla="*/ 527016 w 994371"/>
              <a:gd name="connsiteY583" fmla="*/ 63517 h 358818"/>
              <a:gd name="connsiteX584" fmla="*/ 527920 w 994371"/>
              <a:gd name="connsiteY584" fmla="*/ 65248 h 358818"/>
              <a:gd name="connsiteX585" fmla="*/ 528825 w 994371"/>
              <a:gd name="connsiteY585" fmla="*/ 66996 h 358818"/>
              <a:gd name="connsiteX586" fmla="*/ 529729 w 994371"/>
              <a:gd name="connsiteY586" fmla="*/ 68762 h 358818"/>
              <a:gd name="connsiteX587" fmla="*/ 530633 w 994371"/>
              <a:gd name="connsiteY587" fmla="*/ 70545 h 358818"/>
              <a:gd name="connsiteX588" fmla="*/ 531536 w 994371"/>
              <a:gd name="connsiteY588" fmla="*/ 72346 h 358818"/>
              <a:gd name="connsiteX589" fmla="*/ 532440 w 994371"/>
              <a:gd name="connsiteY589" fmla="*/ 74163 h 358818"/>
              <a:gd name="connsiteX590" fmla="*/ 533346 w 994371"/>
              <a:gd name="connsiteY590" fmla="*/ 75997 h 358818"/>
              <a:gd name="connsiteX591" fmla="*/ 534249 w 994371"/>
              <a:gd name="connsiteY591" fmla="*/ 77848 h 358818"/>
              <a:gd name="connsiteX592" fmla="*/ 535153 w 994371"/>
              <a:gd name="connsiteY592" fmla="*/ 79714 h 358818"/>
              <a:gd name="connsiteX593" fmla="*/ 536057 w 994371"/>
              <a:gd name="connsiteY593" fmla="*/ 81596 h 358818"/>
              <a:gd name="connsiteX594" fmla="*/ 536960 w 994371"/>
              <a:gd name="connsiteY594" fmla="*/ 83494 h 358818"/>
              <a:gd name="connsiteX595" fmla="*/ 537864 w 994371"/>
              <a:gd name="connsiteY595" fmla="*/ 85407 h 358818"/>
              <a:gd name="connsiteX596" fmla="*/ 538768 w 994371"/>
              <a:gd name="connsiteY596" fmla="*/ 87335 h 358818"/>
              <a:gd name="connsiteX597" fmla="*/ 539673 w 994371"/>
              <a:gd name="connsiteY597" fmla="*/ 89277 h 358818"/>
              <a:gd name="connsiteX598" fmla="*/ 540577 w 994371"/>
              <a:gd name="connsiteY598" fmla="*/ 91233 h 358818"/>
              <a:gd name="connsiteX599" fmla="*/ 541480 w 994371"/>
              <a:gd name="connsiteY599" fmla="*/ 93204 h 358818"/>
              <a:gd name="connsiteX600" fmla="*/ 542384 w 994371"/>
              <a:gd name="connsiteY600" fmla="*/ 95188 h 358818"/>
              <a:gd name="connsiteX601" fmla="*/ 543288 w 994371"/>
              <a:gd name="connsiteY601" fmla="*/ 97185 h 358818"/>
              <a:gd name="connsiteX602" fmla="*/ 544193 w 994371"/>
              <a:gd name="connsiteY602" fmla="*/ 99195 h 358818"/>
              <a:gd name="connsiteX603" fmla="*/ 545097 w 994371"/>
              <a:gd name="connsiteY603" fmla="*/ 101218 h 358818"/>
              <a:gd name="connsiteX604" fmla="*/ 546001 w 994371"/>
              <a:gd name="connsiteY604" fmla="*/ 103253 h 358818"/>
              <a:gd name="connsiteX605" fmla="*/ 546904 w 994371"/>
              <a:gd name="connsiteY605" fmla="*/ 105300 h 358818"/>
              <a:gd name="connsiteX606" fmla="*/ 547808 w 994371"/>
              <a:gd name="connsiteY606" fmla="*/ 107359 h 358818"/>
              <a:gd name="connsiteX607" fmla="*/ 548712 w 994371"/>
              <a:gd name="connsiteY607" fmla="*/ 109430 h 358818"/>
              <a:gd name="connsiteX608" fmla="*/ 549615 w 994371"/>
              <a:gd name="connsiteY608" fmla="*/ 111511 h 358818"/>
              <a:gd name="connsiteX609" fmla="*/ 550521 w 994371"/>
              <a:gd name="connsiteY609" fmla="*/ 113603 h 358818"/>
              <a:gd name="connsiteX610" fmla="*/ 551424 w 994371"/>
              <a:gd name="connsiteY610" fmla="*/ 115706 h 358818"/>
              <a:gd name="connsiteX611" fmla="*/ 552328 w 994371"/>
              <a:gd name="connsiteY611" fmla="*/ 117819 h 358818"/>
              <a:gd name="connsiteX612" fmla="*/ 553232 w 994371"/>
              <a:gd name="connsiteY612" fmla="*/ 119941 h 358818"/>
              <a:gd name="connsiteX613" fmla="*/ 554136 w 994371"/>
              <a:gd name="connsiteY613" fmla="*/ 122073 h 358818"/>
              <a:gd name="connsiteX614" fmla="*/ 555041 w 994371"/>
              <a:gd name="connsiteY614" fmla="*/ 124213 h 358818"/>
              <a:gd name="connsiteX615" fmla="*/ 555945 w 994371"/>
              <a:gd name="connsiteY615" fmla="*/ 126363 h 358818"/>
              <a:gd name="connsiteX616" fmla="*/ 556848 w 994371"/>
              <a:gd name="connsiteY616" fmla="*/ 128521 h 358818"/>
              <a:gd name="connsiteX617" fmla="*/ 557752 w 994371"/>
              <a:gd name="connsiteY617" fmla="*/ 130687 h 358818"/>
              <a:gd name="connsiteX618" fmla="*/ 558656 w 994371"/>
              <a:gd name="connsiteY618" fmla="*/ 132860 h 358818"/>
              <a:gd name="connsiteX619" fmla="*/ 559559 w 994371"/>
              <a:gd name="connsiteY619" fmla="*/ 135040 h 358818"/>
              <a:gd name="connsiteX620" fmla="*/ 560463 w 994371"/>
              <a:gd name="connsiteY620" fmla="*/ 137228 h 358818"/>
              <a:gd name="connsiteX621" fmla="*/ 561368 w 994371"/>
              <a:gd name="connsiteY621" fmla="*/ 139424 h 358818"/>
              <a:gd name="connsiteX622" fmla="*/ 562272 w 994371"/>
              <a:gd name="connsiteY622" fmla="*/ 141625 h 358818"/>
              <a:gd name="connsiteX623" fmla="*/ 563176 w 994371"/>
              <a:gd name="connsiteY623" fmla="*/ 143831 h 358818"/>
              <a:gd name="connsiteX624" fmla="*/ 564080 w 994371"/>
              <a:gd name="connsiteY624" fmla="*/ 146044 h 358818"/>
              <a:gd name="connsiteX625" fmla="*/ 564983 w 994371"/>
              <a:gd name="connsiteY625" fmla="*/ 148262 h 358818"/>
              <a:gd name="connsiteX626" fmla="*/ 565889 w 994371"/>
              <a:gd name="connsiteY626" fmla="*/ 150485 h 358818"/>
              <a:gd name="connsiteX627" fmla="*/ 566792 w 994371"/>
              <a:gd name="connsiteY627" fmla="*/ 152712 h 358818"/>
              <a:gd name="connsiteX628" fmla="*/ 567696 w 994371"/>
              <a:gd name="connsiteY628" fmla="*/ 154943 h 358818"/>
              <a:gd name="connsiteX629" fmla="*/ 568600 w 994371"/>
              <a:gd name="connsiteY629" fmla="*/ 157179 h 358818"/>
              <a:gd name="connsiteX630" fmla="*/ 569503 w 994371"/>
              <a:gd name="connsiteY630" fmla="*/ 159417 h 358818"/>
              <a:gd name="connsiteX631" fmla="*/ 570407 w 994371"/>
              <a:gd name="connsiteY631" fmla="*/ 161659 h 358818"/>
              <a:gd name="connsiteX632" fmla="*/ 571311 w 994371"/>
              <a:gd name="connsiteY632" fmla="*/ 163904 h 358818"/>
              <a:gd name="connsiteX633" fmla="*/ 572216 w 994371"/>
              <a:gd name="connsiteY633" fmla="*/ 166151 h 358818"/>
              <a:gd name="connsiteX634" fmla="*/ 573120 w 994371"/>
              <a:gd name="connsiteY634" fmla="*/ 168401 h 358818"/>
              <a:gd name="connsiteX635" fmla="*/ 574023 w 994371"/>
              <a:gd name="connsiteY635" fmla="*/ 170652 h 358818"/>
              <a:gd name="connsiteX636" fmla="*/ 574927 w 994371"/>
              <a:gd name="connsiteY636" fmla="*/ 172904 h 358818"/>
              <a:gd name="connsiteX637" fmla="*/ 575831 w 994371"/>
              <a:gd name="connsiteY637" fmla="*/ 175158 h 358818"/>
              <a:gd name="connsiteX638" fmla="*/ 576736 w 994371"/>
              <a:gd name="connsiteY638" fmla="*/ 177413 h 358818"/>
              <a:gd name="connsiteX639" fmla="*/ 577640 w 994371"/>
              <a:gd name="connsiteY639" fmla="*/ 179667 h 358818"/>
              <a:gd name="connsiteX640" fmla="*/ 578544 w 994371"/>
              <a:gd name="connsiteY640" fmla="*/ 181921 h 358818"/>
              <a:gd name="connsiteX641" fmla="*/ 579447 w 994371"/>
              <a:gd name="connsiteY641" fmla="*/ 184175 h 358818"/>
              <a:gd name="connsiteX642" fmla="*/ 580351 w 994371"/>
              <a:gd name="connsiteY642" fmla="*/ 186428 h 358818"/>
              <a:gd name="connsiteX643" fmla="*/ 581255 w 994371"/>
              <a:gd name="connsiteY643" fmla="*/ 188681 h 358818"/>
              <a:gd name="connsiteX644" fmla="*/ 582158 w 994371"/>
              <a:gd name="connsiteY644" fmla="*/ 190931 h 358818"/>
              <a:gd name="connsiteX645" fmla="*/ 583064 w 994371"/>
              <a:gd name="connsiteY645" fmla="*/ 193181 h 358818"/>
              <a:gd name="connsiteX646" fmla="*/ 583967 w 994371"/>
              <a:gd name="connsiteY646" fmla="*/ 195427 h 358818"/>
              <a:gd name="connsiteX647" fmla="*/ 584871 w 994371"/>
              <a:gd name="connsiteY647" fmla="*/ 197671 h 358818"/>
              <a:gd name="connsiteX648" fmla="*/ 585775 w 994371"/>
              <a:gd name="connsiteY648" fmla="*/ 199912 h 358818"/>
              <a:gd name="connsiteX649" fmla="*/ 586679 w 994371"/>
              <a:gd name="connsiteY649" fmla="*/ 202150 h 358818"/>
              <a:gd name="connsiteX650" fmla="*/ 587584 w 994371"/>
              <a:gd name="connsiteY650" fmla="*/ 204385 h 358818"/>
              <a:gd name="connsiteX651" fmla="*/ 588488 w 994371"/>
              <a:gd name="connsiteY651" fmla="*/ 206615 h 358818"/>
              <a:gd name="connsiteX652" fmla="*/ 589391 w 994371"/>
              <a:gd name="connsiteY652" fmla="*/ 208841 h 358818"/>
              <a:gd name="connsiteX653" fmla="*/ 590295 w 994371"/>
              <a:gd name="connsiteY653" fmla="*/ 211064 h 358818"/>
              <a:gd name="connsiteX654" fmla="*/ 591199 w 994371"/>
              <a:gd name="connsiteY654" fmla="*/ 213280 h 358818"/>
              <a:gd name="connsiteX655" fmla="*/ 592102 w 994371"/>
              <a:gd name="connsiteY655" fmla="*/ 215491 h 358818"/>
              <a:gd name="connsiteX656" fmla="*/ 593006 w 994371"/>
              <a:gd name="connsiteY656" fmla="*/ 217697 h 358818"/>
              <a:gd name="connsiteX657" fmla="*/ 593911 w 994371"/>
              <a:gd name="connsiteY657" fmla="*/ 219896 h 358818"/>
              <a:gd name="connsiteX658" fmla="*/ 594815 w 994371"/>
              <a:gd name="connsiteY658" fmla="*/ 222089 h 358818"/>
              <a:gd name="connsiteX659" fmla="*/ 595719 w 994371"/>
              <a:gd name="connsiteY659" fmla="*/ 224275 h 358818"/>
              <a:gd name="connsiteX660" fmla="*/ 596623 w 994371"/>
              <a:gd name="connsiteY660" fmla="*/ 226455 h 358818"/>
              <a:gd name="connsiteX661" fmla="*/ 597526 w 994371"/>
              <a:gd name="connsiteY661" fmla="*/ 228627 h 358818"/>
              <a:gd name="connsiteX662" fmla="*/ 598432 w 994371"/>
              <a:gd name="connsiteY662" fmla="*/ 230790 h 358818"/>
              <a:gd name="connsiteX663" fmla="*/ 599335 w 994371"/>
              <a:gd name="connsiteY663" fmla="*/ 232946 h 358818"/>
              <a:gd name="connsiteX664" fmla="*/ 600239 w 994371"/>
              <a:gd name="connsiteY664" fmla="*/ 235094 h 358818"/>
              <a:gd name="connsiteX665" fmla="*/ 601143 w 994371"/>
              <a:gd name="connsiteY665" fmla="*/ 237232 h 358818"/>
              <a:gd name="connsiteX666" fmla="*/ 602046 w 994371"/>
              <a:gd name="connsiteY666" fmla="*/ 239362 h 358818"/>
              <a:gd name="connsiteX667" fmla="*/ 602950 w 994371"/>
              <a:gd name="connsiteY667" fmla="*/ 241483 h 358818"/>
              <a:gd name="connsiteX668" fmla="*/ 603854 w 994371"/>
              <a:gd name="connsiteY668" fmla="*/ 243593 h 358818"/>
              <a:gd name="connsiteX669" fmla="*/ 604759 w 994371"/>
              <a:gd name="connsiteY669" fmla="*/ 245693 h 358818"/>
              <a:gd name="connsiteX670" fmla="*/ 605663 w 994371"/>
              <a:gd name="connsiteY670" fmla="*/ 247783 h 358818"/>
              <a:gd name="connsiteX671" fmla="*/ 606567 w 994371"/>
              <a:gd name="connsiteY671" fmla="*/ 249862 h 358818"/>
              <a:gd name="connsiteX672" fmla="*/ 607470 w 994371"/>
              <a:gd name="connsiteY672" fmla="*/ 251931 h 358818"/>
              <a:gd name="connsiteX673" fmla="*/ 608374 w 994371"/>
              <a:gd name="connsiteY673" fmla="*/ 253986 h 358818"/>
              <a:gd name="connsiteX674" fmla="*/ 609278 w 994371"/>
              <a:gd name="connsiteY674" fmla="*/ 256031 h 358818"/>
              <a:gd name="connsiteX675" fmla="*/ 610183 w 994371"/>
              <a:gd name="connsiteY675" fmla="*/ 258064 h 358818"/>
              <a:gd name="connsiteX676" fmla="*/ 611087 w 994371"/>
              <a:gd name="connsiteY676" fmla="*/ 260084 h 358818"/>
              <a:gd name="connsiteX677" fmla="*/ 611990 w 994371"/>
              <a:gd name="connsiteY677" fmla="*/ 262091 h 358818"/>
              <a:gd name="connsiteX678" fmla="*/ 612894 w 994371"/>
              <a:gd name="connsiteY678" fmla="*/ 264086 h 358818"/>
              <a:gd name="connsiteX679" fmla="*/ 613798 w 994371"/>
              <a:gd name="connsiteY679" fmla="*/ 266066 h 358818"/>
              <a:gd name="connsiteX680" fmla="*/ 614703 w 994371"/>
              <a:gd name="connsiteY680" fmla="*/ 268033 h 358818"/>
              <a:gd name="connsiteX681" fmla="*/ 615607 w 994371"/>
              <a:gd name="connsiteY681" fmla="*/ 269986 h 358818"/>
              <a:gd name="connsiteX682" fmla="*/ 616510 w 994371"/>
              <a:gd name="connsiteY682" fmla="*/ 271925 h 358818"/>
              <a:gd name="connsiteX683" fmla="*/ 617414 w 994371"/>
              <a:gd name="connsiteY683" fmla="*/ 273849 h 358818"/>
              <a:gd name="connsiteX684" fmla="*/ 618318 w 994371"/>
              <a:gd name="connsiteY684" fmla="*/ 275759 h 358818"/>
              <a:gd name="connsiteX685" fmla="*/ 619222 w 994371"/>
              <a:gd name="connsiteY685" fmla="*/ 277653 h 358818"/>
              <a:gd name="connsiteX686" fmla="*/ 620125 w 994371"/>
              <a:gd name="connsiteY686" fmla="*/ 279532 h 358818"/>
              <a:gd name="connsiteX687" fmla="*/ 621031 w 994371"/>
              <a:gd name="connsiteY687" fmla="*/ 281394 h 358818"/>
              <a:gd name="connsiteX688" fmla="*/ 621934 w 994371"/>
              <a:gd name="connsiteY688" fmla="*/ 283241 h 358818"/>
              <a:gd name="connsiteX689" fmla="*/ 622838 w 994371"/>
              <a:gd name="connsiteY689" fmla="*/ 285072 h 358818"/>
              <a:gd name="connsiteX690" fmla="*/ 623742 w 994371"/>
              <a:gd name="connsiteY690" fmla="*/ 286886 h 358818"/>
              <a:gd name="connsiteX691" fmla="*/ 624645 w 994371"/>
              <a:gd name="connsiteY691" fmla="*/ 288681 h 358818"/>
              <a:gd name="connsiteX692" fmla="*/ 625551 w 994371"/>
              <a:gd name="connsiteY692" fmla="*/ 290461 h 358818"/>
              <a:gd name="connsiteX693" fmla="*/ 626455 w 994371"/>
              <a:gd name="connsiteY693" fmla="*/ 292223 h 358818"/>
              <a:gd name="connsiteX694" fmla="*/ 627358 w 994371"/>
              <a:gd name="connsiteY694" fmla="*/ 293967 h 358818"/>
              <a:gd name="connsiteX695" fmla="*/ 628262 w 994371"/>
              <a:gd name="connsiteY695" fmla="*/ 295693 h 358818"/>
              <a:gd name="connsiteX696" fmla="*/ 629166 w 994371"/>
              <a:gd name="connsiteY696" fmla="*/ 297401 h 358818"/>
              <a:gd name="connsiteX697" fmla="*/ 630069 w 994371"/>
              <a:gd name="connsiteY697" fmla="*/ 299090 h 358818"/>
              <a:gd name="connsiteX698" fmla="*/ 630973 w 994371"/>
              <a:gd name="connsiteY698" fmla="*/ 300760 h 358818"/>
              <a:gd name="connsiteX699" fmla="*/ 631878 w 994371"/>
              <a:gd name="connsiteY699" fmla="*/ 302411 h 358818"/>
              <a:gd name="connsiteX700" fmla="*/ 632782 w 994371"/>
              <a:gd name="connsiteY700" fmla="*/ 304043 h 358818"/>
              <a:gd name="connsiteX701" fmla="*/ 633686 w 994371"/>
              <a:gd name="connsiteY701" fmla="*/ 305654 h 358818"/>
              <a:gd name="connsiteX702" fmla="*/ 634589 w 994371"/>
              <a:gd name="connsiteY702" fmla="*/ 307245 h 358818"/>
              <a:gd name="connsiteX703" fmla="*/ 635493 w 994371"/>
              <a:gd name="connsiteY703" fmla="*/ 308818 h 358818"/>
              <a:gd name="connsiteX704" fmla="*/ 636398 w 994371"/>
              <a:gd name="connsiteY704" fmla="*/ 310370 h 358818"/>
              <a:gd name="connsiteX705" fmla="*/ 637302 w 994371"/>
              <a:gd name="connsiteY705" fmla="*/ 311900 h 358818"/>
              <a:gd name="connsiteX706" fmla="*/ 638206 w 994371"/>
              <a:gd name="connsiteY706" fmla="*/ 313410 h 358818"/>
              <a:gd name="connsiteX707" fmla="*/ 639110 w 994371"/>
              <a:gd name="connsiteY707" fmla="*/ 314898 h 358818"/>
              <a:gd name="connsiteX708" fmla="*/ 640013 w 994371"/>
              <a:gd name="connsiteY708" fmla="*/ 316365 h 358818"/>
              <a:gd name="connsiteX709" fmla="*/ 640917 w 994371"/>
              <a:gd name="connsiteY709" fmla="*/ 317811 h 358818"/>
              <a:gd name="connsiteX710" fmla="*/ 641821 w 994371"/>
              <a:gd name="connsiteY710" fmla="*/ 319234 h 358818"/>
              <a:gd name="connsiteX711" fmla="*/ 642726 w 994371"/>
              <a:gd name="connsiteY711" fmla="*/ 320636 h 358818"/>
              <a:gd name="connsiteX712" fmla="*/ 643630 w 994371"/>
              <a:gd name="connsiteY712" fmla="*/ 322015 h 358818"/>
              <a:gd name="connsiteX713" fmla="*/ 644533 w 994371"/>
              <a:gd name="connsiteY713" fmla="*/ 323372 h 358818"/>
              <a:gd name="connsiteX714" fmla="*/ 645437 w 994371"/>
              <a:gd name="connsiteY714" fmla="*/ 324706 h 358818"/>
              <a:gd name="connsiteX715" fmla="*/ 646341 w 994371"/>
              <a:gd name="connsiteY715" fmla="*/ 326017 h 358818"/>
              <a:gd name="connsiteX716" fmla="*/ 647246 w 994371"/>
              <a:gd name="connsiteY716" fmla="*/ 327304 h 358818"/>
              <a:gd name="connsiteX717" fmla="*/ 648150 w 994371"/>
              <a:gd name="connsiteY717" fmla="*/ 328568 h 358818"/>
              <a:gd name="connsiteX718" fmla="*/ 649054 w 994371"/>
              <a:gd name="connsiteY718" fmla="*/ 329811 h 358818"/>
              <a:gd name="connsiteX719" fmla="*/ 649957 w 994371"/>
              <a:gd name="connsiteY719" fmla="*/ 331027 h 358818"/>
              <a:gd name="connsiteX720" fmla="*/ 650861 w 994371"/>
              <a:gd name="connsiteY720" fmla="*/ 332221 h 358818"/>
              <a:gd name="connsiteX721" fmla="*/ 651765 w 994371"/>
              <a:gd name="connsiteY721" fmla="*/ 333389 h 358818"/>
              <a:gd name="connsiteX722" fmla="*/ 652668 w 994371"/>
              <a:gd name="connsiteY722" fmla="*/ 334535 h 358818"/>
              <a:gd name="connsiteX723" fmla="*/ 653574 w 994371"/>
              <a:gd name="connsiteY723" fmla="*/ 335655 h 358818"/>
              <a:gd name="connsiteX724" fmla="*/ 654477 w 994371"/>
              <a:gd name="connsiteY724" fmla="*/ 336752 h 358818"/>
              <a:gd name="connsiteX725" fmla="*/ 655381 w 994371"/>
              <a:gd name="connsiteY725" fmla="*/ 337821 h 358818"/>
              <a:gd name="connsiteX726" fmla="*/ 656285 w 994371"/>
              <a:gd name="connsiteY726" fmla="*/ 338868 h 358818"/>
              <a:gd name="connsiteX727" fmla="*/ 657189 w 994371"/>
              <a:gd name="connsiteY727" fmla="*/ 339888 h 358818"/>
              <a:gd name="connsiteX728" fmla="*/ 658094 w 994371"/>
              <a:gd name="connsiteY728" fmla="*/ 340883 h 358818"/>
              <a:gd name="connsiteX729" fmla="*/ 658998 w 994371"/>
              <a:gd name="connsiteY729" fmla="*/ 341853 h 358818"/>
              <a:gd name="connsiteX730" fmla="*/ 659901 w 994371"/>
              <a:gd name="connsiteY730" fmla="*/ 342797 h 358818"/>
              <a:gd name="connsiteX731" fmla="*/ 660805 w 994371"/>
              <a:gd name="connsiteY731" fmla="*/ 343715 h 358818"/>
              <a:gd name="connsiteX732" fmla="*/ 661709 w 994371"/>
              <a:gd name="connsiteY732" fmla="*/ 344607 h 358818"/>
              <a:gd name="connsiteX733" fmla="*/ 662612 w 994371"/>
              <a:gd name="connsiteY733" fmla="*/ 345474 h 358818"/>
              <a:gd name="connsiteX734" fmla="*/ 663516 w 994371"/>
              <a:gd name="connsiteY734" fmla="*/ 346315 h 358818"/>
              <a:gd name="connsiteX735" fmla="*/ 664421 w 994371"/>
              <a:gd name="connsiteY735" fmla="*/ 347129 h 358818"/>
              <a:gd name="connsiteX736" fmla="*/ 665325 w 994371"/>
              <a:gd name="connsiteY736" fmla="*/ 347915 h 358818"/>
              <a:gd name="connsiteX737" fmla="*/ 666229 w 994371"/>
              <a:gd name="connsiteY737" fmla="*/ 348676 h 358818"/>
              <a:gd name="connsiteX738" fmla="*/ 667132 w 994371"/>
              <a:gd name="connsiteY738" fmla="*/ 349410 h 358818"/>
              <a:gd name="connsiteX739" fmla="*/ 668036 w 994371"/>
              <a:gd name="connsiteY739" fmla="*/ 350118 h 358818"/>
              <a:gd name="connsiteX740" fmla="*/ 668940 w 994371"/>
              <a:gd name="connsiteY740" fmla="*/ 350797 h 358818"/>
              <a:gd name="connsiteX741" fmla="*/ 669845 w 994371"/>
              <a:gd name="connsiteY741" fmla="*/ 351450 h 358818"/>
              <a:gd name="connsiteX742" fmla="*/ 670749 w 994371"/>
              <a:gd name="connsiteY742" fmla="*/ 352076 h 358818"/>
              <a:gd name="connsiteX743" fmla="*/ 671653 w 994371"/>
              <a:gd name="connsiteY743" fmla="*/ 352674 h 358818"/>
              <a:gd name="connsiteX744" fmla="*/ 672556 w 994371"/>
              <a:gd name="connsiteY744" fmla="*/ 353246 h 358818"/>
              <a:gd name="connsiteX745" fmla="*/ 673460 w 994371"/>
              <a:gd name="connsiteY745" fmla="*/ 353790 h 358818"/>
              <a:gd name="connsiteX746" fmla="*/ 674364 w 994371"/>
              <a:gd name="connsiteY746" fmla="*/ 354305 h 358818"/>
              <a:gd name="connsiteX747" fmla="*/ 675269 w 994371"/>
              <a:gd name="connsiteY747" fmla="*/ 354795 h 358818"/>
              <a:gd name="connsiteX748" fmla="*/ 676173 w 994371"/>
              <a:gd name="connsiteY748" fmla="*/ 355256 h 358818"/>
              <a:gd name="connsiteX749" fmla="*/ 677076 w 994371"/>
              <a:gd name="connsiteY749" fmla="*/ 355689 h 358818"/>
              <a:gd name="connsiteX750" fmla="*/ 677980 w 994371"/>
              <a:gd name="connsiteY750" fmla="*/ 356095 h 358818"/>
              <a:gd name="connsiteX751" fmla="*/ 678884 w 994371"/>
              <a:gd name="connsiteY751" fmla="*/ 356472 h 358818"/>
              <a:gd name="connsiteX752" fmla="*/ 679789 w 994371"/>
              <a:gd name="connsiteY752" fmla="*/ 356822 h 358818"/>
              <a:gd name="connsiteX753" fmla="*/ 680693 w 994371"/>
              <a:gd name="connsiteY753" fmla="*/ 357143 h 358818"/>
              <a:gd name="connsiteX754" fmla="*/ 681597 w 994371"/>
              <a:gd name="connsiteY754" fmla="*/ 357437 h 358818"/>
              <a:gd name="connsiteX755" fmla="*/ 682500 w 994371"/>
              <a:gd name="connsiteY755" fmla="*/ 357701 h 358818"/>
              <a:gd name="connsiteX756" fmla="*/ 683404 w 994371"/>
              <a:gd name="connsiteY756" fmla="*/ 357938 h 358818"/>
              <a:gd name="connsiteX757" fmla="*/ 684308 w 994371"/>
              <a:gd name="connsiteY757" fmla="*/ 358148 h 358818"/>
              <a:gd name="connsiteX758" fmla="*/ 685213 w 994371"/>
              <a:gd name="connsiteY758" fmla="*/ 358329 h 358818"/>
              <a:gd name="connsiteX759" fmla="*/ 686117 w 994371"/>
              <a:gd name="connsiteY759" fmla="*/ 358480 h 358818"/>
              <a:gd name="connsiteX760" fmla="*/ 687020 w 994371"/>
              <a:gd name="connsiteY760" fmla="*/ 358605 h 358818"/>
              <a:gd name="connsiteX761" fmla="*/ 687924 w 994371"/>
              <a:gd name="connsiteY761" fmla="*/ 358701 h 358818"/>
              <a:gd name="connsiteX762" fmla="*/ 688828 w 994371"/>
              <a:gd name="connsiteY762" fmla="*/ 358769 h 358818"/>
              <a:gd name="connsiteX763" fmla="*/ 689732 w 994371"/>
              <a:gd name="connsiteY763" fmla="*/ 358807 h 358818"/>
              <a:gd name="connsiteX764" fmla="*/ 690635 w 994371"/>
              <a:gd name="connsiteY764" fmla="*/ 358819 h 358818"/>
              <a:gd name="connsiteX765" fmla="*/ 691541 w 994371"/>
              <a:gd name="connsiteY765" fmla="*/ 358801 h 358818"/>
              <a:gd name="connsiteX766" fmla="*/ 692444 w 994371"/>
              <a:gd name="connsiteY766" fmla="*/ 358756 h 358818"/>
              <a:gd name="connsiteX767" fmla="*/ 693348 w 994371"/>
              <a:gd name="connsiteY767" fmla="*/ 358681 h 358818"/>
              <a:gd name="connsiteX768" fmla="*/ 694252 w 994371"/>
              <a:gd name="connsiteY768" fmla="*/ 358580 h 358818"/>
              <a:gd name="connsiteX769" fmla="*/ 695155 w 994371"/>
              <a:gd name="connsiteY769" fmla="*/ 358448 h 358818"/>
              <a:gd name="connsiteX770" fmla="*/ 696059 w 994371"/>
              <a:gd name="connsiteY770" fmla="*/ 358289 h 358818"/>
              <a:gd name="connsiteX771" fmla="*/ 696964 w 994371"/>
              <a:gd name="connsiteY771" fmla="*/ 358103 h 358818"/>
              <a:gd name="connsiteX772" fmla="*/ 697868 w 994371"/>
              <a:gd name="connsiteY772" fmla="*/ 357887 h 358818"/>
              <a:gd name="connsiteX773" fmla="*/ 698772 w 994371"/>
              <a:gd name="connsiteY773" fmla="*/ 357643 h 358818"/>
              <a:gd name="connsiteX774" fmla="*/ 699676 w 994371"/>
              <a:gd name="connsiteY774" fmla="*/ 357372 h 358818"/>
              <a:gd name="connsiteX775" fmla="*/ 700579 w 994371"/>
              <a:gd name="connsiteY775" fmla="*/ 357071 h 358818"/>
              <a:gd name="connsiteX776" fmla="*/ 701485 w 994371"/>
              <a:gd name="connsiteY776" fmla="*/ 356744 h 358818"/>
              <a:gd name="connsiteX777" fmla="*/ 702388 w 994371"/>
              <a:gd name="connsiteY777" fmla="*/ 356389 h 358818"/>
              <a:gd name="connsiteX778" fmla="*/ 703292 w 994371"/>
              <a:gd name="connsiteY778" fmla="*/ 356005 h 358818"/>
              <a:gd name="connsiteX779" fmla="*/ 704196 w 994371"/>
              <a:gd name="connsiteY779" fmla="*/ 355593 h 358818"/>
              <a:gd name="connsiteX780" fmla="*/ 705099 w 994371"/>
              <a:gd name="connsiteY780" fmla="*/ 355153 h 358818"/>
              <a:gd name="connsiteX781" fmla="*/ 706003 w 994371"/>
              <a:gd name="connsiteY781" fmla="*/ 354686 h 358818"/>
              <a:gd name="connsiteX782" fmla="*/ 706908 w 994371"/>
              <a:gd name="connsiteY782" fmla="*/ 354191 h 358818"/>
              <a:gd name="connsiteX783" fmla="*/ 707812 w 994371"/>
              <a:gd name="connsiteY783" fmla="*/ 353669 h 358818"/>
              <a:gd name="connsiteX784" fmla="*/ 708716 w 994371"/>
              <a:gd name="connsiteY784" fmla="*/ 353118 h 358818"/>
              <a:gd name="connsiteX785" fmla="*/ 709620 w 994371"/>
              <a:gd name="connsiteY785" fmla="*/ 352541 h 358818"/>
              <a:gd name="connsiteX786" fmla="*/ 710523 w 994371"/>
              <a:gd name="connsiteY786" fmla="*/ 351937 h 358818"/>
              <a:gd name="connsiteX787" fmla="*/ 711427 w 994371"/>
              <a:gd name="connsiteY787" fmla="*/ 351304 h 358818"/>
              <a:gd name="connsiteX788" fmla="*/ 712331 w 994371"/>
              <a:gd name="connsiteY788" fmla="*/ 350644 h 358818"/>
              <a:gd name="connsiteX789" fmla="*/ 713236 w 994371"/>
              <a:gd name="connsiteY789" fmla="*/ 349958 h 358818"/>
              <a:gd name="connsiteX790" fmla="*/ 714140 w 994371"/>
              <a:gd name="connsiteY790" fmla="*/ 349245 h 358818"/>
              <a:gd name="connsiteX791" fmla="*/ 715043 w 994371"/>
              <a:gd name="connsiteY791" fmla="*/ 348505 h 358818"/>
              <a:gd name="connsiteX792" fmla="*/ 715947 w 994371"/>
              <a:gd name="connsiteY792" fmla="*/ 347739 h 358818"/>
              <a:gd name="connsiteX793" fmla="*/ 716851 w 994371"/>
              <a:gd name="connsiteY793" fmla="*/ 346945 h 358818"/>
              <a:gd name="connsiteX794" fmla="*/ 717754 w 994371"/>
              <a:gd name="connsiteY794" fmla="*/ 346126 h 358818"/>
              <a:gd name="connsiteX795" fmla="*/ 718660 w 994371"/>
              <a:gd name="connsiteY795" fmla="*/ 345280 h 358818"/>
              <a:gd name="connsiteX796" fmla="*/ 719563 w 994371"/>
              <a:gd name="connsiteY796" fmla="*/ 344406 h 358818"/>
              <a:gd name="connsiteX797" fmla="*/ 720467 w 994371"/>
              <a:gd name="connsiteY797" fmla="*/ 343509 h 358818"/>
              <a:gd name="connsiteX798" fmla="*/ 721371 w 994371"/>
              <a:gd name="connsiteY798" fmla="*/ 342584 h 358818"/>
              <a:gd name="connsiteX799" fmla="*/ 722275 w 994371"/>
              <a:gd name="connsiteY799" fmla="*/ 341634 h 358818"/>
              <a:gd name="connsiteX800" fmla="*/ 723180 w 994371"/>
              <a:gd name="connsiteY800" fmla="*/ 340659 h 358818"/>
              <a:gd name="connsiteX801" fmla="*/ 724084 w 994371"/>
              <a:gd name="connsiteY801" fmla="*/ 339657 h 358818"/>
              <a:gd name="connsiteX802" fmla="*/ 724987 w 994371"/>
              <a:gd name="connsiteY802" fmla="*/ 338632 h 358818"/>
              <a:gd name="connsiteX803" fmla="*/ 725891 w 994371"/>
              <a:gd name="connsiteY803" fmla="*/ 337579 h 358818"/>
              <a:gd name="connsiteX804" fmla="*/ 726795 w 994371"/>
              <a:gd name="connsiteY804" fmla="*/ 336502 h 358818"/>
              <a:gd name="connsiteX805" fmla="*/ 727698 w 994371"/>
              <a:gd name="connsiteY805" fmla="*/ 335403 h 358818"/>
              <a:gd name="connsiteX806" fmla="*/ 728604 w 994371"/>
              <a:gd name="connsiteY806" fmla="*/ 334276 h 358818"/>
              <a:gd name="connsiteX807" fmla="*/ 729508 w 994371"/>
              <a:gd name="connsiteY807" fmla="*/ 333125 h 358818"/>
              <a:gd name="connsiteX808" fmla="*/ 730411 w 994371"/>
              <a:gd name="connsiteY808" fmla="*/ 331951 h 358818"/>
              <a:gd name="connsiteX809" fmla="*/ 731315 w 994371"/>
              <a:gd name="connsiteY809" fmla="*/ 330751 h 358818"/>
              <a:gd name="connsiteX810" fmla="*/ 732219 w 994371"/>
              <a:gd name="connsiteY810" fmla="*/ 329529 h 358818"/>
              <a:gd name="connsiteX811" fmla="*/ 733122 w 994371"/>
              <a:gd name="connsiteY811" fmla="*/ 328283 h 358818"/>
              <a:gd name="connsiteX812" fmla="*/ 734026 w 994371"/>
              <a:gd name="connsiteY812" fmla="*/ 327014 h 358818"/>
              <a:gd name="connsiteX813" fmla="*/ 734931 w 994371"/>
              <a:gd name="connsiteY813" fmla="*/ 325719 h 358818"/>
              <a:gd name="connsiteX814" fmla="*/ 735835 w 994371"/>
              <a:gd name="connsiteY814" fmla="*/ 324404 h 358818"/>
              <a:gd name="connsiteX815" fmla="*/ 736739 w 994371"/>
              <a:gd name="connsiteY815" fmla="*/ 323065 h 358818"/>
              <a:gd name="connsiteX816" fmla="*/ 737642 w 994371"/>
              <a:gd name="connsiteY816" fmla="*/ 321703 h 358818"/>
              <a:gd name="connsiteX817" fmla="*/ 738546 w 994371"/>
              <a:gd name="connsiteY817" fmla="*/ 320319 h 358818"/>
              <a:gd name="connsiteX818" fmla="*/ 739450 w 994371"/>
              <a:gd name="connsiteY818" fmla="*/ 318912 h 358818"/>
              <a:gd name="connsiteX819" fmla="*/ 740355 w 994371"/>
              <a:gd name="connsiteY819" fmla="*/ 317483 h 358818"/>
              <a:gd name="connsiteX820" fmla="*/ 741259 w 994371"/>
              <a:gd name="connsiteY820" fmla="*/ 316033 h 358818"/>
              <a:gd name="connsiteX821" fmla="*/ 742163 w 994371"/>
              <a:gd name="connsiteY821" fmla="*/ 314560 h 358818"/>
              <a:gd name="connsiteX822" fmla="*/ 743066 w 994371"/>
              <a:gd name="connsiteY822" fmla="*/ 313066 h 358818"/>
              <a:gd name="connsiteX823" fmla="*/ 743970 w 994371"/>
              <a:gd name="connsiteY823" fmla="*/ 311553 h 358818"/>
              <a:gd name="connsiteX824" fmla="*/ 744875 w 994371"/>
              <a:gd name="connsiteY824" fmla="*/ 310018 h 358818"/>
              <a:gd name="connsiteX825" fmla="*/ 745779 w 994371"/>
              <a:gd name="connsiteY825" fmla="*/ 308461 h 358818"/>
              <a:gd name="connsiteX826" fmla="*/ 746683 w 994371"/>
              <a:gd name="connsiteY826" fmla="*/ 306885 h 358818"/>
              <a:gd name="connsiteX827" fmla="*/ 747586 w 994371"/>
              <a:gd name="connsiteY827" fmla="*/ 305288 h 358818"/>
              <a:gd name="connsiteX828" fmla="*/ 748490 w 994371"/>
              <a:gd name="connsiteY828" fmla="*/ 303672 h 358818"/>
              <a:gd name="connsiteX829" fmla="*/ 749394 w 994371"/>
              <a:gd name="connsiteY829" fmla="*/ 302036 h 358818"/>
              <a:gd name="connsiteX830" fmla="*/ 750299 w 994371"/>
              <a:gd name="connsiteY830" fmla="*/ 300381 h 358818"/>
              <a:gd name="connsiteX831" fmla="*/ 751203 w 994371"/>
              <a:gd name="connsiteY831" fmla="*/ 298707 h 358818"/>
              <a:gd name="connsiteX832" fmla="*/ 752107 w 994371"/>
              <a:gd name="connsiteY832" fmla="*/ 297012 h 358818"/>
              <a:gd name="connsiteX833" fmla="*/ 753010 w 994371"/>
              <a:gd name="connsiteY833" fmla="*/ 295301 h 358818"/>
              <a:gd name="connsiteX834" fmla="*/ 753914 w 994371"/>
              <a:gd name="connsiteY834" fmla="*/ 293572 h 358818"/>
              <a:gd name="connsiteX835" fmla="*/ 754818 w 994371"/>
              <a:gd name="connsiteY835" fmla="*/ 291823 h 358818"/>
              <a:gd name="connsiteX836" fmla="*/ 755723 w 994371"/>
              <a:gd name="connsiteY836" fmla="*/ 290057 h 358818"/>
              <a:gd name="connsiteX837" fmla="*/ 756627 w 994371"/>
              <a:gd name="connsiteY837" fmla="*/ 288273 h 358818"/>
              <a:gd name="connsiteX838" fmla="*/ 757530 w 994371"/>
              <a:gd name="connsiteY838" fmla="*/ 286474 h 358818"/>
              <a:gd name="connsiteX839" fmla="*/ 758434 w 994371"/>
              <a:gd name="connsiteY839" fmla="*/ 284655 h 358818"/>
              <a:gd name="connsiteX840" fmla="*/ 759338 w 994371"/>
              <a:gd name="connsiteY840" fmla="*/ 282821 h 358818"/>
              <a:gd name="connsiteX841" fmla="*/ 760241 w 994371"/>
              <a:gd name="connsiteY841" fmla="*/ 280970 h 358818"/>
              <a:gd name="connsiteX842" fmla="*/ 761145 w 994371"/>
              <a:gd name="connsiteY842" fmla="*/ 279105 h 358818"/>
              <a:gd name="connsiteX843" fmla="*/ 762050 w 994371"/>
              <a:gd name="connsiteY843" fmla="*/ 277222 h 358818"/>
              <a:gd name="connsiteX844" fmla="*/ 762954 w 994371"/>
              <a:gd name="connsiteY844" fmla="*/ 275325 h 358818"/>
              <a:gd name="connsiteX845" fmla="*/ 763858 w 994371"/>
              <a:gd name="connsiteY845" fmla="*/ 273412 h 358818"/>
              <a:gd name="connsiteX846" fmla="*/ 764762 w 994371"/>
              <a:gd name="connsiteY846" fmla="*/ 271485 h 358818"/>
              <a:gd name="connsiteX847" fmla="*/ 765665 w 994371"/>
              <a:gd name="connsiteY847" fmla="*/ 269543 h 358818"/>
              <a:gd name="connsiteX848" fmla="*/ 766569 w 994371"/>
              <a:gd name="connsiteY848" fmla="*/ 267586 h 358818"/>
              <a:gd name="connsiteX849" fmla="*/ 767474 w 994371"/>
              <a:gd name="connsiteY849" fmla="*/ 265616 h 358818"/>
              <a:gd name="connsiteX850" fmla="*/ 768378 w 994371"/>
              <a:gd name="connsiteY850" fmla="*/ 263631 h 358818"/>
              <a:gd name="connsiteX851" fmla="*/ 769282 w 994371"/>
              <a:gd name="connsiteY851" fmla="*/ 261634 h 358818"/>
              <a:gd name="connsiteX852" fmla="*/ 770185 w 994371"/>
              <a:gd name="connsiteY852" fmla="*/ 259624 h 358818"/>
              <a:gd name="connsiteX853" fmla="*/ 771089 w 994371"/>
              <a:gd name="connsiteY853" fmla="*/ 257600 h 358818"/>
              <a:gd name="connsiteX854" fmla="*/ 771995 w 994371"/>
              <a:gd name="connsiteY854" fmla="*/ 255565 h 358818"/>
              <a:gd name="connsiteX855" fmla="*/ 772898 w 994371"/>
              <a:gd name="connsiteY855" fmla="*/ 253519 h 358818"/>
              <a:gd name="connsiteX856" fmla="*/ 773802 w 994371"/>
              <a:gd name="connsiteY856" fmla="*/ 251459 h 358818"/>
              <a:gd name="connsiteX857" fmla="*/ 774706 w 994371"/>
              <a:gd name="connsiteY857" fmla="*/ 249389 h 358818"/>
              <a:gd name="connsiteX858" fmla="*/ 775609 w 994371"/>
              <a:gd name="connsiteY858" fmla="*/ 247308 h 358818"/>
              <a:gd name="connsiteX859" fmla="*/ 776513 w 994371"/>
              <a:gd name="connsiteY859" fmla="*/ 245214 h 358818"/>
              <a:gd name="connsiteX860" fmla="*/ 777418 w 994371"/>
              <a:gd name="connsiteY860" fmla="*/ 243113 h 358818"/>
              <a:gd name="connsiteX861" fmla="*/ 778322 w 994371"/>
              <a:gd name="connsiteY861" fmla="*/ 241000 h 358818"/>
              <a:gd name="connsiteX862" fmla="*/ 779226 w 994371"/>
              <a:gd name="connsiteY862" fmla="*/ 238877 h 358818"/>
              <a:gd name="connsiteX863" fmla="*/ 780129 w 994371"/>
              <a:gd name="connsiteY863" fmla="*/ 236746 h 358818"/>
              <a:gd name="connsiteX864" fmla="*/ 781033 w 994371"/>
              <a:gd name="connsiteY864" fmla="*/ 234606 h 358818"/>
              <a:gd name="connsiteX865" fmla="*/ 781937 w 994371"/>
              <a:gd name="connsiteY865" fmla="*/ 232456 h 358818"/>
              <a:gd name="connsiteX866" fmla="*/ 782841 w 994371"/>
              <a:gd name="connsiteY866" fmla="*/ 230299 h 358818"/>
              <a:gd name="connsiteX867" fmla="*/ 783746 w 994371"/>
              <a:gd name="connsiteY867" fmla="*/ 228132 h 358818"/>
              <a:gd name="connsiteX868" fmla="*/ 784650 w 994371"/>
              <a:gd name="connsiteY868" fmla="*/ 225958 h 358818"/>
              <a:gd name="connsiteX869" fmla="*/ 785553 w 994371"/>
              <a:gd name="connsiteY869" fmla="*/ 223778 h 358818"/>
              <a:gd name="connsiteX870" fmla="*/ 786457 w 994371"/>
              <a:gd name="connsiteY870" fmla="*/ 221589 h 358818"/>
              <a:gd name="connsiteX871" fmla="*/ 787361 w 994371"/>
              <a:gd name="connsiteY871" fmla="*/ 219394 h 358818"/>
              <a:gd name="connsiteX872" fmla="*/ 788264 w 994371"/>
              <a:gd name="connsiteY872" fmla="*/ 217193 h 358818"/>
              <a:gd name="connsiteX873" fmla="*/ 789170 w 994371"/>
              <a:gd name="connsiteY873" fmla="*/ 214987 h 358818"/>
              <a:gd name="connsiteX874" fmla="*/ 790073 w 994371"/>
              <a:gd name="connsiteY874" fmla="*/ 212775 h 358818"/>
              <a:gd name="connsiteX875" fmla="*/ 790977 w 994371"/>
              <a:gd name="connsiteY875" fmla="*/ 210557 h 358818"/>
              <a:gd name="connsiteX876" fmla="*/ 791881 w 994371"/>
              <a:gd name="connsiteY876" fmla="*/ 208334 h 358818"/>
              <a:gd name="connsiteX877" fmla="*/ 792785 w 994371"/>
              <a:gd name="connsiteY877" fmla="*/ 206106 h 358818"/>
              <a:gd name="connsiteX878" fmla="*/ 793690 w 994371"/>
              <a:gd name="connsiteY878" fmla="*/ 203875 h 358818"/>
              <a:gd name="connsiteX879" fmla="*/ 794594 w 994371"/>
              <a:gd name="connsiteY879" fmla="*/ 201640 h 358818"/>
              <a:gd name="connsiteX880" fmla="*/ 795497 w 994371"/>
              <a:gd name="connsiteY880" fmla="*/ 199402 h 358818"/>
              <a:gd name="connsiteX881" fmla="*/ 796401 w 994371"/>
              <a:gd name="connsiteY881" fmla="*/ 197159 h 358818"/>
              <a:gd name="connsiteX882" fmla="*/ 797305 w 994371"/>
              <a:gd name="connsiteY882" fmla="*/ 194915 h 358818"/>
              <a:gd name="connsiteX883" fmla="*/ 798208 w 994371"/>
              <a:gd name="connsiteY883" fmla="*/ 192667 h 358818"/>
              <a:gd name="connsiteX884" fmla="*/ 799114 w 994371"/>
              <a:gd name="connsiteY884" fmla="*/ 190418 h 358818"/>
              <a:gd name="connsiteX885" fmla="*/ 800017 w 994371"/>
              <a:gd name="connsiteY885" fmla="*/ 188167 h 358818"/>
              <a:gd name="connsiteX886" fmla="*/ 800921 w 994371"/>
              <a:gd name="connsiteY886" fmla="*/ 185915 h 358818"/>
              <a:gd name="connsiteX887" fmla="*/ 801825 w 994371"/>
              <a:gd name="connsiteY887" fmla="*/ 183660 h 358818"/>
              <a:gd name="connsiteX888" fmla="*/ 802728 w 994371"/>
              <a:gd name="connsiteY888" fmla="*/ 181406 h 358818"/>
              <a:gd name="connsiteX889" fmla="*/ 803632 w 994371"/>
              <a:gd name="connsiteY889" fmla="*/ 179152 h 358818"/>
              <a:gd name="connsiteX890" fmla="*/ 804536 w 994371"/>
              <a:gd name="connsiteY890" fmla="*/ 176898 h 358818"/>
              <a:gd name="connsiteX891" fmla="*/ 805441 w 994371"/>
              <a:gd name="connsiteY891" fmla="*/ 174643 h 358818"/>
              <a:gd name="connsiteX892" fmla="*/ 806345 w 994371"/>
              <a:gd name="connsiteY892" fmla="*/ 172391 h 358818"/>
              <a:gd name="connsiteX893" fmla="*/ 807249 w 994371"/>
              <a:gd name="connsiteY893" fmla="*/ 170138 h 358818"/>
              <a:gd name="connsiteX894" fmla="*/ 808152 w 994371"/>
              <a:gd name="connsiteY894" fmla="*/ 167887 h 358818"/>
              <a:gd name="connsiteX895" fmla="*/ 809056 w 994371"/>
              <a:gd name="connsiteY895" fmla="*/ 165638 h 358818"/>
              <a:gd name="connsiteX896" fmla="*/ 809960 w 994371"/>
              <a:gd name="connsiteY896" fmla="*/ 163392 h 358818"/>
              <a:gd name="connsiteX897" fmla="*/ 810865 w 994371"/>
              <a:gd name="connsiteY897" fmla="*/ 161148 h 358818"/>
              <a:gd name="connsiteX898" fmla="*/ 811769 w 994371"/>
              <a:gd name="connsiteY898" fmla="*/ 158907 h 358818"/>
              <a:gd name="connsiteX899" fmla="*/ 812672 w 994371"/>
              <a:gd name="connsiteY899" fmla="*/ 156669 h 358818"/>
              <a:gd name="connsiteX900" fmla="*/ 813576 w 994371"/>
              <a:gd name="connsiteY900" fmla="*/ 154433 h 358818"/>
              <a:gd name="connsiteX901" fmla="*/ 814480 w 994371"/>
              <a:gd name="connsiteY901" fmla="*/ 152204 h 358818"/>
              <a:gd name="connsiteX902" fmla="*/ 815385 w 994371"/>
              <a:gd name="connsiteY902" fmla="*/ 149978 h 358818"/>
              <a:gd name="connsiteX903" fmla="*/ 816289 w 994371"/>
              <a:gd name="connsiteY903" fmla="*/ 147755 h 358818"/>
              <a:gd name="connsiteX904" fmla="*/ 817193 w 994371"/>
              <a:gd name="connsiteY904" fmla="*/ 145539 h 358818"/>
              <a:gd name="connsiteX905" fmla="*/ 818096 w 994371"/>
              <a:gd name="connsiteY905" fmla="*/ 143328 h 358818"/>
              <a:gd name="connsiteX906" fmla="*/ 819000 w 994371"/>
              <a:gd name="connsiteY906" fmla="*/ 141122 h 358818"/>
              <a:gd name="connsiteX907" fmla="*/ 819904 w 994371"/>
              <a:gd name="connsiteY907" fmla="*/ 138923 h 358818"/>
              <a:gd name="connsiteX908" fmla="*/ 820809 w 994371"/>
              <a:gd name="connsiteY908" fmla="*/ 136730 h 358818"/>
              <a:gd name="connsiteX909" fmla="*/ 821713 w 994371"/>
              <a:gd name="connsiteY909" fmla="*/ 134544 h 358818"/>
              <a:gd name="connsiteX910" fmla="*/ 822617 w 994371"/>
              <a:gd name="connsiteY910" fmla="*/ 132364 h 358818"/>
              <a:gd name="connsiteX911" fmla="*/ 823520 w 994371"/>
              <a:gd name="connsiteY911" fmla="*/ 130192 h 358818"/>
              <a:gd name="connsiteX912" fmla="*/ 824424 w 994371"/>
              <a:gd name="connsiteY912" fmla="*/ 128028 h 358818"/>
              <a:gd name="connsiteX913" fmla="*/ 825328 w 994371"/>
              <a:gd name="connsiteY913" fmla="*/ 125872 h 358818"/>
              <a:gd name="connsiteX914" fmla="*/ 826231 w 994371"/>
              <a:gd name="connsiteY914" fmla="*/ 123724 h 358818"/>
              <a:gd name="connsiteX915" fmla="*/ 827137 w 994371"/>
              <a:gd name="connsiteY915" fmla="*/ 121586 h 358818"/>
              <a:gd name="connsiteX916" fmla="*/ 828040 w 994371"/>
              <a:gd name="connsiteY916" fmla="*/ 119456 h 358818"/>
              <a:gd name="connsiteX917" fmla="*/ 828944 w 994371"/>
              <a:gd name="connsiteY917" fmla="*/ 117336 h 358818"/>
              <a:gd name="connsiteX918" fmla="*/ 829848 w 994371"/>
              <a:gd name="connsiteY918" fmla="*/ 115226 h 358818"/>
              <a:gd name="connsiteX919" fmla="*/ 830751 w 994371"/>
              <a:gd name="connsiteY919" fmla="*/ 113125 h 358818"/>
              <a:gd name="connsiteX920" fmla="*/ 831655 w 994371"/>
              <a:gd name="connsiteY920" fmla="*/ 111036 h 358818"/>
              <a:gd name="connsiteX921" fmla="*/ 832560 w 994371"/>
              <a:gd name="connsiteY921" fmla="*/ 108957 h 358818"/>
              <a:gd name="connsiteX922" fmla="*/ 833464 w 994371"/>
              <a:gd name="connsiteY922" fmla="*/ 106889 h 358818"/>
              <a:gd name="connsiteX923" fmla="*/ 834368 w 994371"/>
              <a:gd name="connsiteY923" fmla="*/ 104832 h 358818"/>
              <a:gd name="connsiteX924" fmla="*/ 835272 w 994371"/>
              <a:gd name="connsiteY924" fmla="*/ 102788 h 358818"/>
              <a:gd name="connsiteX925" fmla="*/ 836175 w 994371"/>
              <a:gd name="connsiteY925" fmla="*/ 100756 h 358818"/>
              <a:gd name="connsiteX926" fmla="*/ 837081 w 994371"/>
              <a:gd name="connsiteY926" fmla="*/ 98735 h 358818"/>
              <a:gd name="connsiteX927" fmla="*/ 837984 w 994371"/>
              <a:gd name="connsiteY927" fmla="*/ 96728 h 358818"/>
              <a:gd name="connsiteX928" fmla="*/ 838888 w 994371"/>
              <a:gd name="connsiteY928" fmla="*/ 94734 h 358818"/>
              <a:gd name="connsiteX929" fmla="*/ 839792 w 994371"/>
              <a:gd name="connsiteY929" fmla="*/ 92753 h 358818"/>
              <a:gd name="connsiteX930" fmla="*/ 840695 w 994371"/>
              <a:gd name="connsiteY930" fmla="*/ 90786 h 358818"/>
              <a:gd name="connsiteX931" fmla="*/ 841599 w 994371"/>
              <a:gd name="connsiteY931" fmla="*/ 88833 h 358818"/>
              <a:gd name="connsiteX932" fmla="*/ 842504 w 994371"/>
              <a:gd name="connsiteY932" fmla="*/ 86894 h 358818"/>
              <a:gd name="connsiteX933" fmla="*/ 843408 w 994371"/>
              <a:gd name="connsiteY933" fmla="*/ 84969 h 358818"/>
              <a:gd name="connsiteX934" fmla="*/ 844312 w 994371"/>
              <a:gd name="connsiteY934" fmla="*/ 83060 h 358818"/>
              <a:gd name="connsiteX935" fmla="*/ 845216 w 994371"/>
              <a:gd name="connsiteY935" fmla="*/ 81166 h 358818"/>
              <a:gd name="connsiteX936" fmla="*/ 846119 w 994371"/>
              <a:gd name="connsiteY936" fmla="*/ 79287 h 358818"/>
              <a:gd name="connsiteX937" fmla="*/ 847023 w 994371"/>
              <a:gd name="connsiteY937" fmla="*/ 77424 h 358818"/>
              <a:gd name="connsiteX938" fmla="*/ 847927 w 994371"/>
              <a:gd name="connsiteY938" fmla="*/ 75578 h 358818"/>
              <a:gd name="connsiteX939" fmla="*/ 848832 w 994371"/>
              <a:gd name="connsiteY939" fmla="*/ 73747 h 358818"/>
              <a:gd name="connsiteX940" fmla="*/ 849736 w 994371"/>
              <a:gd name="connsiteY940" fmla="*/ 71934 h 358818"/>
              <a:gd name="connsiteX941" fmla="*/ 850639 w 994371"/>
              <a:gd name="connsiteY941" fmla="*/ 70137 h 358818"/>
              <a:gd name="connsiteX942" fmla="*/ 851543 w 994371"/>
              <a:gd name="connsiteY942" fmla="*/ 68358 h 358818"/>
              <a:gd name="connsiteX943" fmla="*/ 852447 w 994371"/>
              <a:gd name="connsiteY943" fmla="*/ 66595 h 358818"/>
              <a:gd name="connsiteX944" fmla="*/ 853350 w 994371"/>
              <a:gd name="connsiteY944" fmla="*/ 64851 h 358818"/>
              <a:gd name="connsiteX945" fmla="*/ 854256 w 994371"/>
              <a:gd name="connsiteY945" fmla="*/ 63125 h 358818"/>
              <a:gd name="connsiteX946" fmla="*/ 855160 w 994371"/>
              <a:gd name="connsiteY946" fmla="*/ 61418 h 358818"/>
              <a:gd name="connsiteX947" fmla="*/ 856063 w 994371"/>
              <a:gd name="connsiteY947" fmla="*/ 59729 h 358818"/>
              <a:gd name="connsiteX948" fmla="*/ 856967 w 994371"/>
              <a:gd name="connsiteY948" fmla="*/ 58059 h 358818"/>
              <a:gd name="connsiteX949" fmla="*/ 857871 w 994371"/>
              <a:gd name="connsiteY949" fmla="*/ 56408 h 358818"/>
              <a:gd name="connsiteX950" fmla="*/ 858776 w 994371"/>
              <a:gd name="connsiteY950" fmla="*/ 54776 h 358818"/>
              <a:gd name="connsiteX951" fmla="*/ 859680 w 994371"/>
              <a:gd name="connsiteY951" fmla="*/ 53165 h 358818"/>
              <a:gd name="connsiteX952" fmla="*/ 860583 w 994371"/>
              <a:gd name="connsiteY952" fmla="*/ 51573 h 358818"/>
              <a:gd name="connsiteX953" fmla="*/ 861487 w 994371"/>
              <a:gd name="connsiteY953" fmla="*/ 50001 h 358818"/>
              <a:gd name="connsiteX954" fmla="*/ 862391 w 994371"/>
              <a:gd name="connsiteY954" fmla="*/ 48450 h 358818"/>
              <a:gd name="connsiteX955" fmla="*/ 863294 w 994371"/>
              <a:gd name="connsiteY955" fmla="*/ 46919 h 358818"/>
              <a:gd name="connsiteX956" fmla="*/ 864200 w 994371"/>
              <a:gd name="connsiteY956" fmla="*/ 45409 h 358818"/>
              <a:gd name="connsiteX957" fmla="*/ 865104 w 994371"/>
              <a:gd name="connsiteY957" fmla="*/ 43921 h 358818"/>
              <a:gd name="connsiteX958" fmla="*/ 866007 w 994371"/>
              <a:gd name="connsiteY958" fmla="*/ 42454 h 358818"/>
              <a:gd name="connsiteX959" fmla="*/ 866911 w 994371"/>
              <a:gd name="connsiteY959" fmla="*/ 41008 h 358818"/>
              <a:gd name="connsiteX960" fmla="*/ 867815 w 994371"/>
              <a:gd name="connsiteY960" fmla="*/ 39585 h 358818"/>
              <a:gd name="connsiteX961" fmla="*/ 868718 w 994371"/>
              <a:gd name="connsiteY961" fmla="*/ 38183 h 358818"/>
              <a:gd name="connsiteX962" fmla="*/ 869622 w 994371"/>
              <a:gd name="connsiteY962" fmla="*/ 36804 h 358818"/>
              <a:gd name="connsiteX963" fmla="*/ 870527 w 994371"/>
              <a:gd name="connsiteY963" fmla="*/ 35447 h 358818"/>
              <a:gd name="connsiteX964" fmla="*/ 871431 w 994371"/>
              <a:gd name="connsiteY964" fmla="*/ 34113 h 358818"/>
              <a:gd name="connsiteX965" fmla="*/ 872335 w 994371"/>
              <a:gd name="connsiteY965" fmla="*/ 32802 h 358818"/>
              <a:gd name="connsiteX966" fmla="*/ 873238 w 994371"/>
              <a:gd name="connsiteY966" fmla="*/ 31514 h 358818"/>
              <a:gd name="connsiteX967" fmla="*/ 874142 w 994371"/>
              <a:gd name="connsiteY967" fmla="*/ 30250 h 358818"/>
              <a:gd name="connsiteX968" fmla="*/ 875046 w 994371"/>
              <a:gd name="connsiteY968" fmla="*/ 29009 h 358818"/>
              <a:gd name="connsiteX969" fmla="*/ 875951 w 994371"/>
              <a:gd name="connsiteY969" fmla="*/ 27791 h 358818"/>
              <a:gd name="connsiteX970" fmla="*/ 876855 w 994371"/>
              <a:gd name="connsiteY970" fmla="*/ 26598 h 358818"/>
              <a:gd name="connsiteX971" fmla="*/ 877759 w 994371"/>
              <a:gd name="connsiteY971" fmla="*/ 25429 h 358818"/>
              <a:gd name="connsiteX972" fmla="*/ 878662 w 994371"/>
              <a:gd name="connsiteY972" fmla="*/ 24284 h 358818"/>
              <a:gd name="connsiteX973" fmla="*/ 879566 w 994371"/>
              <a:gd name="connsiteY973" fmla="*/ 23164 h 358818"/>
              <a:gd name="connsiteX974" fmla="*/ 880470 w 994371"/>
              <a:gd name="connsiteY974" fmla="*/ 22068 h 358818"/>
              <a:gd name="connsiteX975" fmla="*/ 881375 w 994371"/>
              <a:gd name="connsiteY975" fmla="*/ 20997 h 358818"/>
              <a:gd name="connsiteX976" fmla="*/ 882279 w 994371"/>
              <a:gd name="connsiteY976" fmla="*/ 19951 h 358818"/>
              <a:gd name="connsiteX977" fmla="*/ 883182 w 994371"/>
              <a:gd name="connsiteY977" fmla="*/ 18931 h 358818"/>
              <a:gd name="connsiteX978" fmla="*/ 884086 w 994371"/>
              <a:gd name="connsiteY978" fmla="*/ 17935 h 358818"/>
              <a:gd name="connsiteX979" fmla="*/ 884990 w 994371"/>
              <a:gd name="connsiteY979" fmla="*/ 16965 h 358818"/>
              <a:gd name="connsiteX980" fmla="*/ 885895 w 994371"/>
              <a:gd name="connsiteY980" fmla="*/ 16021 h 358818"/>
              <a:gd name="connsiteX981" fmla="*/ 886799 w 994371"/>
              <a:gd name="connsiteY981" fmla="*/ 15103 h 358818"/>
              <a:gd name="connsiteX982" fmla="*/ 887703 w 994371"/>
              <a:gd name="connsiteY982" fmla="*/ 14211 h 358818"/>
              <a:gd name="connsiteX983" fmla="*/ 888606 w 994371"/>
              <a:gd name="connsiteY983" fmla="*/ 13344 h 358818"/>
              <a:gd name="connsiteX984" fmla="*/ 889510 w 994371"/>
              <a:gd name="connsiteY984" fmla="*/ 12504 h 358818"/>
              <a:gd name="connsiteX985" fmla="*/ 890414 w 994371"/>
              <a:gd name="connsiteY985" fmla="*/ 11690 h 358818"/>
              <a:gd name="connsiteX986" fmla="*/ 891319 w 994371"/>
              <a:gd name="connsiteY986" fmla="*/ 10903 h 358818"/>
              <a:gd name="connsiteX987" fmla="*/ 892223 w 994371"/>
              <a:gd name="connsiteY987" fmla="*/ 10142 h 358818"/>
              <a:gd name="connsiteX988" fmla="*/ 893126 w 994371"/>
              <a:gd name="connsiteY988" fmla="*/ 9409 h 358818"/>
              <a:gd name="connsiteX989" fmla="*/ 894030 w 994371"/>
              <a:gd name="connsiteY989" fmla="*/ 8702 h 358818"/>
              <a:gd name="connsiteX990" fmla="*/ 894934 w 994371"/>
              <a:gd name="connsiteY990" fmla="*/ 8021 h 358818"/>
              <a:gd name="connsiteX991" fmla="*/ 895837 w 994371"/>
              <a:gd name="connsiteY991" fmla="*/ 7368 h 358818"/>
              <a:gd name="connsiteX992" fmla="*/ 896741 w 994371"/>
              <a:gd name="connsiteY992" fmla="*/ 6742 h 358818"/>
              <a:gd name="connsiteX993" fmla="*/ 897647 w 994371"/>
              <a:gd name="connsiteY993" fmla="*/ 6144 h 358818"/>
              <a:gd name="connsiteX994" fmla="*/ 898550 w 994371"/>
              <a:gd name="connsiteY994" fmla="*/ 5572 h 358818"/>
              <a:gd name="connsiteX995" fmla="*/ 899454 w 994371"/>
              <a:gd name="connsiteY995" fmla="*/ 5029 h 358818"/>
              <a:gd name="connsiteX996" fmla="*/ 900358 w 994371"/>
              <a:gd name="connsiteY996" fmla="*/ 4512 h 358818"/>
              <a:gd name="connsiteX997" fmla="*/ 901261 w 994371"/>
              <a:gd name="connsiteY997" fmla="*/ 4024 h 358818"/>
              <a:gd name="connsiteX998" fmla="*/ 902165 w 994371"/>
              <a:gd name="connsiteY998" fmla="*/ 3563 h 358818"/>
              <a:gd name="connsiteX999" fmla="*/ 903070 w 994371"/>
              <a:gd name="connsiteY999" fmla="*/ 3130 h 358818"/>
              <a:gd name="connsiteX1000" fmla="*/ 903974 w 994371"/>
              <a:gd name="connsiteY1000" fmla="*/ 2724 h 358818"/>
              <a:gd name="connsiteX1001" fmla="*/ 904878 w 994371"/>
              <a:gd name="connsiteY1001" fmla="*/ 2347 h 358818"/>
              <a:gd name="connsiteX1002" fmla="*/ 905782 w 994371"/>
              <a:gd name="connsiteY1002" fmla="*/ 1997 h 358818"/>
              <a:gd name="connsiteX1003" fmla="*/ 906685 w 994371"/>
              <a:gd name="connsiteY1003" fmla="*/ 1676 h 358818"/>
              <a:gd name="connsiteX1004" fmla="*/ 907591 w 994371"/>
              <a:gd name="connsiteY1004" fmla="*/ 1382 h 358818"/>
              <a:gd name="connsiteX1005" fmla="*/ 908494 w 994371"/>
              <a:gd name="connsiteY1005" fmla="*/ 1117 h 358818"/>
              <a:gd name="connsiteX1006" fmla="*/ 909398 w 994371"/>
              <a:gd name="connsiteY1006" fmla="*/ 880 h 358818"/>
              <a:gd name="connsiteX1007" fmla="*/ 910302 w 994371"/>
              <a:gd name="connsiteY1007" fmla="*/ 671 h 358818"/>
              <a:gd name="connsiteX1008" fmla="*/ 911205 w 994371"/>
              <a:gd name="connsiteY1008" fmla="*/ 490 h 358818"/>
              <a:gd name="connsiteX1009" fmla="*/ 912109 w 994371"/>
              <a:gd name="connsiteY1009" fmla="*/ 338 h 358818"/>
              <a:gd name="connsiteX1010" fmla="*/ 913014 w 994371"/>
              <a:gd name="connsiteY1010" fmla="*/ 214 h 358818"/>
              <a:gd name="connsiteX1011" fmla="*/ 913918 w 994371"/>
              <a:gd name="connsiteY1011" fmla="*/ 118 h 358818"/>
              <a:gd name="connsiteX1012" fmla="*/ 914822 w 994371"/>
              <a:gd name="connsiteY1012" fmla="*/ 50 h 358818"/>
              <a:gd name="connsiteX1013" fmla="*/ 915725 w 994371"/>
              <a:gd name="connsiteY1013" fmla="*/ 11 h 358818"/>
              <a:gd name="connsiteX1014" fmla="*/ 916629 w 994371"/>
              <a:gd name="connsiteY1014" fmla="*/ 0 h 358818"/>
              <a:gd name="connsiteX1015" fmla="*/ 917533 w 994371"/>
              <a:gd name="connsiteY1015" fmla="*/ 17 h 358818"/>
              <a:gd name="connsiteX1016" fmla="*/ 918437 w 994371"/>
              <a:gd name="connsiteY1016" fmla="*/ 63 h 358818"/>
              <a:gd name="connsiteX1017" fmla="*/ 919342 w 994371"/>
              <a:gd name="connsiteY1017" fmla="*/ 137 h 358818"/>
              <a:gd name="connsiteX1018" fmla="*/ 920246 w 994371"/>
              <a:gd name="connsiteY1018" fmla="*/ 240 h 358818"/>
              <a:gd name="connsiteX1019" fmla="*/ 921149 w 994371"/>
              <a:gd name="connsiteY1019" fmla="*/ 370 h 358818"/>
              <a:gd name="connsiteX1020" fmla="*/ 922053 w 994371"/>
              <a:gd name="connsiteY1020" fmla="*/ 529 h 358818"/>
              <a:gd name="connsiteX1021" fmla="*/ 922957 w 994371"/>
              <a:gd name="connsiteY1021" fmla="*/ 716 h 358818"/>
              <a:gd name="connsiteX1022" fmla="*/ 923860 w 994371"/>
              <a:gd name="connsiteY1022" fmla="*/ 932 h 358818"/>
              <a:gd name="connsiteX1023" fmla="*/ 924766 w 994371"/>
              <a:gd name="connsiteY1023" fmla="*/ 1175 h 358818"/>
              <a:gd name="connsiteX1024" fmla="*/ 925669 w 994371"/>
              <a:gd name="connsiteY1024" fmla="*/ 1447 h 358818"/>
              <a:gd name="connsiteX1025" fmla="*/ 926573 w 994371"/>
              <a:gd name="connsiteY1025" fmla="*/ 1747 h 358818"/>
              <a:gd name="connsiteX1026" fmla="*/ 927477 w 994371"/>
              <a:gd name="connsiteY1026" fmla="*/ 2075 h 358818"/>
              <a:gd name="connsiteX1027" fmla="*/ 928381 w 994371"/>
              <a:gd name="connsiteY1027" fmla="*/ 2431 h 358818"/>
              <a:gd name="connsiteX1028" fmla="*/ 929286 w 994371"/>
              <a:gd name="connsiteY1028" fmla="*/ 2814 h 358818"/>
              <a:gd name="connsiteX1029" fmla="*/ 930190 w 994371"/>
              <a:gd name="connsiteY1029" fmla="*/ 3226 h 358818"/>
              <a:gd name="connsiteX1030" fmla="*/ 931093 w 994371"/>
              <a:gd name="connsiteY1030" fmla="*/ 3666 h 358818"/>
              <a:gd name="connsiteX1031" fmla="*/ 931997 w 994371"/>
              <a:gd name="connsiteY1031" fmla="*/ 4133 h 358818"/>
              <a:gd name="connsiteX1032" fmla="*/ 932901 w 994371"/>
              <a:gd name="connsiteY1032" fmla="*/ 4628 h 358818"/>
              <a:gd name="connsiteX1033" fmla="*/ 933804 w 994371"/>
              <a:gd name="connsiteY1033" fmla="*/ 5150 h 358818"/>
              <a:gd name="connsiteX1034" fmla="*/ 934710 w 994371"/>
              <a:gd name="connsiteY1034" fmla="*/ 5700 h 358818"/>
              <a:gd name="connsiteX1035" fmla="*/ 935613 w 994371"/>
              <a:gd name="connsiteY1035" fmla="*/ 6278 h 358818"/>
              <a:gd name="connsiteX1036" fmla="*/ 936517 w 994371"/>
              <a:gd name="connsiteY1036" fmla="*/ 6883 h 358818"/>
              <a:gd name="connsiteX1037" fmla="*/ 937421 w 994371"/>
              <a:gd name="connsiteY1037" fmla="*/ 7515 h 358818"/>
              <a:gd name="connsiteX1038" fmla="*/ 938325 w 994371"/>
              <a:gd name="connsiteY1038" fmla="*/ 8174 h 358818"/>
              <a:gd name="connsiteX1039" fmla="*/ 939228 w 994371"/>
              <a:gd name="connsiteY1039" fmla="*/ 8860 h 358818"/>
              <a:gd name="connsiteX1040" fmla="*/ 940132 w 994371"/>
              <a:gd name="connsiteY1040" fmla="*/ 9574 h 358818"/>
              <a:gd name="connsiteX1041" fmla="*/ 941037 w 994371"/>
              <a:gd name="connsiteY1041" fmla="*/ 10314 h 358818"/>
              <a:gd name="connsiteX1042" fmla="*/ 941941 w 994371"/>
              <a:gd name="connsiteY1042" fmla="*/ 11080 h 358818"/>
              <a:gd name="connsiteX1043" fmla="*/ 942845 w 994371"/>
              <a:gd name="connsiteY1043" fmla="*/ 11874 h 358818"/>
              <a:gd name="connsiteX1044" fmla="*/ 943748 w 994371"/>
              <a:gd name="connsiteY1044" fmla="*/ 12693 h 358818"/>
              <a:gd name="connsiteX1045" fmla="*/ 944652 w 994371"/>
              <a:gd name="connsiteY1045" fmla="*/ 13539 h 358818"/>
              <a:gd name="connsiteX1046" fmla="*/ 945556 w 994371"/>
              <a:gd name="connsiteY1046" fmla="*/ 14412 h 358818"/>
              <a:gd name="connsiteX1047" fmla="*/ 946461 w 994371"/>
              <a:gd name="connsiteY1047" fmla="*/ 15310 h 358818"/>
              <a:gd name="connsiteX1048" fmla="*/ 947365 w 994371"/>
              <a:gd name="connsiteY1048" fmla="*/ 16234 h 358818"/>
              <a:gd name="connsiteX1049" fmla="*/ 948269 w 994371"/>
              <a:gd name="connsiteY1049" fmla="*/ 17184 h 358818"/>
              <a:gd name="connsiteX1050" fmla="*/ 949172 w 994371"/>
              <a:gd name="connsiteY1050" fmla="*/ 18160 h 358818"/>
              <a:gd name="connsiteX1051" fmla="*/ 950076 w 994371"/>
              <a:gd name="connsiteY1051" fmla="*/ 19161 h 358818"/>
              <a:gd name="connsiteX1052" fmla="*/ 950981 w 994371"/>
              <a:gd name="connsiteY1052" fmla="*/ 20188 h 358818"/>
              <a:gd name="connsiteX1053" fmla="*/ 951885 w 994371"/>
              <a:gd name="connsiteY1053" fmla="*/ 21239 h 358818"/>
              <a:gd name="connsiteX1054" fmla="*/ 952789 w 994371"/>
              <a:gd name="connsiteY1054" fmla="*/ 22316 h 358818"/>
              <a:gd name="connsiteX1055" fmla="*/ 953692 w 994371"/>
              <a:gd name="connsiteY1055" fmla="*/ 23417 h 358818"/>
              <a:gd name="connsiteX1056" fmla="*/ 954596 w 994371"/>
              <a:gd name="connsiteY1056" fmla="*/ 24543 h 358818"/>
              <a:gd name="connsiteX1057" fmla="*/ 955500 w 994371"/>
              <a:gd name="connsiteY1057" fmla="*/ 25693 h 358818"/>
              <a:gd name="connsiteX1058" fmla="*/ 956405 w 994371"/>
              <a:gd name="connsiteY1058" fmla="*/ 26868 h 358818"/>
              <a:gd name="connsiteX1059" fmla="*/ 957309 w 994371"/>
              <a:gd name="connsiteY1059" fmla="*/ 28067 h 358818"/>
              <a:gd name="connsiteX1060" fmla="*/ 958213 w 994371"/>
              <a:gd name="connsiteY1060" fmla="*/ 29289 h 358818"/>
              <a:gd name="connsiteX1061" fmla="*/ 959116 w 994371"/>
              <a:gd name="connsiteY1061" fmla="*/ 30536 h 358818"/>
              <a:gd name="connsiteX1062" fmla="*/ 960020 w 994371"/>
              <a:gd name="connsiteY1062" fmla="*/ 31806 h 358818"/>
              <a:gd name="connsiteX1063" fmla="*/ 960924 w 994371"/>
              <a:gd name="connsiteY1063" fmla="*/ 33099 h 358818"/>
              <a:gd name="connsiteX1064" fmla="*/ 961827 w 994371"/>
              <a:gd name="connsiteY1064" fmla="*/ 34415 h 358818"/>
              <a:gd name="connsiteX1065" fmla="*/ 962733 w 994371"/>
              <a:gd name="connsiteY1065" fmla="*/ 35754 h 358818"/>
              <a:gd name="connsiteX1066" fmla="*/ 963636 w 994371"/>
              <a:gd name="connsiteY1066" fmla="*/ 37116 h 358818"/>
              <a:gd name="connsiteX1067" fmla="*/ 964540 w 994371"/>
              <a:gd name="connsiteY1067" fmla="*/ 38501 h 358818"/>
              <a:gd name="connsiteX1068" fmla="*/ 965444 w 994371"/>
              <a:gd name="connsiteY1068" fmla="*/ 39907 h 358818"/>
              <a:gd name="connsiteX1069" fmla="*/ 966347 w 994371"/>
              <a:gd name="connsiteY1069" fmla="*/ 41336 h 358818"/>
              <a:gd name="connsiteX1070" fmla="*/ 967251 w 994371"/>
              <a:gd name="connsiteY1070" fmla="*/ 42786 h 358818"/>
              <a:gd name="connsiteX1071" fmla="*/ 968156 w 994371"/>
              <a:gd name="connsiteY1071" fmla="*/ 44258 h 358818"/>
              <a:gd name="connsiteX1072" fmla="*/ 969060 w 994371"/>
              <a:gd name="connsiteY1072" fmla="*/ 45752 h 358818"/>
              <a:gd name="connsiteX1073" fmla="*/ 969964 w 994371"/>
              <a:gd name="connsiteY1073" fmla="*/ 47266 h 358818"/>
              <a:gd name="connsiteX1074" fmla="*/ 970868 w 994371"/>
              <a:gd name="connsiteY1074" fmla="*/ 48802 h 358818"/>
              <a:gd name="connsiteX1075" fmla="*/ 971771 w 994371"/>
              <a:gd name="connsiteY1075" fmla="*/ 50357 h 358818"/>
              <a:gd name="connsiteX1076" fmla="*/ 972677 w 994371"/>
              <a:gd name="connsiteY1076" fmla="*/ 51934 h 358818"/>
              <a:gd name="connsiteX1077" fmla="*/ 973580 w 994371"/>
              <a:gd name="connsiteY1077" fmla="*/ 53530 h 358818"/>
              <a:gd name="connsiteX1078" fmla="*/ 974484 w 994371"/>
              <a:gd name="connsiteY1078" fmla="*/ 55147 h 358818"/>
              <a:gd name="connsiteX1079" fmla="*/ 975388 w 994371"/>
              <a:gd name="connsiteY1079" fmla="*/ 56783 h 358818"/>
              <a:gd name="connsiteX1080" fmla="*/ 976291 w 994371"/>
              <a:gd name="connsiteY1080" fmla="*/ 58438 h 358818"/>
              <a:gd name="connsiteX1081" fmla="*/ 977195 w 994371"/>
              <a:gd name="connsiteY1081" fmla="*/ 60112 h 358818"/>
              <a:gd name="connsiteX1082" fmla="*/ 978100 w 994371"/>
              <a:gd name="connsiteY1082" fmla="*/ 61806 h 358818"/>
              <a:gd name="connsiteX1083" fmla="*/ 979004 w 994371"/>
              <a:gd name="connsiteY1083" fmla="*/ 63517 h 358818"/>
              <a:gd name="connsiteX1084" fmla="*/ 979908 w 994371"/>
              <a:gd name="connsiteY1084" fmla="*/ 65248 h 358818"/>
              <a:gd name="connsiteX1085" fmla="*/ 980812 w 994371"/>
              <a:gd name="connsiteY1085" fmla="*/ 66996 h 358818"/>
              <a:gd name="connsiteX1086" fmla="*/ 981715 w 994371"/>
              <a:gd name="connsiteY1086" fmla="*/ 68762 h 358818"/>
              <a:gd name="connsiteX1087" fmla="*/ 982619 w 994371"/>
              <a:gd name="connsiteY1087" fmla="*/ 70545 h 358818"/>
              <a:gd name="connsiteX1088" fmla="*/ 983523 w 994371"/>
              <a:gd name="connsiteY1088" fmla="*/ 72346 h 358818"/>
              <a:gd name="connsiteX1089" fmla="*/ 984428 w 994371"/>
              <a:gd name="connsiteY1089" fmla="*/ 74163 h 358818"/>
              <a:gd name="connsiteX1090" fmla="*/ 985332 w 994371"/>
              <a:gd name="connsiteY1090" fmla="*/ 75997 h 358818"/>
              <a:gd name="connsiteX1091" fmla="*/ 986235 w 994371"/>
              <a:gd name="connsiteY1091" fmla="*/ 77848 h 358818"/>
              <a:gd name="connsiteX1092" fmla="*/ 987139 w 994371"/>
              <a:gd name="connsiteY1092" fmla="*/ 79714 h 358818"/>
              <a:gd name="connsiteX1093" fmla="*/ 988043 w 994371"/>
              <a:gd name="connsiteY1093" fmla="*/ 81596 h 358818"/>
              <a:gd name="connsiteX1094" fmla="*/ 988947 w 994371"/>
              <a:gd name="connsiteY1094" fmla="*/ 83494 h 358818"/>
              <a:gd name="connsiteX1095" fmla="*/ 989852 w 994371"/>
              <a:gd name="connsiteY1095" fmla="*/ 85407 h 358818"/>
              <a:gd name="connsiteX1096" fmla="*/ 990756 w 994371"/>
              <a:gd name="connsiteY1096" fmla="*/ 87335 h 358818"/>
              <a:gd name="connsiteX1097" fmla="*/ 991659 w 994371"/>
              <a:gd name="connsiteY1097" fmla="*/ 89277 h 358818"/>
              <a:gd name="connsiteX1098" fmla="*/ 992563 w 994371"/>
              <a:gd name="connsiteY1098" fmla="*/ 91233 h 358818"/>
              <a:gd name="connsiteX1099" fmla="*/ 993467 w 994371"/>
              <a:gd name="connsiteY1099" fmla="*/ 93204 h 358818"/>
              <a:gd name="connsiteX1100" fmla="*/ 994372 w 994371"/>
              <a:gd name="connsiteY1100" fmla="*/ 95188 h 358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</a:cxnLst>
            <a:rect l="l" t="t" r="r" b="b"/>
            <a:pathLst>
              <a:path w="994371" h="358818">
                <a:moveTo>
                  <a:pt x="0" y="2724"/>
                </a:moveTo>
                <a:lnTo>
                  <a:pt x="904" y="2347"/>
                </a:lnTo>
                <a:lnTo>
                  <a:pt x="1807" y="1997"/>
                </a:lnTo>
                <a:lnTo>
                  <a:pt x="2713" y="1676"/>
                </a:lnTo>
                <a:lnTo>
                  <a:pt x="3616" y="1382"/>
                </a:lnTo>
                <a:lnTo>
                  <a:pt x="4520" y="1117"/>
                </a:lnTo>
                <a:lnTo>
                  <a:pt x="5424" y="880"/>
                </a:lnTo>
                <a:lnTo>
                  <a:pt x="6328" y="671"/>
                </a:lnTo>
                <a:lnTo>
                  <a:pt x="7231" y="490"/>
                </a:lnTo>
                <a:lnTo>
                  <a:pt x="8137" y="338"/>
                </a:lnTo>
                <a:lnTo>
                  <a:pt x="9040" y="214"/>
                </a:lnTo>
                <a:lnTo>
                  <a:pt x="9944" y="118"/>
                </a:lnTo>
                <a:lnTo>
                  <a:pt x="10848" y="50"/>
                </a:lnTo>
                <a:lnTo>
                  <a:pt x="11751" y="11"/>
                </a:lnTo>
                <a:lnTo>
                  <a:pt x="12655" y="0"/>
                </a:lnTo>
                <a:lnTo>
                  <a:pt x="13560" y="17"/>
                </a:lnTo>
                <a:lnTo>
                  <a:pt x="14464" y="63"/>
                </a:lnTo>
                <a:lnTo>
                  <a:pt x="15368" y="137"/>
                </a:lnTo>
                <a:lnTo>
                  <a:pt x="16272" y="240"/>
                </a:lnTo>
                <a:lnTo>
                  <a:pt x="17175" y="370"/>
                </a:lnTo>
                <a:lnTo>
                  <a:pt x="18079" y="529"/>
                </a:lnTo>
                <a:lnTo>
                  <a:pt x="18984" y="716"/>
                </a:lnTo>
                <a:lnTo>
                  <a:pt x="19888" y="932"/>
                </a:lnTo>
                <a:lnTo>
                  <a:pt x="20792" y="1175"/>
                </a:lnTo>
                <a:lnTo>
                  <a:pt x="21695" y="1447"/>
                </a:lnTo>
                <a:lnTo>
                  <a:pt x="22599" y="1747"/>
                </a:lnTo>
                <a:lnTo>
                  <a:pt x="23503" y="2075"/>
                </a:lnTo>
                <a:lnTo>
                  <a:pt x="24408" y="2431"/>
                </a:lnTo>
                <a:lnTo>
                  <a:pt x="25312" y="2814"/>
                </a:lnTo>
                <a:lnTo>
                  <a:pt x="26216" y="3226"/>
                </a:lnTo>
                <a:lnTo>
                  <a:pt x="27119" y="3666"/>
                </a:lnTo>
                <a:lnTo>
                  <a:pt x="28023" y="4133"/>
                </a:lnTo>
                <a:lnTo>
                  <a:pt x="28927" y="4628"/>
                </a:lnTo>
                <a:lnTo>
                  <a:pt x="29832" y="5150"/>
                </a:lnTo>
                <a:lnTo>
                  <a:pt x="30736" y="5700"/>
                </a:lnTo>
                <a:lnTo>
                  <a:pt x="31639" y="6278"/>
                </a:lnTo>
                <a:lnTo>
                  <a:pt x="32543" y="6883"/>
                </a:lnTo>
                <a:lnTo>
                  <a:pt x="33447" y="7515"/>
                </a:lnTo>
                <a:lnTo>
                  <a:pt x="34352" y="8174"/>
                </a:lnTo>
                <a:lnTo>
                  <a:pt x="35256" y="8860"/>
                </a:lnTo>
                <a:lnTo>
                  <a:pt x="36160" y="9574"/>
                </a:lnTo>
                <a:lnTo>
                  <a:pt x="37063" y="10314"/>
                </a:lnTo>
                <a:lnTo>
                  <a:pt x="37967" y="11080"/>
                </a:lnTo>
                <a:lnTo>
                  <a:pt x="38871" y="11874"/>
                </a:lnTo>
                <a:lnTo>
                  <a:pt x="39776" y="12693"/>
                </a:lnTo>
                <a:lnTo>
                  <a:pt x="40680" y="13539"/>
                </a:lnTo>
                <a:lnTo>
                  <a:pt x="41583" y="14412"/>
                </a:lnTo>
                <a:lnTo>
                  <a:pt x="42487" y="15310"/>
                </a:lnTo>
                <a:lnTo>
                  <a:pt x="43391" y="16234"/>
                </a:lnTo>
                <a:lnTo>
                  <a:pt x="44294" y="17184"/>
                </a:lnTo>
                <a:lnTo>
                  <a:pt x="45200" y="18160"/>
                </a:lnTo>
                <a:lnTo>
                  <a:pt x="46103" y="19161"/>
                </a:lnTo>
                <a:lnTo>
                  <a:pt x="47007" y="20188"/>
                </a:lnTo>
                <a:lnTo>
                  <a:pt x="47911" y="21239"/>
                </a:lnTo>
                <a:lnTo>
                  <a:pt x="48815" y="22316"/>
                </a:lnTo>
                <a:lnTo>
                  <a:pt x="49718" y="23417"/>
                </a:lnTo>
                <a:lnTo>
                  <a:pt x="50624" y="24543"/>
                </a:lnTo>
                <a:lnTo>
                  <a:pt x="51527" y="25693"/>
                </a:lnTo>
                <a:lnTo>
                  <a:pt x="52431" y="26868"/>
                </a:lnTo>
                <a:lnTo>
                  <a:pt x="53335" y="28067"/>
                </a:lnTo>
                <a:lnTo>
                  <a:pt x="54238" y="29289"/>
                </a:lnTo>
                <a:lnTo>
                  <a:pt x="55142" y="30536"/>
                </a:lnTo>
                <a:lnTo>
                  <a:pt x="56047" y="31806"/>
                </a:lnTo>
                <a:lnTo>
                  <a:pt x="56951" y="33099"/>
                </a:lnTo>
                <a:lnTo>
                  <a:pt x="57855" y="34415"/>
                </a:lnTo>
                <a:lnTo>
                  <a:pt x="58759" y="35754"/>
                </a:lnTo>
                <a:lnTo>
                  <a:pt x="59662" y="37116"/>
                </a:lnTo>
                <a:lnTo>
                  <a:pt x="60566" y="38501"/>
                </a:lnTo>
                <a:lnTo>
                  <a:pt x="61471" y="39907"/>
                </a:lnTo>
                <a:lnTo>
                  <a:pt x="62375" y="41336"/>
                </a:lnTo>
                <a:lnTo>
                  <a:pt x="63279" y="42786"/>
                </a:lnTo>
                <a:lnTo>
                  <a:pt x="64182" y="44258"/>
                </a:lnTo>
                <a:lnTo>
                  <a:pt x="65086" y="45752"/>
                </a:lnTo>
                <a:lnTo>
                  <a:pt x="65990" y="47266"/>
                </a:lnTo>
                <a:lnTo>
                  <a:pt x="66893" y="48802"/>
                </a:lnTo>
                <a:lnTo>
                  <a:pt x="67799" y="50357"/>
                </a:lnTo>
                <a:lnTo>
                  <a:pt x="68703" y="51934"/>
                </a:lnTo>
                <a:lnTo>
                  <a:pt x="69606" y="53530"/>
                </a:lnTo>
                <a:lnTo>
                  <a:pt x="70510" y="55147"/>
                </a:lnTo>
                <a:lnTo>
                  <a:pt x="71414" y="56783"/>
                </a:lnTo>
                <a:lnTo>
                  <a:pt x="72317" y="58438"/>
                </a:lnTo>
                <a:lnTo>
                  <a:pt x="73223" y="60112"/>
                </a:lnTo>
                <a:lnTo>
                  <a:pt x="74126" y="61806"/>
                </a:lnTo>
                <a:lnTo>
                  <a:pt x="75030" y="63517"/>
                </a:lnTo>
                <a:lnTo>
                  <a:pt x="75934" y="65248"/>
                </a:lnTo>
                <a:lnTo>
                  <a:pt x="76837" y="66996"/>
                </a:lnTo>
                <a:lnTo>
                  <a:pt x="77741" y="68762"/>
                </a:lnTo>
                <a:lnTo>
                  <a:pt x="78647" y="70545"/>
                </a:lnTo>
                <a:lnTo>
                  <a:pt x="79550" y="72346"/>
                </a:lnTo>
                <a:lnTo>
                  <a:pt x="80454" y="74163"/>
                </a:lnTo>
                <a:lnTo>
                  <a:pt x="81358" y="75997"/>
                </a:lnTo>
                <a:lnTo>
                  <a:pt x="82261" y="77848"/>
                </a:lnTo>
                <a:lnTo>
                  <a:pt x="83165" y="79714"/>
                </a:lnTo>
                <a:lnTo>
                  <a:pt x="84070" y="81596"/>
                </a:lnTo>
                <a:lnTo>
                  <a:pt x="84974" y="83494"/>
                </a:lnTo>
                <a:lnTo>
                  <a:pt x="85878" y="85407"/>
                </a:lnTo>
                <a:lnTo>
                  <a:pt x="86781" y="87335"/>
                </a:lnTo>
                <a:lnTo>
                  <a:pt x="87685" y="89277"/>
                </a:lnTo>
                <a:lnTo>
                  <a:pt x="88589" y="91233"/>
                </a:lnTo>
                <a:lnTo>
                  <a:pt x="89494" y="93204"/>
                </a:lnTo>
                <a:lnTo>
                  <a:pt x="90398" y="95188"/>
                </a:lnTo>
                <a:lnTo>
                  <a:pt x="91302" y="97185"/>
                </a:lnTo>
                <a:lnTo>
                  <a:pt x="92205" y="99195"/>
                </a:lnTo>
                <a:lnTo>
                  <a:pt x="93109" y="101218"/>
                </a:lnTo>
                <a:lnTo>
                  <a:pt x="94013" y="103253"/>
                </a:lnTo>
                <a:lnTo>
                  <a:pt x="94918" y="105300"/>
                </a:lnTo>
                <a:lnTo>
                  <a:pt x="95822" y="107359"/>
                </a:lnTo>
                <a:lnTo>
                  <a:pt x="96725" y="109430"/>
                </a:lnTo>
                <a:lnTo>
                  <a:pt x="97629" y="111511"/>
                </a:lnTo>
                <a:lnTo>
                  <a:pt x="98533" y="113603"/>
                </a:lnTo>
                <a:lnTo>
                  <a:pt x="99437" y="115706"/>
                </a:lnTo>
                <a:lnTo>
                  <a:pt x="100342" y="117819"/>
                </a:lnTo>
                <a:lnTo>
                  <a:pt x="101246" y="119941"/>
                </a:lnTo>
                <a:lnTo>
                  <a:pt x="102149" y="122073"/>
                </a:lnTo>
                <a:lnTo>
                  <a:pt x="103053" y="124213"/>
                </a:lnTo>
                <a:lnTo>
                  <a:pt x="103957" y="126363"/>
                </a:lnTo>
                <a:lnTo>
                  <a:pt x="104860" y="128521"/>
                </a:lnTo>
                <a:lnTo>
                  <a:pt x="105766" y="130687"/>
                </a:lnTo>
                <a:lnTo>
                  <a:pt x="106669" y="132860"/>
                </a:lnTo>
                <a:lnTo>
                  <a:pt x="107573" y="135040"/>
                </a:lnTo>
                <a:lnTo>
                  <a:pt x="108477" y="137228"/>
                </a:lnTo>
                <a:lnTo>
                  <a:pt x="109381" y="139424"/>
                </a:lnTo>
                <a:lnTo>
                  <a:pt x="110284" y="141625"/>
                </a:lnTo>
                <a:lnTo>
                  <a:pt x="111190" y="143831"/>
                </a:lnTo>
                <a:lnTo>
                  <a:pt x="112093" y="146044"/>
                </a:lnTo>
                <a:lnTo>
                  <a:pt x="112997" y="148262"/>
                </a:lnTo>
                <a:lnTo>
                  <a:pt x="113901" y="150485"/>
                </a:lnTo>
                <a:lnTo>
                  <a:pt x="114804" y="152712"/>
                </a:lnTo>
                <a:lnTo>
                  <a:pt x="115708" y="154943"/>
                </a:lnTo>
                <a:lnTo>
                  <a:pt x="116613" y="157179"/>
                </a:lnTo>
                <a:lnTo>
                  <a:pt x="117517" y="159417"/>
                </a:lnTo>
                <a:lnTo>
                  <a:pt x="118421" y="161659"/>
                </a:lnTo>
                <a:lnTo>
                  <a:pt x="119324" y="163904"/>
                </a:lnTo>
                <a:lnTo>
                  <a:pt x="120228" y="166151"/>
                </a:lnTo>
                <a:lnTo>
                  <a:pt x="121132" y="168401"/>
                </a:lnTo>
                <a:lnTo>
                  <a:pt x="122037" y="170652"/>
                </a:lnTo>
                <a:lnTo>
                  <a:pt x="122941" y="172904"/>
                </a:lnTo>
                <a:lnTo>
                  <a:pt x="123845" y="175158"/>
                </a:lnTo>
                <a:lnTo>
                  <a:pt x="124748" y="177413"/>
                </a:lnTo>
                <a:lnTo>
                  <a:pt x="125652" y="179667"/>
                </a:lnTo>
                <a:lnTo>
                  <a:pt x="126556" y="181921"/>
                </a:lnTo>
                <a:lnTo>
                  <a:pt x="127461" y="184175"/>
                </a:lnTo>
                <a:lnTo>
                  <a:pt x="128365" y="186428"/>
                </a:lnTo>
                <a:lnTo>
                  <a:pt x="129268" y="188681"/>
                </a:lnTo>
                <a:lnTo>
                  <a:pt x="130172" y="190931"/>
                </a:lnTo>
                <a:lnTo>
                  <a:pt x="131076" y="193181"/>
                </a:lnTo>
                <a:lnTo>
                  <a:pt x="131980" y="195427"/>
                </a:lnTo>
                <a:lnTo>
                  <a:pt x="132885" y="197671"/>
                </a:lnTo>
                <a:lnTo>
                  <a:pt x="133789" y="199912"/>
                </a:lnTo>
                <a:lnTo>
                  <a:pt x="134692" y="202150"/>
                </a:lnTo>
                <a:lnTo>
                  <a:pt x="135596" y="204385"/>
                </a:lnTo>
                <a:lnTo>
                  <a:pt x="136500" y="206615"/>
                </a:lnTo>
                <a:lnTo>
                  <a:pt x="137405" y="208841"/>
                </a:lnTo>
                <a:lnTo>
                  <a:pt x="138309" y="211064"/>
                </a:lnTo>
                <a:lnTo>
                  <a:pt x="139212" y="213280"/>
                </a:lnTo>
                <a:lnTo>
                  <a:pt x="140116" y="215491"/>
                </a:lnTo>
                <a:lnTo>
                  <a:pt x="141020" y="217697"/>
                </a:lnTo>
                <a:lnTo>
                  <a:pt x="141924" y="219896"/>
                </a:lnTo>
                <a:lnTo>
                  <a:pt x="142829" y="222089"/>
                </a:lnTo>
                <a:lnTo>
                  <a:pt x="143733" y="224275"/>
                </a:lnTo>
                <a:lnTo>
                  <a:pt x="144636" y="226455"/>
                </a:lnTo>
                <a:lnTo>
                  <a:pt x="145540" y="228627"/>
                </a:lnTo>
                <a:lnTo>
                  <a:pt x="146444" y="230790"/>
                </a:lnTo>
                <a:lnTo>
                  <a:pt x="147347" y="232946"/>
                </a:lnTo>
                <a:lnTo>
                  <a:pt x="148253" y="235094"/>
                </a:lnTo>
                <a:lnTo>
                  <a:pt x="149156" y="237232"/>
                </a:lnTo>
                <a:lnTo>
                  <a:pt x="150060" y="239362"/>
                </a:lnTo>
                <a:lnTo>
                  <a:pt x="150964" y="241483"/>
                </a:lnTo>
                <a:lnTo>
                  <a:pt x="151868" y="243593"/>
                </a:lnTo>
                <a:lnTo>
                  <a:pt x="152771" y="245693"/>
                </a:lnTo>
                <a:lnTo>
                  <a:pt x="153677" y="247783"/>
                </a:lnTo>
                <a:lnTo>
                  <a:pt x="154580" y="249862"/>
                </a:lnTo>
                <a:lnTo>
                  <a:pt x="155484" y="251931"/>
                </a:lnTo>
                <a:lnTo>
                  <a:pt x="156388" y="253986"/>
                </a:lnTo>
                <a:lnTo>
                  <a:pt x="157291" y="256031"/>
                </a:lnTo>
                <a:lnTo>
                  <a:pt x="158195" y="258064"/>
                </a:lnTo>
                <a:lnTo>
                  <a:pt x="159100" y="260084"/>
                </a:lnTo>
                <a:lnTo>
                  <a:pt x="160004" y="262091"/>
                </a:lnTo>
                <a:lnTo>
                  <a:pt x="160908" y="264086"/>
                </a:lnTo>
                <a:lnTo>
                  <a:pt x="161812" y="266066"/>
                </a:lnTo>
                <a:lnTo>
                  <a:pt x="162715" y="268033"/>
                </a:lnTo>
                <a:lnTo>
                  <a:pt x="163619" y="269986"/>
                </a:lnTo>
                <a:lnTo>
                  <a:pt x="164524" y="271925"/>
                </a:lnTo>
                <a:lnTo>
                  <a:pt x="165428" y="273849"/>
                </a:lnTo>
                <a:lnTo>
                  <a:pt x="166332" y="275759"/>
                </a:lnTo>
                <a:lnTo>
                  <a:pt x="167235" y="277653"/>
                </a:lnTo>
                <a:lnTo>
                  <a:pt x="168139" y="279532"/>
                </a:lnTo>
                <a:lnTo>
                  <a:pt x="169043" y="281394"/>
                </a:lnTo>
                <a:lnTo>
                  <a:pt x="169948" y="283241"/>
                </a:lnTo>
                <a:lnTo>
                  <a:pt x="170852" y="285072"/>
                </a:lnTo>
                <a:lnTo>
                  <a:pt x="171756" y="286886"/>
                </a:lnTo>
                <a:lnTo>
                  <a:pt x="172659" y="288681"/>
                </a:lnTo>
                <a:lnTo>
                  <a:pt x="173563" y="290461"/>
                </a:lnTo>
                <a:lnTo>
                  <a:pt x="174467" y="292223"/>
                </a:lnTo>
                <a:lnTo>
                  <a:pt x="175372" y="293967"/>
                </a:lnTo>
                <a:lnTo>
                  <a:pt x="176276" y="295693"/>
                </a:lnTo>
                <a:lnTo>
                  <a:pt x="177179" y="297401"/>
                </a:lnTo>
                <a:lnTo>
                  <a:pt x="178083" y="299090"/>
                </a:lnTo>
                <a:lnTo>
                  <a:pt x="178987" y="300760"/>
                </a:lnTo>
                <a:lnTo>
                  <a:pt x="179890" y="302411"/>
                </a:lnTo>
                <a:lnTo>
                  <a:pt x="180796" y="304043"/>
                </a:lnTo>
                <a:lnTo>
                  <a:pt x="181700" y="305654"/>
                </a:lnTo>
                <a:lnTo>
                  <a:pt x="182603" y="307245"/>
                </a:lnTo>
                <a:lnTo>
                  <a:pt x="183507" y="308818"/>
                </a:lnTo>
                <a:lnTo>
                  <a:pt x="184411" y="310370"/>
                </a:lnTo>
                <a:lnTo>
                  <a:pt x="185314" y="311900"/>
                </a:lnTo>
                <a:lnTo>
                  <a:pt x="186220" y="313410"/>
                </a:lnTo>
                <a:lnTo>
                  <a:pt x="187123" y="314898"/>
                </a:lnTo>
                <a:lnTo>
                  <a:pt x="188027" y="316365"/>
                </a:lnTo>
                <a:lnTo>
                  <a:pt x="188931" y="317811"/>
                </a:lnTo>
                <a:lnTo>
                  <a:pt x="189834" y="319234"/>
                </a:lnTo>
                <a:lnTo>
                  <a:pt x="190738" y="320636"/>
                </a:lnTo>
                <a:lnTo>
                  <a:pt x="191644" y="322015"/>
                </a:lnTo>
                <a:lnTo>
                  <a:pt x="192547" y="323372"/>
                </a:lnTo>
                <a:lnTo>
                  <a:pt x="193451" y="324706"/>
                </a:lnTo>
                <a:lnTo>
                  <a:pt x="194355" y="326017"/>
                </a:lnTo>
                <a:lnTo>
                  <a:pt x="195258" y="327304"/>
                </a:lnTo>
                <a:lnTo>
                  <a:pt x="196162" y="328568"/>
                </a:lnTo>
                <a:lnTo>
                  <a:pt x="197067" y="329811"/>
                </a:lnTo>
                <a:lnTo>
                  <a:pt x="197971" y="331027"/>
                </a:lnTo>
                <a:lnTo>
                  <a:pt x="198875" y="332221"/>
                </a:lnTo>
                <a:lnTo>
                  <a:pt x="199778" y="333389"/>
                </a:lnTo>
                <a:lnTo>
                  <a:pt x="200682" y="334535"/>
                </a:lnTo>
                <a:lnTo>
                  <a:pt x="201586" y="335655"/>
                </a:lnTo>
                <a:lnTo>
                  <a:pt x="202491" y="336752"/>
                </a:lnTo>
                <a:lnTo>
                  <a:pt x="203395" y="337821"/>
                </a:lnTo>
                <a:lnTo>
                  <a:pt x="204299" y="338868"/>
                </a:lnTo>
                <a:lnTo>
                  <a:pt x="205202" y="339888"/>
                </a:lnTo>
                <a:lnTo>
                  <a:pt x="206106" y="340883"/>
                </a:lnTo>
                <a:lnTo>
                  <a:pt x="207010" y="341853"/>
                </a:lnTo>
                <a:lnTo>
                  <a:pt x="207913" y="342797"/>
                </a:lnTo>
                <a:lnTo>
                  <a:pt x="208819" y="343715"/>
                </a:lnTo>
                <a:lnTo>
                  <a:pt x="209722" y="344607"/>
                </a:lnTo>
                <a:lnTo>
                  <a:pt x="210626" y="345474"/>
                </a:lnTo>
                <a:lnTo>
                  <a:pt x="211530" y="346315"/>
                </a:lnTo>
                <a:lnTo>
                  <a:pt x="212434" y="347129"/>
                </a:lnTo>
                <a:lnTo>
                  <a:pt x="213337" y="347915"/>
                </a:lnTo>
                <a:lnTo>
                  <a:pt x="214243" y="348676"/>
                </a:lnTo>
                <a:lnTo>
                  <a:pt x="215146" y="349410"/>
                </a:lnTo>
                <a:lnTo>
                  <a:pt x="216050" y="350118"/>
                </a:lnTo>
                <a:lnTo>
                  <a:pt x="216954" y="350797"/>
                </a:lnTo>
                <a:lnTo>
                  <a:pt x="217857" y="351450"/>
                </a:lnTo>
                <a:lnTo>
                  <a:pt x="218761" y="352076"/>
                </a:lnTo>
                <a:lnTo>
                  <a:pt x="219666" y="352674"/>
                </a:lnTo>
                <a:lnTo>
                  <a:pt x="220570" y="353246"/>
                </a:lnTo>
                <a:lnTo>
                  <a:pt x="221474" y="353790"/>
                </a:lnTo>
                <a:lnTo>
                  <a:pt x="222377" y="354305"/>
                </a:lnTo>
                <a:lnTo>
                  <a:pt x="223281" y="354795"/>
                </a:lnTo>
                <a:lnTo>
                  <a:pt x="224185" y="355256"/>
                </a:lnTo>
                <a:lnTo>
                  <a:pt x="225090" y="355689"/>
                </a:lnTo>
                <a:lnTo>
                  <a:pt x="225994" y="356095"/>
                </a:lnTo>
                <a:lnTo>
                  <a:pt x="226898" y="356472"/>
                </a:lnTo>
                <a:lnTo>
                  <a:pt x="227801" y="356822"/>
                </a:lnTo>
                <a:lnTo>
                  <a:pt x="228705" y="357143"/>
                </a:lnTo>
                <a:lnTo>
                  <a:pt x="229609" y="357437"/>
                </a:lnTo>
                <a:lnTo>
                  <a:pt x="230514" y="357701"/>
                </a:lnTo>
                <a:lnTo>
                  <a:pt x="231418" y="357938"/>
                </a:lnTo>
                <a:lnTo>
                  <a:pt x="232321" y="358148"/>
                </a:lnTo>
                <a:lnTo>
                  <a:pt x="233225" y="358329"/>
                </a:lnTo>
                <a:lnTo>
                  <a:pt x="234129" y="358480"/>
                </a:lnTo>
                <a:lnTo>
                  <a:pt x="235033" y="358605"/>
                </a:lnTo>
                <a:lnTo>
                  <a:pt x="235938" y="358701"/>
                </a:lnTo>
                <a:lnTo>
                  <a:pt x="236842" y="358769"/>
                </a:lnTo>
                <a:lnTo>
                  <a:pt x="237745" y="358807"/>
                </a:lnTo>
                <a:lnTo>
                  <a:pt x="238649" y="358819"/>
                </a:lnTo>
                <a:lnTo>
                  <a:pt x="239553" y="358801"/>
                </a:lnTo>
                <a:lnTo>
                  <a:pt x="240456" y="358756"/>
                </a:lnTo>
                <a:lnTo>
                  <a:pt x="241362" y="358681"/>
                </a:lnTo>
                <a:lnTo>
                  <a:pt x="242265" y="358580"/>
                </a:lnTo>
                <a:lnTo>
                  <a:pt x="243169" y="358448"/>
                </a:lnTo>
                <a:lnTo>
                  <a:pt x="244073" y="358289"/>
                </a:lnTo>
                <a:lnTo>
                  <a:pt x="244977" y="358103"/>
                </a:lnTo>
                <a:lnTo>
                  <a:pt x="245880" y="357887"/>
                </a:lnTo>
                <a:lnTo>
                  <a:pt x="246786" y="357643"/>
                </a:lnTo>
                <a:lnTo>
                  <a:pt x="247689" y="357372"/>
                </a:lnTo>
                <a:lnTo>
                  <a:pt x="248593" y="357071"/>
                </a:lnTo>
                <a:lnTo>
                  <a:pt x="249497" y="356744"/>
                </a:lnTo>
                <a:lnTo>
                  <a:pt x="250400" y="356389"/>
                </a:lnTo>
                <a:lnTo>
                  <a:pt x="251306" y="356005"/>
                </a:lnTo>
                <a:lnTo>
                  <a:pt x="252209" y="355593"/>
                </a:lnTo>
                <a:lnTo>
                  <a:pt x="253113" y="355153"/>
                </a:lnTo>
                <a:lnTo>
                  <a:pt x="254017" y="354686"/>
                </a:lnTo>
                <a:lnTo>
                  <a:pt x="254921" y="354191"/>
                </a:lnTo>
                <a:lnTo>
                  <a:pt x="255824" y="353669"/>
                </a:lnTo>
                <a:lnTo>
                  <a:pt x="256728" y="353118"/>
                </a:lnTo>
                <a:lnTo>
                  <a:pt x="257633" y="352541"/>
                </a:lnTo>
                <a:lnTo>
                  <a:pt x="258537" y="351937"/>
                </a:lnTo>
                <a:lnTo>
                  <a:pt x="259441" y="351304"/>
                </a:lnTo>
                <a:lnTo>
                  <a:pt x="260344" y="350644"/>
                </a:lnTo>
                <a:lnTo>
                  <a:pt x="261248" y="349958"/>
                </a:lnTo>
                <a:lnTo>
                  <a:pt x="262153" y="349245"/>
                </a:lnTo>
                <a:lnTo>
                  <a:pt x="263057" y="348505"/>
                </a:lnTo>
                <a:lnTo>
                  <a:pt x="263961" y="347739"/>
                </a:lnTo>
                <a:lnTo>
                  <a:pt x="264865" y="346945"/>
                </a:lnTo>
                <a:lnTo>
                  <a:pt x="265768" y="346126"/>
                </a:lnTo>
                <a:lnTo>
                  <a:pt x="266672" y="345280"/>
                </a:lnTo>
                <a:lnTo>
                  <a:pt x="267576" y="344406"/>
                </a:lnTo>
                <a:lnTo>
                  <a:pt x="268481" y="343509"/>
                </a:lnTo>
                <a:lnTo>
                  <a:pt x="269385" y="342584"/>
                </a:lnTo>
                <a:lnTo>
                  <a:pt x="270288" y="341634"/>
                </a:lnTo>
                <a:lnTo>
                  <a:pt x="271192" y="340659"/>
                </a:lnTo>
                <a:lnTo>
                  <a:pt x="272096" y="339657"/>
                </a:lnTo>
                <a:lnTo>
                  <a:pt x="273001" y="338632"/>
                </a:lnTo>
                <a:lnTo>
                  <a:pt x="273905" y="337579"/>
                </a:lnTo>
                <a:lnTo>
                  <a:pt x="274809" y="336502"/>
                </a:lnTo>
                <a:lnTo>
                  <a:pt x="275712" y="335403"/>
                </a:lnTo>
                <a:lnTo>
                  <a:pt x="276616" y="334276"/>
                </a:lnTo>
                <a:lnTo>
                  <a:pt x="277520" y="333125"/>
                </a:lnTo>
                <a:lnTo>
                  <a:pt x="278423" y="331951"/>
                </a:lnTo>
                <a:lnTo>
                  <a:pt x="279329" y="330751"/>
                </a:lnTo>
                <a:lnTo>
                  <a:pt x="280232" y="329529"/>
                </a:lnTo>
                <a:lnTo>
                  <a:pt x="281136" y="328283"/>
                </a:lnTo>
                <a:lnTo>
                  <a:pt x="282040" y="327014"/>
                </a:lnTo>
                <a:lnTo>
                  <a:pt x="282943" y="325719"/>
                </a:lnTo>
                <a:lnTo>
                  <a:pt x="283849" y="324404"/>
                </a:lnTo>
                <a:lnTo>
                  <a:pt x="284753" y="323065"/>
                </a:lnTo>
                <a:lnTo>
                  <a:pt x="285656" y="321703"/>
                </a:lnTo>
                <a:lnTo>
                  <a:pt x="286560" y="320319"/>
                </a:lnTo>
                <a:lnTo>
                  <a:pt x="287464" y="318912"/>
                </a:lnTo>
                <a:lnTo>
                  <a:pt x="288367" y="317483"/>
                </a:lnTo>
                <a:lnTo>
                  <a:pt x="289271" y="316033"/>
                </a:lnTo>
                <a:lnTo>
                  <a:pt x="290176" y="314560"/>
                </a:lnTo>
                <a:lnTo>
                  <a:pt x="291080" y="313066"/>
                </a:lnTo>
                <a:lnTo>
                  <a:pt x="291984" y="311553"/>
                </a:lnTo>
                <a:lnTo>
                  <a:pt x="292887" y="310018"/>
                </a:lnTo>
                <a:lnTo>
                  <a:pt x="293791" y="308461"/>
                </a:lnTo>
                <a:lnTo>
                  <a:pt x="294696" y="306885"/>
                </a:lnTo>
                <a:lnTo>
                  <a:pt x="295600" y="305288"/>
                </a:lnTo>
                <a:lnTo>
                  <a:pt x="296504" y="303672"/>
                </a:lnTo>
                <a:lnTo>
                  <a:pt x="297408" y="302036"/>
                </a:lnTo>
                <a:lnTo>
                  <a:pt x="298311" y="300381"/>
                </a:lnTo>
                <a:lnTo>
                  <a:pt x="299215" y="298707"/>
                </a:lnTo>
                <a:lnTo>
                  <a:pt x="300119" y="297012"/>
                </a:lnTo>
                <a:lnTo>
                  <a:pt x="301024" y="295301"/>
                </a:lnTo>
                <a:lnTo>
                  <a:pt x="301928" y="293572"/>
                </a:lnTo>
                <a:lnTo>
                  <a:pt x="302831" y="291823"/>
                </a:lnTo>
                <a:lnTo>
                  <a:pt x="303735" y="290057"/>
                </a:lnTo>
                <a:lnTo>
                  <a:pt x="304639" y="288273"/>
                </a:lnTo>
                <a:lnTo>
                  <a:pt x="305544" y="286474"/>
                </a:lnTo>
                <a:lnTo>
                  <a:pt x="306448" y="284655"/>
                </a:lnTo>
                <a:lnTo>
                  <a:pt x="307352" y="282821"/>
                </a:lnTo>
                <a:lnTo>
                  <a:pt x="308255" y="280970"/>
                </a:lnTo>
                <a:lnTo>
                  <a:pt x="309159" y="279105"/>
                </a:lnTo>
                <a:lnTo>
                  <a:pt x="310063" y="277222"/>
                </a:lnTo>
                <a:lnTo>
                  <a:pt x="310966" y="275325"/>
                </a:lnTo>
                <a:lnTo>
                  <a:pt x="311872" y="273412"/>
                </a:lnTo>
                <a:lnTo>
                  <a:pt x="312775" y="271485"/>
                </a:lnTo>
                <a:lnTo>
                  <a:pt x="313679" y="269543"/>
                </a:lnTo>
                <a:lnTo>
                  <a:pt x="314583" y="267586"/>
                </a:lnTo>
                <a:lnTo>
                  <a:pt x="315487" y="265616"/>
                </a:lnTo>
                <a:lnTo>
                  <a:pt x="316392" y="263631"/>
                </a:lnTo>
                <a:lnTo>
                  <a:pt x="317296" y="261634"/>
                </a:lnTo>
                <a:lnTo>
                  <a:pt x="318199" y="259624"/>
                </a:lnTo>
                <a:lnTo>
                  <a:pt x="319103" y="257600"/>
                </a:lnTo>
                <a:lnTo>
                  <a:pt x="320007" y="255565"/>
                </a:lnTo>
                <a:lnTo>
                  <a:pt x="320910" y="253519"/>
                </a:lnTo>
                <a:lnTo>
                  <a:pt x="321814" y="251459"/>
                </a:lnTo>
                <a:lnTo>
                  <a:pt x="322719" y="249389"/>
                </a:lnTo>
                <a:lnTo>
                  <a:pt x="323623" y="247308"/>
                </a:lnTo>
                <a:lnTo>
                  <a:pt x="324527" y="245214"/>
                </a:lnTo>
                <a:lnTo>
                  <a:pt x="325430" y="243113"/>
                </a:lnTo>
                <a:lnTo>
                  <a:pt x="326334" y="241000"/>
                </a:lnTo>
                <a:lnTo>
                  <a:pt x="327240" y="238877"/>
                </a:lnTo>
                <a:lnTo>
                  <a:pt x="328143" y="236746"/>
                </a:lnTo>
                <a:lnTo>
                  <a:pt x="329047" y="234606"/>
                </a:lnTo>
                <a:lnTo>
                  <a:pt x="329951" y="232456"/>
                </a:lnTo>
                <a:lnTo>
                  <a:pt x="330854" y="230299"/>
                </a:lnTo>
                <a:lnTo>
                  <a:pt x="331758" y="228132"/>
                </a:lnTo>
                <a:lnTo>
                  <a:pt x="332662" y="225958"/>
                </a:lnTo>
                <a:lnTo>
                  <a:pt x="333567" y="223778"/>
                </a:lnTo>
                <a:lnTo>
                  <a:pt x="334471" y="221589"/>
                </a:lnTo>
                <a:lnTo>
                  <a:pt x="335374" y="219394"/>
                </a:lnTo>
                <a:lnTo>
                  <a:pt x="336278" y="217193"/>
                </a:lnTo>
                <a:lnTo>
                  <a:pt x="337182" y="214987"/>
                </a:lnTo>
                <a:lnTo>
                  <a:pt x="338086" y="212775"/>
                </a:lnTo>
                <a:lnTo>
                  <a:pt x="338991" y="210557"/>
                </a:lnTo>
                <a:lnTo>
                  <a:pt x="339895" y="208334"/>
                </a:lnTo>
                <a:lnTo>
                  <a:pt x="340798" y="206106"/>
                </a:lnTo>
                <a:lnTo>
                  <a:pt x="341702" y="203875"/>
                </a:lnTo>
                <a:lnTo>
                  <a:pt x="342606" y="201640"/>
                </a:lnTo>
                <a:lnTo>
                  <a:pt x="343511" y="199402"/>
                </a:lnTo>
                <a:lnTo>
                  <a:pt x="344415" y="197159"/>
                </a:lnTo>
                <a:lnTo>
                  <a:pt x="345318" y="194915"/>
                </a:lnTo>
                <a:lnTo>
                  <a:pt x="346222" y="192667"/>
                </a:lnTo>
                <a:lnTo>
                  <a:pt x="347126" y="190418"/>
                </a:lnTo>
                <a:lnTo>
                  <a:pt x="348030" y="188167"/>
                </a:lnTo>
                <a:lnTo>
                  <a:pt x="348933" y="185915"/>
                </a:lnTo>
                <a:lnTo>
                  <a:pt x="349839" y="183660"/>
                </a:lnTo>
                <a:lnTo>
                  <a:pt x="350742" y="181406"/>
                </a:lnTo>
                <a:lnTo>
                  <a:pt x="351646" y="179152"/>
                </a:lnTo>
                <a:lnTo>
                  <a:pt x="352550" y="176898"/>
                </a:lnTo>
                <a:lnTo>
                  <a:pt x="353453" y="174643"/>
                </a:lnTo>
                <a:lnTo>
                  <a:pt x="354359" y="172391"/>
                </a:lnTo>
                <a:lnTo>
                  <a:pt x="355262" y="170138"/>
                </a:lnTo>
                <a:lnTo>
                  <a:pt x="356166" y="167887"/>
                </a:lnTo>
                <a:lnTo>
                  <a:pt x="357070" y="165638"/>
                </a:lnTo>
                <a:lnTo>
                  <a:pt x="357974" y="163392"/>
                </a:lnTo>
                <a:lnTo>
                  <a:pt x="358877" y="161148"/>
                </a:lnTo>
                <a:lnTo>
                  <a:pt x="359781" y="158907"/>
                </a:lnTo>
                <a:lnTo>
                  <a:pt x="360686" y="156669"/>
                </a:lnTo>
                <a:lnTo>
                  <a:pt x="361590" y="154433"/>
                </a:lnTo>
                <a:lnTo>
                  <a:pt x="362494" y="152204"/>
                </a:lnTo>
                <a:lnTo>
                  <a:pt x="363397" y="149978"/>
                </a:lnTo>
                <a:lnTo>
                  <a:pt x="364301" y="147755"/>
                </a:lnTo>
                <a:lnTo>
                  <a:pt x="365206" y="145539"/>
                </a:lnTo>
                <a:lnTo>
                  <a:pt x="366110" y="143328"/>
                </a:lnTo>
                <a:lnTo>
                  <a:pt x="367014" y="141122"/>
                </a:lnTo>
                <a:lnTo>
                  <a:pt x="367917" y="138923"/>
                </a:lnTo>
                <a:lnTo>
                  <a:pt x="368821" y="136730"/>
                </a:lnTo>
                <a:lnTo>
                  <a:pt x="369725" y="134544"/>
                </a:lnTo>
                <a:lnTo>
                  <a:pt x="370629" y="132364"/>
                </a:lnTo>
                <a:lnTo>
                  <a:pt x="371534" y="130192"/>
                </a:lnTo>
                <a:lnTo>
                  <a:pt x="372438" y="128028"/>
                </a:lnTo>
                <a:lnTo>
                  <a:pt x="373341" y="125872"/>
                </a:lnTo>
                <a:lnTo>
                  <a:pt x="374245" y="123724"/>
                </a:lnTo>
                <a:lnTo>
                  <a:pt x="375149" y="121586"/>
                </a:lnTo>
                <a:lnTo>
                  <a:pt x="376054" y="119456"/>
                </a:lnTo>
                <a:lnTo>
                  <a:pt x="376958" y="117336"/>
                </a:lnTo>
                <a:lnTo>
                  <a:pt x="377862" y="115226"/>
                </a:lnTo>
                <a:lnTo>
                  <a:pt x="378765" y="113125"/>
                </a:lnTo>
                <a:lnTo>
                  <a:pt x="379669" y="111036"/>
                </a:lnTo>
                <a:lnTo>
                  <a:pt x="380573" y="108957"/>
                </a:lnTo>
                <a:lnTo>
                  <a:pt x="381476" y="106889"/>
                </a:lnTo>
                <a:lnTo>
                  <a:pt x="382382" y="104832"/>
                </a:lnTo>
                <a:lnTo>
                  <a:pt x="383285" y="102788"/>
                </a:lnTo>
                <a:lnTo>
                  <a:pt x="384189" y="100756"/>
                </a:lnTo>
                <a:lnTo>
                  <a:pt x="385093" y="98735"/>
                </a:lnTo>
                <a:lnTo>
                  <a:pt x="385996" y="96728"/>
                </a:lnTo>
                <a:lnTo>
                  <a:pt x="386902" y="94734"/>
                </a:lnTo>
                <a:lnTo>
                  <a:pt x="387805" y="92753"/>
                </a:lnTo>
                <a:lnTo>
                  <a:pt x="388709" y="90786"/>
                </a:lnTo>
                <a:lnTo>
                  <a:pt x="389613" y="88833"/>
                </a:lnTo>
                <a:lnTo>
                  <a:pt x="390517" y="86894"/>
                </a:lnTo>
                <a:lnTo>
                  <a:pt x="391420" y="84969"/>
                </a:lnTo>
                <a:lnTo>
                  <a:pt x="392324" y="83060"/>
                </a:lnTo>
                <a:lnTo>
                  <a:pt x="393229" y="81166"/>
                </a:lnTo>
                <a:lnTo>
                  <a:pt x="394133" y="79287"/>
                </a:lnTo>
                <a:lnTo>
                  <a:pt x="395037" y="77424"/>
                </a:lnTo>
                <a:lnTo>
                  <a:pt x="395940" y="75578"/>
                </a:lnTo>
                <a:lnTo>
                  <a:pt x="396844" y="73747"/>
                </a:lnTo>
                <a:lnTo>
                  <a:pt x="397749" y="71934"/>
                </a:lnTo>
                <a:lnTo>
                  <a:pt x="398653" y="70137"/>
                </a:lnTo>
                <a:lnTo>
                  <a:pt x="399557" y="68358"/>
                </a:lnTo>
                <a:lnTo>
                  <a:pt x="400461" y="66595"/>
                </a:lnTo>
                <a:lnTo>
                  <a:pt x="401364" y="64851"/>
                </a:lnTo>
                <a:lnTo>
                  <a:pt x="402268" y="63125"/>
                </a:lnTo>
                <a:lnTo>
                  <a:pt x="403172" y="61418"/>
                </a:lnTo>
                <a:lnTo>
                  <a:pt x="404077" y="59729"/>
                </a:lnTo>
                <a:lnTo>
                  <a:pt x="404981" y="58059"/>
                </a:lnTo>
                <a:lnTo>
                  <a:pt x="405884" y="56408"/>
                </a:lnTo>
                <a:lnTo>
                  <a:pt x="406788" y="54776"/>
                </a:lnTo>
                <a:lnTo>
                  <a:pt x="407692" y="53165"/>
                </a:lnTo>
                <a:lnTo>
                  <a:pt x="408597" y="51573"/>
                </a:lnTo>
                <a:lnTo>
                  <a:pt x="409501" y="50001"/>
                </a:lnTo>
                <a:lnTo>
                  <a:pt x="410405" y="48450"/>
                </a:lnTo>
                <a:lnTo>
                  <a:pt x="411308" y="46919"/>
                </a:lnTo>
                <a:lnTo>
                  <a:pt x="412212" y="45409"/>
                </a:lnTo>
                <a:lnTo>
                  <a:pt x="413116" y="43921"/>
                </a:lnTo>
                <a:lnTo>
                  <a:pt x="414019" y="42454"/>
                </a:lnTo>
                <a:lnTo>
                  <a:pt x="414925" y="41008"/>
                </a:lnTo>
                <a:lnTo>
                  <a:pt x="415828" y="39585"/>
                </a:lnTo>
                <a:lnTo>
                  <a:pt x="416732" y="38183"/>
                </a:lnTo>
                <a:lnTo>
                  <a:pt x="417636" y="36804"/>
                </a:lnTo>
                <a:lnTo>
                  <a:pt x="418539" y="35447"/>
                </a:lnTo>
                <a:lnTo>
                  <a:pt x="419445" y="34113"/>
                </a:lnTo>
                <a:lnTo>
                  <a:pt x="420349" y="32802"/>
                </a:lnTo>
                <a:lnTo>
                  <a:pt x="421252" y="31514"/>
                </a:lnTo>
                <a:lnTo>
                  <a:pt x="422156" y="30250"/>
                </a:lnTo>
                <a:lnTo>
                  <a:pt x="423060" y="29009"/>
                </a:lnTo>
                <a:lnTo>
                  <a:pt x="423963" y="27791"/>
                </a:lnTo>
                <a:lnTo>
                  <a:pt x="424867" y="26598"/>
                </a:lnTo>
                <a:lnTo>
                  <a:pt x="425772" y="25429"/>
                </a:lnTo>
                <a:lnTo>
                  <a:pt x="426676" y="24284"/>
                </a:lnTo>
                <a:lnTo>
                  <a:pt x="427580" y="23164"/>
                </a:lnTo>
                <a:lnTo>
                  <a:pt x="428483" y="22068"/>
                </a:lnTo>
                <a:lnTo>
                  <a:pt x="429387" y="20997"/>
                </a:lnTo>
                <a:lnTo>
                  <a:pt x="430293" y="19951"/>
                </a:lnTo>
                <a:lnTo>
                  <a:pt x="431196" y="18931"/>
                </a:lnTo>
                <a:lnTo>
                  <a:pt x="432100" y="17935"/>
                </a:lnTo>
                <a:lnTo>
                  <a:pt x="433004" y="16965"/>
                </a:lnTo>
                <a:lnTo>
                  <a:pt x="433907" y="16021"/>
                </a:lnTo>
                <a:lnTo>
                  <a:pt x="434811" y="15103"/>
                </a:lnTo>
                <a:lnTo>
                  <a:pt x="435715" y="14211"/>
                </a:lnTo>
                <a:lnTo>
                  <a:pt x="436620" y="13344"/>
                </a:lnTo>
                <a:lnTo>
                  <a:pt x="437524" y="12504"/>
                </a:lnTo>
                <a:lnTo>
                  <a:pt x="438427" y="11690"/>
                </a:lnTo>
                <a:lnTo>
                  <a:pt x="439331" y="10903"/>
                </a:lnTo>
                <a:lnTo>
                  <a:pt x="440235" y="10142"/>
                </a:lnTo>
                <a:lnTo>
                  <a:pt x="441140" y="9409"/>
                </a:lnTo>
                <a:lnTo>
                  <a:pt x="442044" y="8702"/>
                </a:lnTo>
                <a:lnTo>
                  <a:pt x="442948" y="8021"/>
                </a:lnTo>
                <a:lnTo>
                  <a:pt x="443851" y="7368"/>
                </a:lnTo>
                <a:lnTo>
                  <a:pt x="444755" y="6742"/>
                </a:lnTo>
                <a:lnTo>
                  <a:pt x="445659" y="6144"/>
                </a:lnTo>
                <a:lnTo>
                  <a:pt x="446562" y="5572"/>
                </a:lnTo>
                <a:lnTo>
                  <a:pt x="447468" y="5029"/>
                </a:lnTo>
                <a:lnTo>
                  <a:pt x="448371" y="4512"/>
                </a:lnTo>
                <a:lnTo>
                  <a:pt x="449275" y="4024"/>
                </a:lnTo>
                <a:lnTo>
                  <a:pt x="450179" y="3563"/>
                </a:lnTo>
                <a:lnTo>
                  <a:pt x="451083" y="3130"/>
                </a:lnTo>
                <a:lnTo>
                  <a:pt x="451988" y="2724"/>
                </a:lnTo>
                <a:lnTo>
                  <a:pt x="452892" y="2347"/>
                </a:lnTo>
                <a:lnTo>
                  <a:pt x="453795" y="1997"/>
                </a:lnTo>
                <a:lnTo>
                  <a:pt x="454699" y="1676"/>
                </a:lnTo>
                <a:lnTo>
                  <a:pt x="455603" y="1382"/>
                </a:lnTo>
                <a:lnTo>
                  <a:pt x="456506" y="1117"/>
                </a:lnTo>
                <a:lnTo>
                  <a:pt x="457410" y="880"/>
                </a:lnTo>
                <a:lnTo>
                  <a:pt x="458315" y="671"/>
                </a:lnTo>
                <a:lnTo>
                  <a:pt x="459219" y="490"/>
                </a:lnTo>
                <a:lnTo>
                  <a:pt x="460123" y="338"/>
                </a:lnTo>
                <a:lnTo>
                  <a:pt x="461027" y="214"/>
                </a:lnTo>
                <a:lnTo>
                  <a:pt x="461930" y="118"/>
                </a:lnTo>
                <a:lnTo>
                  <a:pt x="462836" y="50"/>
                </a:lnTo>
                <a:lnTo>
                  <a:pt x="463739" y="11"/>
                </a:lnTo>
                <a:lnTo>
                  <a:pt x="464643" y="0"/>
                </a:lnTo>
                <a:lnTo>
                  <a:pt x="465547" y="17"/>
                </a:lnTo>
                <a:lnTo>
                  <a:pt x="466450" y="63"/>
                </a:lnTo>
                <a:lnTo>
                  <a:pt x="467354" y="137"/>
                </a:lnTo>
                <a:lnTo>
                  <a:pt x="468258" y="240"/>
                </a:lnTo>
                <a:lnTo>
                  <a:pt x="469163" y="370"/>
                </a:lnTo>
                <a:lnTo>
                  <a:pt x="470067" y="529"/>
                </a:lnTo>
                <a:lnTo>
                  <a:pt x="470970" y="716"/>
                </a:lnTo>
                <a:lnTo>
                  <a:pt x="471874" y="932"/>
                </a:lnTo>
                <a:lnTo>
                  <a:pt x="472778" y="1175"/>
                </a:lnTo>
                <a:lnTo>
                  <a:pt x="473683" y="1447"/>
                </a:lnTo>
                <a:lnTo>
                  <a:pt x="474587" y="1747"/>
                </a:lnTo>
                <a:lnTo>
                  <a:pt x="475491" y="2075"/>
                </a:lnTo>
                <a:lnTo>
                  <a:pt x="476394" y="2431"/>
                </a:lnTo>
                <a:lnTo>
                  <a:pt x="477298" y="2814"/>
                </a:lnTo>
                <a:lnTo>
                  <a:pt x="478202" y="3226"/>
                </a:lnTo>
                <a:lnTo>
                  <a:pt x="479107" y="3666"/>
                </a:lnTo>
                <a:lnTo>
                  <a:pt x="480011" y="4133"/>
                </a:lnTo>
                <a:lnTo>
                  <a:pt x="480914" y="4628"/>
                </a:lnTo>
                <a:lnTo>
                  <a:pt x="481818" y="5150"/>
                </a:lnTo>
                <a:lnTo>
                  <a:pt x="482722" y="5700"/>
                </a:lnTo>
                <a:lnTo>
                  <a:pt x="483626" y="6278"/>
                </a:lnTo>
                <a:lnTo>
                  <a:pt x="484529" y="6883"/>
                </a:lnTo>
                <a:lnTo>
                  <a:pt x="485435" y="7515"/>
                </a:lnTo>
                <a:lnTo>
                  <a:pt x="486338" y="8174"/>
                </a:lnTo>
                <a:lnTo>
                  <a:pt x="487242" y="8860"/>
                </a:lnTo>
                <a:lnTo>
                  <a:pt x="488146" y="9574"/>
                </a:lnTo>
                <a:lnTo>
                  <a:pt x="489049" y="10314"/>
                </a:lnTo>
                <a:lnTo>
                  <a:pt x="489955" y="11080"/>
                </a:lnTo>
                <a:lnTo>
                  <a:pt x="490858" y="11874"/>
                </a:lnTo>
                <a:lnTo>
                  <a:pt x="491762" y="12693"/>
                </a:lnTo>
                <a:lnTo>
                  <a:pt x="492666" y="13539"/>
                </a:lnTo>
                <a:lnTo>
                  <a:pt x="493570" y="14412"/>
                </a:lnTo>
                <a:lnTo>
                  <a:pt x="494473" y="15310"/>
                </a:lnTo>
                <a:lnTo>
                  <a:pt x="495377" y="16234"/>
                </a:lnTo>
                <a:lnTo>
                  <a:pt x="496282" y="17184"/>
                </a:lnTo>
                <a:lnTo>
                  <a:pt x="497186" y="18160"/>
                </a:lnTo>
                <a:lnTo>
                  <a:pt x="498090" y="19161"/>
                </a:lnTo>
                <a:lnTo>
                  <a:pt x="498993" y="20188"/>
                </a:lnTo>
                <a:lnTo>
                  <a:pt x="499897" y="21239"/>
                </a:lnTo>
                <a:lnTo>
                  <a:pt x="500802" y="22316"/>
                </a:lnTo>
                <a:lnTo>
                  <a:pt x="501706" y="23417"/>
                </a:lnTo>
                <a:lnTo>
                  <a:pt x="502610" y="24543"/>
                </a:lnTo>
                <a:lnTo>
                  <a:pt x="503514" y="25693"/>
                </a:lnTo>
                <a:lnTo>
                  <a:pt x="504417" y="26868"/>
                </a:lnTo>
                <a:lnTo>
                  <a:pt x="505321" y="28067"/>
                </a:lnTo>
                <a:lnTo>
                  <a:pt x="506225" y="29289"/>
                </a:lnTo>
                <a:lnTo>
                  <a:pt x="507130" y="30536"/>
                </a:lnTo>
                <a:lnTo>
                  <a:pt x="508034" y="31806"/>
                </a:lnTo>
                <a:lnTo>
                  <a:pt x="508937" y="33099"/>
                </a:lnTo>
                <a:lnTo>
                  <a:pt x="509841" y="34415"/>
                </a:lnTo>
                <a:lnTo>
                  <a:pt x="510745" y="35754"/>
                </a:lnTo>
                <a:lnTo>
                  <a:pt x="511650" y="37116"/>
                </a:lnTo>
                <a:lnTo>
                  <a:pt x="512554" y="38501"/>
                </a:lnTo>
                <a:lnTo>
                  <a:pt x="513458" y="39907"/>
                </a:lnTo>
                <a:lnTo>
                  <a:pt x="514361" y="41336"/>
                </a:lnTo>
                <a:lnTo>
                  <a:pt x="515265" y="42786"/>
                </a:lnTo>
                <a:lnTo>
                  <a:pt x="516169" y="44258"/>
                </a:lnTo>
                <a:lnTo>
                  <a:pt x="517072" y="45752"/>
                </a:lnTo>
                <a:lnTo>
                  <a:pt x="517978" y="47266"/>
                </a:lnTo>
                <a:lnTo>
                  <a:pt x="518881" y="48802"/>
                </a:lnTo>
                <a:lnTo>
                  <a:pt x="519785" y="50357"/>
                </a:lnTo>
                <a:lnTo>
                  <a:pt x="520689" y="51934"/>
                </a:lnTo>
                <a:lnTo>
                  <a:pt x="521592" y="53530"/>
                </a:lnTo>
                <a:lnTo>
                  <a:pt x="522498" y="55147"/>
                </a:lnTo>
                <a:lnTo>
                  <a:pt x="523402" y="56783"/>
                </a:lnTo>
                <a:lnTo>
                  <a:pt x="524305" y="58438"/>
                </a:lnTo>
                <a:lnTo>
                  <a:pt x="525209" y="60112"/>
                </a:lnTo>
                <a:lnTo>
                  <a:pt x="526113" y="61806"/>
                </a:lnTo>
                <a:lnTo>
                  <a:pt x="527016" y="63517"/>
                </a:lnTo>
                <a:lnTo>
                  <a:pt x="527920" y="65248"/>
                </a:lnTo>
                <a:lnTo>
                  <a:pt x="528825" y="66996"/>
                </a:lnTo>
                <a:lnTo>
                  <a:pt x="529729" y="68762"/>
                </a:lnTo>
                <a:lnTo>
                  <a:pt x="530633" y="70545"/>
                </a:lnTo>
                <a:lnTo>
                  <a:pt x="531536" y="72346"/>
                </a:lnTo>
                <a:lnTo>
                  <a:pt x="532440" y="74163"/>
                </a:lnTo>
                <a:lnTo>
                  <a:pt x="533346" y="75997"/>
                </a:lnTo>
                <a:lnTo>
                  <a:pt x="534249" y="77848"/>
                </a:lnTo>
                <a:lnTo>
                  <a:pt x="535153" y="79714"/>
                </a:lnTo>
                <a:lnTo>
                  <a:pt x="536057" y="81596"/>
                </a:lnTo>
                <a:lnTo>
                  <a:pt x="536960" y="83494"/>
                </a:lnTo>
                <a:lnTo>
                  <a:pt x="537864" y="85407"/>
                </a:lnTo>
                <a:lnTo>
                  <a:pt x="538768" y="87335"/>
                </a:lnTo>
                <a:lnTo>
                  <a:pt x="539673" y="89277"/>
                </a:lnTo>
                <a:lnTo>
                  <a:pt x="540577" y="91233"/>
                </a:lnTo>
                <a:lnTo>
                  <a:pt x="541480" y="93204"/>
                </a:lnTo>
                <a:lnTo>
                  <a:pt x="542384" y="95188"/>
                </a:lnTo>
                <a:lnTo>
                  <a:pt x="543288" y="97185"/>
                </a:lnTo>
                <a:lnTo>
                  <a:pt x="544193" y="99195"/>
                </a:lnTo>
                <a:lnTo>
                  <a:pt x="545097" y="101218"/>
                </a:lnTo>
                <a:lnTo>
                  <a:pt x="546001" y="103253"/>
                </a:lnTo>
                <a:lnTo>
                  <a:pt x="546904" y="105300"/>
                </a:lnTo>
                <a:lnTo>
                  <a:pt x="547808" y="107359"/>
                </a:lnTo>
                <a:lnTo>
                  <a:pt x="548712" y="109430"/>
                </a:lnTo>
                <a:lnTo>
                  <a:pt x="549615" y="111511"/>
                </a:lnTo>
                <a:lnTo>
                  <a:pt x="550521" y="113603"/>
                </a:lnTo>
                <a:lnTo>
                  <a:pt x="551424" y="115706"/>
                </a:lnTo>
                <a:lnTo>
                  <a:pt x="552328" y="117819"/>
                </a:lnTo>
                <a:lnTo>
                  <a:pt x="553232" y="119941"/>
                </a:lnTo>
                <a:lnTo>
                  <a:pt x="554136" y="122073"/>
                </a:lnTo>
                <a:lnTo>
                  <a:pt x="555041" y="124213"/>
                </a:lnTo>
                <a:lnTo>
                  <a:pt x="555945" y="126363"/>
                </a:lnTo>
                <a:lnTo>
                  <a:pt x="556848" y="128521"/>
                </a:lnTo>
                <a:lnTo>
                  <a:pt x="557752" y="130687"/>
                </a:lnTo>
                <a:lnTo>
                  <a:pt x="558656" y="132860"/>
                </a:lnTo>
                <a:lnTo>
                  <a:pt x="559559" y="135040"/>
                </a:lnTo>
                <a:lnTo>
                  <a:pt x="560463" y="137228"/>
                </a:lnTo>
                <a:lnTo>
                  <a:pt x="561368" y="139424"/>
                </a:lnTo>
                <a:lnTo>
                  <a:pt x="562272" y="141625"/>
                </a:lnTo>
                <a:lnTo>
                  <a:pt x="563176" y="143831"/>
                </a:lnTo>
                <a:lnTo>
                  <a:pt x="564080" y="146044"/>
                </a:lnTo>
                <a:lnTo>
                  <a:pt x="564983" y="148262"/>
                </a:lnTo>
                <a:lnTo>
                  <a:pt x="565889" y="150485"/>
                </a:lnTo>
                <a:lnTo>
                  <a:pt x="566792" y="152712"/>
                </a:lnTo>
                <a:lnTo>
                  <a:pt x="567696" y="154943"/>
                </a:lnTo>
                <a:lnTo>
                  <a:pt x="568600" y="157179"/>
                </a:lnTo>
                <a:lnTo>
                  <a:pt x="569503" y="159417"/>
                </a:lnTo>
                <a:lnTo>
                  <a:pt x="570407" y="161659"/>
                </a:lnTo>
                <a:lnTo>
                  <a:pt x="571311" y="163904"/>
                </a:lnTo>
                <a:lnTo>
                  <a:pt x="572216" y="166151"/>
                </a:lnTo>
                <a:lnTo>
                  <a:pt x="573120" y="168401"/>
                </a:lnTo>
                <a:lnTo>
                  <a:pt x="574023" y="170652"/>
                </a:lnTo>
                <a:lnTo>
                  <a:pt x="574927" y="172904"/>
                </a:lnTo>
                <a:lnTo>
                  <a:pt x="575831" y="175158"/>
                </a:lnTo>
                <a:lnTo>
                  <a:pt x="576736" y="177413"/>
                </a:lnTo>
                <a:lnTo>
                  <a:pt x="577640" y="179667"/>
                </a:lnTo>
                <a:lnTo>
                  <a:pt x="578544" y="181921"/>
                </a:lnTo>
                <a:lnTo>
                  <a:pt x="579447" y="184175"/>
                </a:lnTo>
                <a:lnTo>
                  <a:pt x="580351" y="186428"/>
                </a:lnTo>
                <a:lnTo>
                  <a:pt x="581255" y="188681"/>
                </a:lnTo>
                <a:lnTo>
                  <a:pt x="582158" y="190931"/>
                </a:lnTo>
                <a:lnTo>
                  <a:pt x="583064" y="193181"/>
                </a:lnTo>
                <a:lnTo>
                  <a:pt x="583967" y="195427"/>
                </a:lnTo>
                <a:lnTo>
                  <a:pt x="584871" y="197671"/>
                </a:lnTo>
                <a:lnTo>
                  <a:pt x="585775" y="199912"/>
                </a:lnTo>
                <a:lnTo>
                  <a:pt x="586679" y="202150"/>
                </a:lnTo>
                <a:lnTo>
                  <a:pt x="587584" y="204385"/>
                </a:lnTo>
                <a:lnTo>
                  <a:pt x="588488" y="206615"/>
                </a:lnTo>
                <a:lnTo>
                  <a:pt x="589391" y="208841"/>
                </a:lnTo>
                <a:lnTo>
                  <a:pt x="590295" y="211064"/>
                </a:lnTo>
                <a:lnTo>
                  <a:pt x="591199" y="213280"/>
                </a:lnTo>
                <a:lnTo>
                  <a:pt x="592102" y="215491"/>
                </a:lnTo>
                <a:lnTo>
                  <a:pt x="593006" y="217697"/>
                </a:lnTo>
                <a:lnTo>
                  <a:pt x="593911" y="219896"/>
                </a:lnTo>
                <a:lnTo>
                  <a:pt x="594815" y="222089"/>
                </a:lnTo>
                <a:lnTo>
                  <a:pt x="595719" y="224275"/>
                </a:lnTo>
                <a:lnTo>
                  <a:pt x="596623" y="226455"/>
                </a:lnTo>
                <a:lnTo>
                  <a:pt x="597526" y="228627"/>
                </a:lnTo>
                <a:lnTo>
                  <a:pt x="598432" y="230790"/>
                </a:lnTo>
                <a:lnTo>
                  <a:pt x="599335" y="232946"/>
                </a:lnTo>
                <a:lnTo>
                  <a:pt x="600239" y="235094"/>
                </a:lnTo>
                <a:lnTo>
                  <a:pt x="601143" y="237232"/>
                </a:lnTo>
                <a:lnTo>
                  <a:pt x="602046" y="239362"/>
                </a:lnTo>
                <a:lnTo>
                  <a:pt x="602950" y="241483"/>
                </a:lnTo>
                <a:lnTo>
                  <a:pt x="603854" y="243593"/>
                </a:lnTo>
                <a:lnTo>
                  <a:pt x="604759" y="245693"/>
                </a:lnTo>
                <a:lnTo>
                  <a:pt x="605663" y="247783"/>
                </a:lnTo>
                <a:lnTo>
                  <a:pt x="606567" y="249862"/>
                </a:lnTo>
                <a:lnTo>
                  <a:pt x="607470" y="251931"/>
                </a:lnTo>
                <a:lnTo>
                  <a:pt x="608374" y="253986"/>
                </a:lnTo>
                <a:lnTo>
                  <a:pt x="609278" y="256031"/>
                </a:lnTo>
                <a:lnTo>
                  <a:pt x="610183" y="258064"/>
                </a:lnTo>
                <a:lnTo>
                  <a:pt x="611087" y="260084"/>
                </a:lnTo>
                <a:lnTo>
                  <a:pt x="611990" y="262091"/>
                </a:lnTo>
                <a:lnTo>
                  <a:pt x="612894" y="264086"/>
                </a:lnTo>
                <a:lnTo>
                  <a:pt x="613798" y="266066"/>
                </a:lnTo>
                <a:lnTo>
                  <a:pt x="614703" y="268033"/>
                </a:lnTo>
                <a:lnTo>
                  <a:pt x="615607" y="269986"/>
                </a:lnTo>
                <a:lnTo>
                  <a:pt x="616510" y="271925"/>
                </a:lnTo>
                <a:lnTo>
                  <a:pt x="617414" y="273849"/>
                </a:lnTo>
                <a:lnTo>
                  <a:pt x="618318" y="275759"/>
                </a:lnTo>
                <a:lnTo>
                  <a:pt x="619222" y="277653"/>
                </a:lnTo>
                <a:lnTo>
                  <a:pt x="620125" y="279532"/>
                </a:lnTo>
                <a:lnTo>
                  <a:pt x="621031" y="281394"/>
                </a:lnTo>
                <a:lnTo>
                  <a:pt x="621934" y="283241"/>
                </a:lnTo>
                <a:lnTo>
                  <a:pt x="622838" y="285072"/>
                </a:lnTo>
                <a:lnTo>
                  <a:pt x="623742" y="286886"/>
                </a:lnTo>
                <a:lnTo>
                  <a:pt x="624645" y="288681"/>
                </a:lnTo>
                <a:lnTo>
                  <a:pt x="625551" y="290461"/>
                </a:lnTo>
                <a:lnTo>
                  <a:pt x="626455" y="292223"/>
                </a:lnTo>
                <a:lnTo>
                  <a:pt x="627358" y="293967"/>
                </a:lnTo>
                <a:lnTo>
                  <a:pt x="628262" y="295693"/>
                </a:lnTo>
                <a:lnTo>
                  <a:pt x="629166" y="297401"/>
                </a:lnTo>
                <a:lnTo>
                  <a:pt x="630069" y="299090"/>
                </a:lnTo>
                <a:lnTo>
                  <a:pt x="630973" y="300760"/>
                </a:lnTo>
                <a:lnTo>
                  <a:pt x="631878" y="302411"/>
                </a:lnTo>
                <a:lnTo>
                  <a:pt x="632782" y="304043"/>
                </a:lnTo>
                <a:lnTo>
                  <a:pt x="633686" y="305654"/>
                </a:lnTo>
                <a:lnTo>
                  <a:pt x="634589" y="307245"/>
                </a:lnTo>
                <a:lnTo>
                  <a:pt x="635493" y="308818"/>
                </a:lnTo>
                <a:lnTo>
                  <a:pt x="636398" y="310370"/>
                </a:lnTo>
                <a:lnTo>
                  <a:pt x="637302" y="311900"/>
                </a:lnTo>
                <a:lnTo>
                  <a:pt x="638206" y="313410"/>
                </a:lnTo>
                <a:lnTo>
                  <a:pt x="639110" y="314898"/>
                </a:lnTo>
                <a:lnTo>
                  <a:pt x="640013" y="316365"/>
                </a:lnTo>
                <a:lnTo>
                  <a:pt x="640917" y="317811"/>
                </a:lnTo>
                <a:lnTo>
                  <a:pt x="641821" y="319234"/>
                </a:lnTo>
                <a:lnTo>
                  <a:pt x="642726" y="320636"/>
                </a:lnTo>
                <a:lnTo>
                  <a:pt x="643630" y="322015"/>
                </a:lnTo>
                <a:lnTo>
                  <a:pt x="644533" y="323372"/>
                </a:lnTo>
                <a:lnTo>
                  <a:pt x="645437" y="324706"/>
                </a:lnTo>
                <a:lnTo>
                  <a:pt x="646341" y="326017"/>
                </a:lnTo>
                <a:lnTo>
                  <a:pt x="647246" y="327304"/>
                </a:lnTo>
                <a:lnTo>
                  <a:pt x="648150" y="328568"/>
                </a:lnTo>
                <a:lnTo>
                  <a:pt x="649054" y="329811"/>
                </a:lnTo>
                <a:lnTo>
                  <a:pt x="649957" y="331027"/>
                </a:lnTo>
                <a:lnTo>
                  <a:pt x="650861" y="332221"/>
                </a:lnTo>
                <a:lnTo>
                  <a:pt x="651765" y="333389"/>
                </a:lnTo>
                <a:lnTo>
                  <a:pt x="652668" y="334535"/>
                </a:lnTo>
                <a:lnTo>
                  <a:pt x="653574" y="335655"/>
                </a:lnTo>
                <a:lnTo>
                  <a:pt x="654477" y="336752"/>
                </a:lnTo>
                <a:lnTo>
                  <a:pt x="655381" y="337821"/>
                </a:lnTo>
                <a:lnTo>
                  <a:pt x="656285" y="338868"/>
                </a:lnTo>
                <a:lnTo>
                  <a:pt x="657189" y="339888"/>
                </a:lnTo>
                <a:lnTo>
                  <a:pt x="658094" y="340883"/>
                </a:lnTo>
                <a:lnTo>
                  <a:pt x="658998" y="341853"/>
                </a:lnTo>
                <a:lnTo>
                  <a:pt x="659901" y="342797"/>
                </a:lnTo>
                <a:lnTo>
                  <a:pt x="660805" y="343715"/>
                </a:lnTo>
                <a:lnTo>
                  <a:pt x="661709" y="344607"/>
                </a:lnTo>
                <a:lnTo>
                  <a:pt x="662612" y="345474"/>
                </a:lnTo>
                <a:lnTo>
                  <a:pt x="663516" y="346315"/>
                </a:lnTo>
                <a:lnTo>
                  <a:pt x="664421" y="347129"/>
                </a:lnTo>
                <a:lnTo>
                  <a:pt x="665325" y="347915"/>
                </a:lnTo>
                <a:lnTo>
                  <a:pt x="666229" y="348676"/>
                </a:lnTo>
                <a:lnTo>
                  <a:pt x="667132" y="349410"/>
                </a:lnTo>
                <a:lnTo>
                  <a:pt x="668036" y="350118"/>
                </a:lnTo>
                <a:lnTo>
                  <a:pt x="668940" y="350797"/>
                </a:lnTo>
                <a:lnTo>
                  <a:pt x="669845" y="351450"/>
                </a:lnTo>
                <a:lnTo>
                  <a:pt x="670749" y="352076"/>
                </a:lnTo>
                <a:lnTo>
                  <a:pt x="671653" y="352674"/>
                </a:lnTo>
                <a:lnTo>
                  <a:pt x="672556" y="353246"/>
                </a:lnTo>
                <a:lnTo>
                  <a:pt x="673460" y="353790"/>
                </a:lnTo>
                <a:lnTo>
                  <a:pt x="674364" y="354305"/>
                </a:lnTo>
                <a:lnTo>
                  <a:pt x="675269" y="354795"/>
                </a:lnTo>
                <a:lnTo>
                  <a:pt x="676173" y="355256"/>
                </a:lnTo>
                <a:lnTo>
                  <a:pt x="677076" y="355689"/>
                </a:lnTo>
                <a:lnTo>
                  <a:pt x="677980" y="356095"/>
                </a:lnTo>
                <a:lnTo>
                  <a:pt x="678884" y="356472"/>
                </a:lnTo>
                <a:lnTo>
                  <a:pt x="679789" y="356822"/>
                </a:lnTo>
                <a:lnTo>
                  <a:pt x="680693" y="357143"/>
                </a:lnTo>
                <a:lnTo>
                  <a:pt x="681597" y="357437"/>
                </a:lnTo>
                <a:lnTo>
                  <a:pt x="682500" y="357701"/>
                </a:lnTo>
                <a:lnTo>
                  <a:pt x="683404" y="357938"/>
                </a:lnTo>
                <a:lnTo>
                  <a:pt x="684308" y="358148"/>
                </a:lnTo>
                <a:lnTo>
                  <a:pt x="685213" y="358329"/>
                </a:lnTo>
                <a:lnTo>
                  <a:pt x="686117" y="358480"/>
                </a:lnTo>
                <a:lnTo>
                  <a:pt x="687020" y="358605"/>
                </a:lnTo>
                <a:lnTo>
                  <a:pt x="687924" y="358701"/>
                </a:lnTo>
                <a:lnTo>
                  <a:pt x="688828" y="358769"/>
                </a:lnTo>
                <a:lnTo>
                  <a:pt x="689732" y="358807"/>
                </a:lnTo>
                <a:lnTo>
                  <a:pt x="690635" y="358819"/>
                </a:lnTo>
                <a:lnTo>
                  <a:pt x="691541" y="358801"/>
                </a:lnTo>
                <a:lnTo>
                  <a:pt x="692444" y="358756"/>
                </a:lnTo>
                <a:lnTo>
                  <a:pt x="693348" y="358681"/>
                </a:lnTo>
                <a:lnTo>
                  <a:pt x="694252" y="358580"/>
                </a:lnTo>
                <a:lnTo>
                  <a:pt x="695155" y="358448"/>
                </a:lnTo>
                <a:lnTo>
                  <a:pt x="696059" y="358289"/>
                </a:lnTo>
                <a:lnTo>
                  <a:pt x="696964" y="358103"/>
                </a:lnTo>
                <a:lnTo>
                  <a:pt x="697868" y="357887"/>
                </a:lnTo>
                <a:lnTo>
                  <a:pt x="698772" y="357643"/>
                </a:lnTo>
                <a:lnTo>
                  <a:pt x="699676" y="357372"/>
                </a:lnTo>
                <a:lnTo>
                  <a:pt x="700579" y="357071"/>
                </a:lnTo>
                <a:lnTo>
                  <a:pt x="701485" y="356744"/>
                </a:lnTo>
                <a:lnTo>
                  <a:pt x="702388" y="356389"/>
                </a:lnTo>
                <a:lnTo>
                  <a:pt x="703292" y="356005"/>
                </a:lnTo>
                <a:lnTo>
                  <a:pt x="704196" y="355593"/>
                </a:lnTo>
                <a:lnTo>
                  <a:pt x="705099" y="355153"/>
                </a:lnTo>
                <a:lnTo>
                  <a:pt x="706003" y="354686"/>
                </a:lnTo>
                <a:lnTo>
                  <a:pt x="706908" y="354191"/>
                </a:lnTo>
                <a:lnTo>
                  <a:pt x="707812" y="353669"/>
                </a:lnTo>
                <a:lnTo>
                  <a:pt x="708716" y="353118"/>
                </a:lnTo>
                <a:lnTo>
                  <a:pt x="709620" y="352541"/>
                </a:lnTo>
                <a:lnTo>
                  <a:pt x="710523" y="351937"/>
                </a:lnTo>
                <a:lnTo>
                  <a:pt x="711427" y="351304"/>
                </a:lnTo>
                <a:lnTo>
                  <a:pt x="712331" y="350644"/>
                </a:lnTo>
                <a:lnTo>
                  <a:pt x="713236" y="349958"/>
                </a:lnTo>
                <a:lnTo>
                  <a:pt x="714140" y="349245"/>
                </a:lnTo>
                <a:lnTo>
                  <a:pt x="715043" y="348505"/>
                </a:lnTo>
                <a:lnTo>
                  <a:pt x="715947" y="347739"/>
                </a:lnTo>
                <a:lnTo>
                  <a:pt x="716851" y="346945"/>
                </a:lnTo>
                <a:lnTo>
                  <a:pt x="717754" y="346126"/>
                </a:lnTo>
                <a:lnTo>
                  <a:pt x="718660" y="345280"/>
                </a:lnTo>
                <a:lnTo>
                  <a:pt x="719563" y="344406"/>
                </a:lnTo>
                <a:lnTo>
                  <a:pt x="720467" y="343509"/>
                </a:lnTo>
                <a:lnTo>
                  <a:pt x="721371" y="342584"/>
                </a:lnTo>
                <a:lnTo>
                  <a:pt x="722275" y="341634"/>
                </a:lnTo>
                <a:lnTo>
                  <a:pt x="723180" y="340659"/>
                </a:lnTo>
                <a:lnTo>
                  <a:pt x="724084" y="339657"/>
                </a:lnTo>
                <a:lnTo>
                  <a:pt x="724987" y="338632"/>
                </a:lnTo>
                <a:lnTo>
                  <a:pt x="725891" y="337579"/>
                </a:lnTo>
                <a:lnTo>
                  <a:pt x="726795" y="336502"/>
                </a:lnTo>
                <a:lnTo>
                  <a:pt x="727698" y="335403"/>
                </a:lnTo>
                <a:lnTo>
                  <a:pt x="728604" y="334276"/>
                </a:lnTo>
                <a:lnTo>
                  <a:pt x="729508" y="333125"/>
                </a:lnTo>
                <a:lnTo>
                  <a:pt x="730411" y="331951"/>
                </a:lnTo>
                <a:lnTo>
                  <a:pt x="731315" y="330751"/>
                </a:lnTo>
                <a:lnTo>
                  <a:pt x="732219" y="329529"/>
                </a:lnTo>
                <a:lnTo>
                  <a:pt x="733122" y="328283"/>
                </a:lnTo>
                <a:lnTo>
                  <a:pt x="734026" y="327014"/>
                </a:lnTo>
                <a:lnTo>
                  <a:pt x="734931" y="325719"/>
                </a:lnTo>
                <a:lnTo>
                  <a:pt x="735835" y="324404"/>
                </a:lnTo>
                <a:lnTo>
                  <a:pt x="736739" y="323065"/>
                </a:lnTo>
                <a:lnTo>
                  <a:pt x="737642" y="321703"/>
                </a:lnTo>
                <a:lnTo>
                  <a:pt x="738546" y="320319"/>
                </a:lnTo>
                <a:lnTo>
                  <a:pt x="739450" y="318912"/>
                </a:lnTo>
                <a:lnTo>
                  <a:pt x="740355" y="317483"/>
                </a:lnTo>
                <a:lnTo>
                  <a:pt x="741259" y="316033"/>
                </a:lnTo>
                <a:lnTo>
                  <a:pt x="742163" y="314560"/>
                </a:lnTo>
                <a:lnTo>
                  <a:pt x="743066" y="313066"/>
                </a:lnTo>
                <a:lnTo>
                  <a:pt x="743970" y="311553"/>
                </a:lnTo>
                <a:lnTo>
                  <a:pt x="744875" y="310018"/>
                </a:lnTo>
                <a:lnTo>
                  <a:pt x="745779" y="308461"/>
                </a:lnTo>
                <a:lnTo>
                  <a:pt x="746683" y="306885"/>
                </a:lnTo>
                <a:lnTo>
                  <a:pt x="747586" y="305288"/>
                </a:lnTo>
                <a:lnTo>
                  <a:pt x="748490" y="303672"/>
                </a:lnTo>
                <a:lnTo>
                  <a:pt x="749394" y="302036"/>
                </a:lnTo>
                <a:lnTo>
                  <a:pt x="750299" y="300381"/>
                </a:lnTo>
                <a:lnTo>
                  <a:pt x="751203" y="298707"/>
                </a:lnTo>
                <a:lnTo>
                  <a:pt x="752107" y="297012"/>
                </a:lnTo>
                <a:lnTo>
                  <a:pt x="753010" y="295301"/>
                </a:lnTo>
                <a:lnTo>
                  <a:pt x="753914" y="293572"/>
                </a:lnTo>
                <a:lnTo>
                  <a:pt x="754818" y="291823"/>
                </a:lnTo>
                <a:lnTo>
                  <a:pt x="755723" y="290057"/>
                </a:lnTo>
                <a:lnTo>
                  <a:pt x="756627" y="288273"/>
                </a:lnTo>
                <a:lnTo>
                  <a:pt x="757530" y="286474"/>
                </a:lnTo>
                <a:lnTo>
                  <a:pt x="758434" y="284655"/>
                </a:lnTo>
                <a:lnTo>
                  <a:pt x="759338" y="282821"/>
                </a:lnTo>
                <a:lnTo>
                  <a:pt x="760241" y="280970"/>
                </a:lnTo>
                <a:lnTo>
                  <a:pt x="761145" y="279105"/>
                </a:lnTo>
                <a:lnTo>
                  <a:pt x="762050" y="277222"/>
                </a:lnTo>
                <a:lnTo>
                  <a:pt x="762954" y="275325"/>
                </a:lnTo>
                <a:lnTo>
                  <a:pt x="763858" y="273412"/>
                </a:lnTo>
                <a:lnTo>
                  <a:pt x="764762" y="271485"/>
                </a:lnTo>
                <a:lnTo>
                  <a:pt x="765665" y="269543"/>
                </a:lnTo>
                <a:lnTo>
                  <a:pt x="766569" y="267586"/>
                </a:lnTo>
                <a:lnTo>
                  <a:pt x="767474" y="265616"/>
                </a:lnTo>
                <a:lnTo>
                  <a:pt x="768378" y="263631"/>
                </a:lnTo>
                <a:lnTo>
                  <a:pt x="769282" y="261634"/>
                </a:lnTo>
                <a:lnTo>
                  <a:pt x="770185" y="259624"/>
                </a:lnTo>
                <a:lnTo>
                  <a:pt x="771089" y="257600"/>
                </a:lnTo>
                <a:lnTo>
                  <a:pt x="771995" y="255565"/>
                </a:lnTo>
                <a:lnTo>
                  <a:pt x="772898" y="253519"/>
                </a:lnTo>
                <a:lnTo>
                  <a:pt x="773802" y="251459"/>
                </a:lnTo>
                <a:lnTo>
                  <a:pt x="774706" y="249389"/>
                </a:lnTo>
                <a:lnTo>
                  <a:pt x="775609" y="247308"/>
                </a:lnTo>
                <a:lnTo>
                  <a:pt x="776513" y="245214"/>
                </a:lnTo>
                <a:lnTo>
                  <a:pt x="777418" y="243113"/>
                </a:lnTo>
                <a:lnTo>
                  <a:pt x="778322" y="241000"/>
                </a:lnTo>
                <a:lnTo>
                  <a:pt x="779226" y="238877"/>
                </a:lnTo>
                <a:lnTo>
                  <a:pt x="780129" y="236746"/>
                </a:lnTo>
                <a:lnTo>
                  <a:pt x="781033" y="234606"/>
                </a:lnTo>
                <a:lnTo>
                  <a:pt x="781937" y="232456"/>
                </a:lnTo>
                <a:lnTo>
                  <a:pt x="782841" y="230299"/>
                </a:lnTo>
                <a:lnTo>
                  <a:pt x="783746" y="228132"/>
                </a:lnTo>
                <a:lnTo>
                  <a:pt x="784650" y="225958"/>
                </a:lnTo>
                <a:lnTo>
                  <a:pt x="785553" y="223778"/>
                </a:lnTo>
                <a:lnTo>
                  <a:pt x="786457" y="221589"/>
                </a:lnTo>
                <a:lnTo>
                  <a:pt x="787361" y="219394"/>
                </a:lnTo>
                <a:lnTo>
                  <a:pt x="788264" y="217193"/>
                </a:lnTo>
                <a:lnTo>
                  <a:pt x="789170" y="214987"/>
                </a:lnTo>
                <a:lnTo>
                  <a:pt x="790073" y="212775"/>
                </a:lnTo>
                <a:lnTo>
                  <a:pt x="790977" y="210557"/>
                </a:lnTo>
                <a:lnTo>
                  <a:pt x="791881" y="208334"/>
                </a:lnTo>
                <a:lnTo>
                  <a:pt x="792785" y="206106"/>
                </a:lnTo>
                <a:lnTo>
                  <a:pt x="793690" y="203875"/>
                </a:lnTo>
                <a:lnTo>
                  <a:pt x="794594" y="201640"/>
                </a:lnTo>
                <a:lnTo>
                  <a:pt x="795497" y="199402"/>
                </a:lnTo>
                <a:lnTo>
                  <a:pt x="796401" y="197159"/>
                </a:lnTo>
                <a:lnTo>
                  <a:pt x="797305" y="194915"/>
                </a:lnTo>
                <a:lnTo>
                  <a:pt x="798208" y="192667"/>
                </a:lnTo>
                <a:lnTo>
                  <a:pt x="799114" y="190418"/>
                </a:lnTo>
                <a:lnTo>
                  <a:pt x="800017" y="188167"/>
                </a:lnTo>
                <a:lnTo>
                  <a:pt x="800921" y="185915"/>
                </a:lnTo>
                <a:lnTo>
                  <a:pt x="801825" y="183660"/>
                </a:lnTo>
                <a:lnTo>
                  <a:pt x="802728" y="181406"/>
                </a:lnTo>
                <a:lnTo>
                  <a:pt x="803632" y="179152"/>
                </a:lnTo>
                <a:lnTo>
                  <a:pt x="804536" y="176898"/>
                </a:lnTo>
                <a:lnTo>
                  <a:pt x="805441" y="174643"/>
                </a:lnTo>
                <a:lnTo>
                  <a:pt x="806345" y="172391"/>
                </a:lnTo>
                <a:lnTo>
                  <a:pt x="807249" y="170138"/>
                </a:lnTo>
                <a:lnTo>
                  <a:pt x="808152" y="167887"/>
                </a:lnTo>
                <a:lnTo>
                  <a:pt x="809056" y="165638"/>
                </a:lnTo>
                <a:lnTo>
                  <a:pt x="809960" y="163392"/>
                </a:lnTo>
                <a:lnTo>
                  <a:pt x="810865" y="161148"/>
                </a:lnTo>
                <a:lnTo>
                  <a:pt x="811769" y="158907"/>
                </a:lnTo>
                <a:lnTo>
                  <a:pt x="812672" y="156669"/>
                </a:lnTo>
                <a:lnTo>
                  <a:pt x="813576" y="154433"/>
                </a:lnTo>
                <a:lnTo>
                  <a:pt x="814480" y="152204"/>
                </a:lnTo>
                <a:lnTo>
                  <a:pt x="815385" y="149978"/>
                </a:lnTo>
                <a:lnTo>
                  <a:pt x="816289" y="147755"/>
                </a:lnTo>
                <a:lnTo>
                  <a:pt x="817193" y="145539"/>
                </a:lnTo>
                <a:lnTo>
                  <a:pt x="818096" y="143328"/>
                </a:lnTo>
                <a:lnTo>
                  <a:pt x="819000" y="141122"/>
                </a:lnTo>
                <a:lnTo>
                  <a:pt x="819904" y="138923"/>
                </a:lnTo>
                <a:lnTo>
                  <a:pt x="820809" y="136730"/>
                </a:lnTo>
                <a:lnTo>
                  <a:pt x="821713" y="134544"/>
                </a:lnTo>
                <a:lnTo>
                  <a:pt x="822617" y="132364"/>
                </a:lnTo>
                <a:lnTo>
                  <a:pt x="823520" y="130192"/>
                </a:lnTo>
                <a:lnTo>
                  <a:pt x="824424" y="128028"/>
                </a:lnTo>
                <a:lnTo>
                  <a:pt x="825328" y="125872"/>
                </a:lnTo>
                <a:lnTo>
                  <a:pt x="826231" y="123724"/>
                </a:lnTo>
                <a:lnTo>
                  <a:pt x="827137" y="121586"/>
                </a:lnTo>
                <a:lnTo>
                  <a:pt x="828040" y="119456"/>
                </a:lnTo>
                <a:lnTo>
                  <a:pt x="828944" y="117336"/>
                </a:lnTo>
                <a:lnTo>
                  <a:pt x="829848" y="115226"/>
                </a:lnTo>
                <a:lnTo>
                  <a:pt x="830751" y="113125"/>
                </a:lnTo>
                <a:lnTo>
                  <a:pt x="831655" y="111036"/>
                </a:lnTo>
                <a:lnTo>
                  <a:pt x="832560" y="108957"/>
                </a:lnTo>
                <a:lnTo>
                  <a:pt x="833464" y="106889"/>
                </a:lnTo>
                <a:lnTo>
                  <a:pt x="834368" y="104832"/>
                </a:lnTo>
                <a:lnTo>
                  <a:pt x="835272" y="102788"/>
                </a:lnTo>
                <a:lnTo>
                  <a:pt x="836175" y="100756"/>
                </a:lnTo>
                <a:lnTo>
                  <a:pt x="837081" y="98735"/>
                </a:lnTo>
                <a:lnTo>
                  <a:pt x="837984" y="96728"/>
                </a:lnTo>
                <a:lnTo>
                  <a:pt x="838888" y="94734"/>
                </a:lnTo>
                <a:lnTo>
                  <a:pt x="839792" y="92753"/>
                </a:lnTo>
                <a:lnTo>
                  <a:pt x="840695" y="90786"/>
                </a:lnTo>
                <a:lnTo>
                  <a:pt x="841599" y="88833"/>
                </a:lnTo>
                <a:lnTo>
                  <a:pt x="842504" y="86894"/>
                </a:lnTo>
                <a:lnTo>
                  <a:pt x="843408" y="84969"/>
                </a:lnTo>
                <a:lnTo>
                  <a:pt x="844312" y="83060"/>
                </a:lnTo>
                <a:lnTo>
                  <a:pt x="845216" y="81166"/>
                </a:lnTo>
                <a:lnTo>
                  <a:pt x="846119" y="79287"/>
                </a:lnTo>
                <a:lnTo>
                  <a:pt x="847023" y="77424"/>
                </a:lnTo>
                <a:lnTo>
                  <a:pt x="847927" y="75578"/>
                </a:lnTo>
                <a:lnTo>
                  <a:pt x="848832" y="73747"/>
                </a:lnTo>
                <a:lnTo>
                  <a:pt x="849736" y="71934"/>
                </a:lnTo>
                <a:lnTo>
                  <a:pt x="850639" y="70137"/>
                </a:lnTo>
                <a:lnTo>
                  <a:pt x="851543" y="68358"/>
                </a:lnTo>
                <a:lnTo>
                  <a:pt x="852447" y="66595"/>
                </a:lnTo>
                <a:lnTo>
                  <a:pt x="853350" y="64851"/>
                </a:lnTo>
                <a:lnTo>
                  <a:pt x="854256" y="63125"/>
                </a:lnTo>
                <a:lnTo>
                  <a:pt x="855160" y="61418"/>
                </a:lnTo>
                <a:lnTo>
                  <a:pt x="856063" y="59729"/>
                </a:lnTo>
                <a:lnTo>
                  <a:pt x="856967" y="58059"/>
                </a:lnTo>
                <a:lnTo>
                  <a:pt x="857871" y="56408"/>
                </a:lnTo>
                <a:lnTo>
                  <a:pt x="858776" y="54776"/>
                </a:lnTo>
                <a:lnTo>
                  <a:pt x="859680" y="53165"/>
                </a:lnTo>
                <a:lnTo>
                  <a:pt x="860583" y="51573"/>
                </a:lnTo>
                <a:lnTo>
                  <a:pt x="861487" y="50001"/>
                </a:lnTo>
                <a:lnTo>
                  <a:pt x="862391" y="48450"/>
                </a:lnTo>
                <a:lnTo>
                  <a:pt x="863294" y="46919"/>
                </a:lnTo>
                <a:lnTo>
                  <a:pt x="864200" y="45409"/>
                </a:lnTo>
                <a:lnTo>
                  <a:pt x="865104" y="43921"/>
                </a:lnTo>
                <a:lnTo>
                  <a:pt x="866007" y="42454"/>
                </a:lnTo>
                <a:lnTo>
                  <a:pt x="866911" y="41008"/>
                </a:lnTo>
                <a:lnTo>
                  <a:pt x="867815" y="39585"/>
                </a:lnTo>
                <a:lnTo>
                  <a:pt x="868718" y="38183"/>
                </a:lnTo>
                <a:lnTo>
                  <a:pt x="869622" y="36804"/>
                </a:lnTo>
                <a:lnTo>
                  <a:pt x="870527" y="35447"/>
                </a:lnTo>
                <a:lnTo>
                  <a:pt x="871431" y="34113"/>
                </a:lnTo>
                <a:lnTo>
                  <a:pt x="872335" y="32802"/>
                </a:lnTo>
                <a:lnTo>
                  <a:pt x="873238" y="31514"/>
                </a:lnTo>
                <a:lnTo>
                  <a:pt x="874142" y="30250"/>
                </a:lnTo>
                <a:lnTo>
                  <a:pt x="875046" y="29009"/>
                </a:lnTo>
                <a:lnTo>
                  <a:pt x="875951" y="27791"/>
                </a:lnTo>
                <a:lnTo>
                  <a:pt x="876855" y="26598"/>
                </a:lnTo>
                <a:lnTo>
                  <a:pt x="877759" y="25429"/>
                </a:lnTo>
                <a:lnTo>
                  <a:pt x="878662" y="24284"/>
                </a:lnTo>
                <a:lnTo>
                  <a:pt x="879566" y="23164"/>
                </a:lnTo>
                <a:lnTo>
                  <a:pt x="880470" y="22068"/>
                </a:lnTo>
                <a:lnTo>
                  <a:pt x="881375" y="20997"/>
                </a:lnTo>
                <a:lnTo>
                  <a:pt x="882279" y="19951"/>
                </a:lnTo>
                <a:lnTo>
                  <a:pt x="883182" y="18931"/>
                </a:lnTo>
                <a:lnTo>
                  <a:pt x="884086" y="17935"/>
                </a:lnTo>
                <a:lnTo>
                  <a:pt x="884990" y="16965"/>
                </a:lnTo>
                <a:lnTo>
                  <a:pt x="885895" y="16021"/>
                </a:lnTo>
                <a:lnTo>
                  <a:pt x="886799" y="15103"/>
                </a:lnTo>
                <a:lnTo>
                  <a:pt x="887703" y="14211"/>
                </a:lnTo>
                <a:lnTo>
                  <a:pt x="888606" y="13344"/>
                </a:lnTo>
                <a:lnTo>
                  <a:pt x="889510" y="12504"/>
                </a:lnTo>
                <a:lnTo>
                  <a:pt x="890414" y="11690"/>
                </a:lnTo>
                <a:lnTo>
                  <a:pt x="891319" y="10903"/>
                </a:lnTo>
                <a:lnTo>
                  <a:pt x="892223" y="10142"/>
                </a:lnTo>
                <a:lnTo>
                  <a:pt x="893126" y="9409"/>
                </a:lnTo>
                <a:lnTo>
                  <a:pt x="894030" y="8702"/>
                </a:lnTo>
                <a:lnTo>
                  <a:pt x="894934" y="8021"/>
                </a:lnTo>
                <a:lnTo>
                  <a:pt x="895837" y="7368"/>
                </a:lnTo>
                <a:lnTo>
                  <a:pt x="896741" y="6742"/>
                </a:lnTo>
                <a:lnTo>
                  <a:pt x="897647" y="6144"/>
                </a:lnTo>
                <a:lnTo>
                  <a:pt x="898550" y="5572"/>
                </a:lnTo>
                <a:lnTo>
                  <a:pt x="899454" y="5029"/>
                </a:lnTo>
                <a:lnTo>
                  <a:pt x="900358" y="4512"/>
                </a:lnTo>
                <a:lnTo>
                  <a:pt x="901261" y="4024"/>
                </a:lnTo>
                <a:lnTo>
                  <a:pt x="902165" y="3563"/>
                </a:lnTo>
                <a:lnTo>
                  <a:pt x="903070" y="3130"/>
                </a:lnTo>
                <a:lnTo>
                  <a:pt x="903974" y="2724"/>
                </a:lnTo>
                <a:lnTo>
                  <a:pt x="904878" y="2347"/>
                </a:lnTo>
                <a:lnTo>
                  <a:pt x="905782" y="1997"/>
                </a:lnTo>
                <a:lnTo>
                  <a:pt x="906685" y="1676"/>
                </a:lnTo>
                <a:lnTo>
                  <a:pt x="907591" y="1382"/>
                </a:lnTo>
                <a:lnTo>
                  <a:pt x="908494" y="1117"/>
                </a:lnTo>
                <a:lnTo>
                  <a:pt x="909398" y="880"/>
                </a:lnTo>
                <a:lnTo>
                  <a:pt x="910302" y="671"/>
                </a:lnTo>
                <a:lnTo>
                  <a:pt x="911205" y="490"/>
                </a:lnTo>
                <a:lnTo>
                  <a:pt x="912109" y="338"/>
                </a:lnTo>
                <a:lnTo>
                  <a:pt x="913014" y="214"/>
                </a:lnTo>
                <a:lnTo>
                  <a:pt x="913918" y="118"/>
                </a:lnTo>
                <a:lnTo>
                  <a:pt x="914822" y="50"/>
                </a:lnTo>
                <a:lnTo>
                  <a:pt x="915725" y="11"/>
                </a:lnTo>
                <a:lnTo>
                  <a:pt x="916629" y="0"/>
                </a:lnTo>
                <a:lnTo>
                  <a:pt x="917533" y="17"/>
                </a:lnTo>
                <a:lnTo>
                  <a:pt x="918437" y="63"/>
                </a:lnTo>
                <a:lnTo>
                  <a:pt x="919342" y="137"/>
                </a:lnTo>
                <a:lnTo>
                  <a:pt x="920246" y="240"/>
                </a:lnTo>
                <a:lnTo>
                  <a:pt x="921149" y="370"/>
                </a:lnTo>
                <a:lnTo>
                  <a:pt x="922053" y="529"/>
                </a:lnTo>
                <a:lnTo>
                  <a:pt x="922957" y="716"/>
                </a:lnTo>
                <a:lnTo>
                  <a:pt x="923860" y="932"/>
                </a:lnTo>
                <a:lnTo>
                  <a:pt x="924766" y="1175"/>
                </a:lnTo>
                <a:lnTo>
                  <a:pt x="925669" y="1447"/>
                </a:lnTo>
                <a:lnTo>
                  <a:pt x="926573" y="1747"/>
                </a:lnTo>
                <a:lnTo>
                  <a:pt x="927477" y="2075"/>
                </a:lnTo>
                <a:lnTo>
                  <a:pt x="928381" y="2431"/>
                </a:lnTo>
                <a:lnTo>
                  <a:pt x="929286" y="2814"/>
                </a:lnTo>
                <a:lnTo>
                  <a:pt x="930190" y="3226"/>
                </a:lnTo>
                <a:lnTo>
                  <a:pt x="931093" y="3666"/>
                </a:lnTo>
                <a:lnTo>
                  <a:pt x="931997" y="4133"/>
                </a:lnTo>
                <a:lnTo>
                  <a:pt x="932901" y="4628"/>
                </a:lnTo>
                <a:lnTo>
                  <a:pt x="933804" y="5150"/>
                </a:lnTo>
                <a:lnTo>
                  <a:pt x="934710" y="5700"/>
                </a:lnTo>
                <a:lnTo>
                  <a:pt x="935613" y="6278"/>
                </a:lnTo>
                <a:lnTo>
                  <a:pt x="936517" y="6883"/>
                </a:lnTo>
                <a:lnTo>
                  <a:pt x="937421" y="7515"/>
                </a:lnTo>
                <a:lnTo>
                  <a:pt x="938325" y="8174"/>
                </a:lnTo>
                <a:lnTo>
                  <a:pt x="939228" y="8860"/>
                </a:lnTo>
                <a:lnTo>
                  <a:pt x="940132" y="9574"/>
                </a:lnTo>
                <a:lnTo>
                  <a:pt x="941037" y="10314"/>
                </a:lnTo>
                <a:lnTo>
                  <a:pt x="941941" y="11080"/>
                </a:lnTo>
                <a:lnTo>
                  <a:pt x="942845" y="11874"/>
                </a:lnTo>
                <a:lnTo>
                  <a:pt x="943748" y="12693"/>
                </a:lnTo>
                <a:lnTo>
                  <a:pt x="944652" y="13539"/>
                </a:lnTo>
                <a:lnTo>
                  <a:pt x="945556" y="14412"/>
                </a:lnTo>
                <a:lnTo>
                  <a:pt x="946461" y="15310"/>
                </a:lnTo>
                <a:lnTo>
                  <a:pt x="947365" y="16234"/>
                </a:lnTo>
                <a:lnTo>
                  <a:pt x="948269" y="17184"/>
                </a:lnTo>
                <a:lnTo>
                  <a:pt x="949172" y="18160"/>
                </a:lnTo>
                <a:lnTo>
                  <a:pt x="950076" y="19161"/>
                </a:lnTo>
                <a:lnTo>
                  <a:pt x="950981" y="20188"/>
                </a:lnTo>
                <a:lnTo>
                  <a:pt x="951885" y="21239"/>
                </a:lnTo>
                <a:lnTo>
                  <a:pt x="952789" y="22316"/>
                </a:lnTo>
                <a:lnTo>
                  <a:pt x="953692" y="23417"/>
                </a:lnTo>
                <a:lnTo>
                  <a:pt x="954596" y="24543"/>
                </a:lnTo>
                <a:lnTo>
                  <a:pt x="955500" y="25693"/>
                </a:lnTo>
                <a:lnTo>
                  <a:pt x="956405" y="26868"/>
                </a:lnTo>
                <a:lnTo>
                  <a:pt x="957309" y="28067"/>
                </a:lnTo>
                <a:lnTo>
                  <a:pt x="958213" y="29289"/>
                </a:lnTo>
                <a:lnTo>
                  <a:pt x="959116" y="30536"/>
                </a:lnTo>
                <a:lnTo>
                  <a:pt x="960020" y="31806"/>
                </a:lnTo>
                <a:lnTo>
                  <a:pt x="960924" y="33099"/>
                </a:lnTo>
                <a:lnTo>
                  <a:pt x="961827" y="34415"/>
                </a:lnTo>
                <a:lnTo>
                  <a:pt x="962733" y="35754"/>
                </a:lnTo>
                <a:lnTo>
                  <a:pt x="963636" y="37116"/>
                </a:lnTo>
                <a:lnTo>
                  <a:pt x="964540" y="38501"/>
                </a:lnTo>
                <a:lnTo>
                  <a:pt x="965444" y="39907"/>
                </a:lnTo>
                <a:lnTo>
                  <a:pt x="966347" y="41336"/>
                </a:lnTo>
                <a:lnTo>
                  <a:pt x="967251" y="42786"/>
                </a:lnTo>
                <a:lnTo>
                  <a:pt x="968156" y="44258"/>
                </a:lnTo>
                <a:lnTo>
                  <a:pt x="969060" y="45752"/>
                </a:lnTo>
                <a:lnTo>
                  <a:pt x="969964" y="47266"/>
                </a:lnTo>
                <a:lnTo>
                  <a:pt x="970868" y="48802"/>
                </a:lnTo>
                <a:lnTo>
                  <a:pt x="971771" y="50357"/>
                </a:lnTo>
                <a:lnTo>
                  <a:pt x="972677" y="51934"/>
                </a:lnTo>
                <a:lnTo>
                  <a:pt x="973580" y="53530"/>
                </a:lnTo>
                <a:lnTo>
                  <a:pt x="974484" y="55147"/>
                </a:lnTo>
                <a:lnTo>
                  <a:pt x="975388" y="56783"/>
                </a:lnTo>
                <a:lnTo>
                  <a:pt x="976291" y="58438"/>
                </a:lnTo>
                <a:lnTo>
                  <a:pt x="977195" y="60112"/>
                </a:lnTo>
                <a:lnTo>
                  <a:pt x="978100" y="61806"/>
                </a:lnTo>
                <a:lnTo>
                  <a:pt x="979004" y="63517"/>
                </a:lnTo>
                <a:lnTo>
                  <a:pt x="979908" y="65248"/>
                </a:lnTo>
                <a:lnTo>
                  <a:pt x="980812" y="66996"/>
                </a:lnTo>
                <a:lnTo>
                  <a:pt x="981715" y="68762"/>
                </a:lnTo>
                <a:lnTo>
                  <a:pt x="982619" y="70545"/>
                </a:lnTo>
                <a:lnTo>
                  <a:pt x="983523" y="72346"/>
                </a:lnTo>
                <a:lnTo>
                  <a:pt x="984428" y="74163"/>
                </a:lnTo>
                <a:lnTo>
                  <a:pt x="985332" y="75997"/>
                </a:lnTo>
                <a:lnTo>
                  <a:pt x="986235" y="77848"/>
                </a:lnTo>
                <a:lnTo>
                  <a:pt x="987139" y="79714"/>
                </a:lnTo>
                <a:lnTo>
                  <a:pt x="988043" y="81596"/>
                </a:lnTo>
                <a:lnTo>
                  <a:pt x="988947" y="83494"/>
                </a:lnTo>
                <a:lnTo>
                  <a:pt x="989852" y="85407"/>
                </a:lnTo>
                <a:lnTo>
                  <a:pt x="990756" y="87335"/>
                </a:lnTo>
                <a:lnTo>
                  <a:pt x="991659" y="89277"/>
                </a:lnTo>
                <a:lnTo>
                  <a:pt x="992563" y="91233"/>
                </a:lnTo>
                <a:lnTo>
                  <a:pt x="993467" y="93204"/>
                </a:lnTo>
                <a:lnTo>
                  <a:pt x="994372" y="95188"/>
                </a:lnTo>
              </a:path>
            </a:pathLst>
          </a:custGeom>
          <a:noFill/>
          <a:ln w="28575" cap="flat">
            <a:solidFill>
              <a:srgbClr val="0070C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+mn-ea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1973C159-34F4-4EDF-B435-1070C6E47CCF}"/>
              </a:ext>
            </a:extLst>
          </p:cNvPr>
          <p:cNvSpPr/>
          <p:nvPr/>
        </p:nvSpPr>
        <p:spPr>
          <a:xfrm>
            <a:off x="7244997" y="2988892"/>
            <a:ext cx="407556" cy="358818"/>
          </a:xfrm>
          <a:custGeom>
            <a:avLst/>
            <a:gdLst>
              <a:gd name="connsiteX0" fmla="*/ 0 w 994371"/>
              <a:gd name="connsiteY0" fmla="*/ 2724 h 358818"/>
              <a:gd name="connsiteX1" fmla="*/ 904 w 994371"/>
              <a:gd name="connsiteY1" fmla="*/ 2347 h 358818"/>
              <a:gd name="connsiteX2" fmla="*/ 1807 w 994371"/>
              <a:gd name="connsiteY2" fmla="*/ 1997 h 358818"/>
              <a:gd name="connsiteX3" fmla="*/ 2713 w 994371"/>
              <a:gd name="connsiteY3" fmla="*/ 1676 h 358818"/>
              <a:gd name="connsiteX4" fmla="*/ 3616 w 994371"/>
              <a:gd name="connsiteY4" fmla="*/ 1382 h 358818"/>
              <a:gd name="connsiteX5" fmla="*/ 4520 w 994371"/>
              <a:gd name="connsiteY5" fmla="*/ 1117 h 358818"/>
              <a:gd name="connsiteX6" fmla="*/ 5424 w 994371"/>
              <a:gd name="connsiteY6" fmla="*/ 880 h 358818"/>
              <a:gd name="connsiteX7" fmla="*/ 6328 w 994371"/>
              <a:gd name="connsiteY7" fmla="*/ 671 h 358818"/>
              <a:gd name="connsiteX8" fmla="*/ 7231 w 994371"/>
              <a:gd name="connsiteY8" fmla="*/ 490 h 358818"/>
              <a:gd name="connsiteX9" fmla="*/ 8137 w 994371"/>
              <a:gd name="connsiteY9" fmla="*/ 338 h 358818"/>
              <a:gd name="connsiteX10" fmla="*/ 9040 w 994371"/>
              <a:gd name="connsiteY10" fmla="*/ 214 h 358818"/>
              <a:gd name="connsiteX11" fmla="*/ 9944 w 994371"/>
              <a:gd name="connsiteY11" fmla="*/ 118 h 358818"/>
              <a:gd name="connsiteX12" fmla="*/ 10848 w 994371"/>
              <a:gd name="connsiteY12" fmla="*/ 50 h 358818"/>
              <a:gd name="connsiteX13" fmla="*/ 11751 w 994371"/>
              <a:gd name="connsiteY13" fmla="*/ 11 h 358818"/>
              <a:gd name="connsiteX14" fmla="*/ 12655 w 994371"/>
              <a:gd name="connsiteY14" fmla="*/ 0 h 358818"/>
              <a:gd name="connsiteX15" fmla="*/ 13560 w 994371"/>
              <a:gd name="connsiteY15" fmla="*/ 17 h 358818"/>
              <a:gd name="connsiteX16" fmla="*/ 14464 w 994371"/>
              <a:gd name="connsiteY16" fmla="*/ 63 h 358818"/>
              <a:gd name="connsiteX17" fmla="*/ 15368 w 994371"/>
              <a:gd name="connsiteY17" fmla="*/ 137 h 358818"/>
              <a:gd name="connsiteX18" fmla="*/ 16272 w 994371"/>
              <a:gd name="connsiteY18" fmla="*/ 240 h 358818"/>
              <a:gd name="connsiteX19" fmla="*/ 17175 w 994371"/>
              <a:gd name="connsiteY19" fmla="*/ 370 h 358818"/>
              <a:gd name="connsiteX20" fmla="*/ 18079 w 994371"/>
              <a:gd name="connsiteY20" fmla="*/ 529 h 358818"/>
              <a:gd name="connsiteX21" fmla="*/ 18984 w 994371"/>
              <a:gd name="connsiteY21" fmla="*/ 716 h 358818"/>
              <a:gd name="connsiteX22" fmla="*/ 19888 w 994371"/>
              <a:gd name="connsiteY22" fmla="*/ 932 h 358818"/>
              <a:gd name="connsiteX23" fmla="*/ 20792 w 994371"/>
              <a:gd name="connsiteY23" fmla="*/ 1175 h 358818"/>
              <a:gd name="connsiteX24" fmla="*/ 21695 w 994371"/>
              <a:gd name="connsiteY24" fmla="*/ 1447 h 358818"/>
              <a:gd name="connsiteX25" fmla="*/ 22599 w 994371"/>
              <a:gd name="connsiteY25" fmla="*/ 1747 h 358818"/>
              <a:gd name="connsiteX26" fmla="*/ 23503 w 994371"/>
              <a:gd name="connsiteY26" fmla="*/ 2075 h 358818"/>
              <a:gd name="connsiteX27" fmla="*/ 24408 w 994371"/>
              <a:gd name="connsiteY27" fmla="*/ 2431 h 358818"/>
              <a:gd name="connsiteX28" fmla="*/ 25312 w 994371"/>
              <a:gd name="connsiteY28" fmla="*/ 2814 h 358818"/>
              <a:gd name="connsiteX29" fmla="*/ 26216 w 994371"/>
              <a:gd name="connsiteY29" fmla="*/ 3226 h 358818"/>
              <a:gd name="connsiteX30" fmla="*/ 27119 w 994371"/>
              <a:gd name="connsiteY30" fmla="*/ 3666 h 358818"/>
              <a:gd name="connsiteX31" fmla="*/ 28023 w 994371"/>
              <a:gd name="connsiteY31" fmla="*/ 4133 h 358818"/>
              <a:gd name="connsiteX32" fmla="*/ 28927 w 994371"/>
              <a:gd name="connsiteY32" fmla="*/ 4628 h 358818"/>
              <a:gd name="connsiteX33" fmla="*/ 29832 w 994371"/>
              <a:gd name="connsiteY33" fmla="*/ 5150 h 358818"/>
              <a:gd name="connsiteX34" fmla="*/ 30736 w 994371"/>
              <a:gd name="connsiteY34" fmla="*/ 5700 h 358818"/>
              <a:gd name="connsiteX35" fmla="*/ 31639 w 994371"/>
              <a:gd name="connsiteY35" fmla="*/ 6278 h 358818"/>
              <a:gd name="connsiteX36" fmla="*/ 32543 w 994371"/>
              <a:gd name="connsiteY36" fmla="*/ 6883 h 358818"/>
              <a:gd name="connsiteX37" fmla="*/ 33447 w 994371"/>
              <a:gd name="connsiteY37" fmla="*/ 7515 h 358818"/>
              <a:gd name="connsiteX38" fmla="*/ 34352 w 994371"/>
              <a:gd name="connsiteY38" fmla="*/ 8174 h 358818"/>
              <a:gd name="connsiteX39" fmla="*/ 35256 w 994371"/>
              <a:gd name="connsiteY39" fmla="*/ 8860 h 358818"/>
              <a:gd name="connsiteX40" fmla="*/ 36160 w 994371"/>
              <a:gd name="connsiteY40" fmla="*/ 9574 h 358818"/>
              <a:gd name="connsiteX41" fmla="*/ 37063 w 994371"/>
              <a:gd name="connsiteY41" fmla="*/ 10314 h 358818"/>
              <a:gd name="connsiteX42" fmla="*/ 37967 w 994371"/>
              <a:gd name="connsiteY42" fmla="*/ 11080 h 358818"/>
              <a:gd name="connsiteX43" fmla="*/ 38871 w 994371"/>
              <a:gd name="connsiteY43" fmla="*/ 11874 h 358818"/>
              <a:gd name="connsiteX44" fmla="*/ 39776 w 994371"/>
              <a:gd name="connsiteY44" fmla="*/ 12693 h 358818"/>
              <a:gd name="connsiteX45" fmla="*/ 40680 w 994371"/>
              <a:gd name="connsiteY45" fmla="*/ 13539 h 358818"/>
              <a:gd name="connsiteX46" fmla="*/ 41583 w 994371"/>
              <a:gd name="connsiteY46" fmla="*/ 14412 h 358818"/>
              <a:gd name="connsiteX47" fmla="*/ 42487 w 994371"/>
              <a:gd name="connsiteY47" fmla="*/ 15310 h 358818"/>
              <a:gd name="connsiteX48" fmla="*/ 43391 w 994371"/>
              <a:gd name="connsiteY48" fmla="*/ 16234 h 358818"/>
              <a:gd name="connsiteX49" fmla="*/ 44294 w 994371"/>
              <a:gd name="connsiteY49" fmla="*/ 17184 h 358818"/>
              <a:gd name="connsiteX50" fmla="*/ 45200 w 994371"/>
              <a:gd name="connsiteY50" fmla="*/ 18160 h 358818"/>
              <a:gd name="connsiteX51" fmla="*/ 46103 w 994371"/>
              <a:gd name="connsiteY51" fmla="*/ 19161 h 358818"/>
              <a:gd name="connsiteX52" fmla="*/ 47007 w 994371"/>
              <a:gd name="connsiteY52" fmla="*/ 20188 h 358818"/>
              <a:gd name="connsiteX53" fmla="*/ 47911 w 994371"/>
              <a:gd name="connsiteY53" fmla="*/ 21239 h 358818"/>
              <a:gd name="connsiteX54" fmla="*/ 48815 w 994371"/>
              <a:gd name="connsiteY54" fmla="*/ 22316 h 358818"/>
              <a:gd name="connsiteX55" fmla="*/ 49718 w 994371"/>
              <a:gd name="connsiteY55" fmla="*/ 23417 h 358818"/>
              <a:gd name="connsiteX56" fmla="*/ 50624 w 994371"/>
              <a:gd name="connsiteY56" fmla="*/ 24543 h 358818"/>
              <a:gd name="connsiteX57" fmla="*/ 51527 w 994371"/>
              <a:gd name="connsiteY57" fmla="*/ 25693 h 358818"/>
              <a:gd name="connsiteX58" fmla="*/ 52431 w 994371"/>
              <a:gd name="connsiteY58" fmla="*/ 26868 h 358818"/>
              <a:gd name="connsiteX59" fmla="*/ 53335 w 994371"/>
              <a:gd name="connsiteY59" fmla="*/ 28067 h 358818"/>
              <a:gd name="connsiteX60" fmla="*/ 54238 w 994371"/>
              <a:gd name="connsiteY60" fmla="*/ 29289 h 358818"/>
              <a:gd name="connsiteX61" fmla="*/ 55142 w 994371"/>
              <a:gd name="connsiteY61" fmla="*/ 30536 h 358818"/>
              <a:gd name="connsiteX62" fmla="*/ 56047 w 994371"/>
              <a:gd name="connsiteY62" fmla="*/ 31806 h 358818"/>
              <a:gd name="connsiteX63" fmla="*/ 56951 w 994371"/>
              <a:gd name="connsiteY63" fmla="*/ 33099 h 358818"/>
              <a:gd name="connsiteX64" fmla="*/ 57855 w 994371"/>
              <a:gd name="connsiteY64" fmla="*/ 34415 h 358818"/>
              <a:gd name="connsiteX65" fmla="*/ 58759 w 994371"/>
              <a:gd name="connsiteY65" fmla="*/ 35754 h 358818"/>
              <a:gd name="connsiteX66" fmla="*/ 59662 w 994371"/>
              <a:gd name="connsiteY66" fmla="*/ 37116 h 358818"/>
              <a:gd name="connsiteX67" fmla="*/ 60566 w 994371"/>
              <a:gd name="connsiteY67" fmla="*/ 38501 h 358818"/>
              <a:gd name="connsiteX68" fmla="*/ 61471 w 994371"/>
              <a:gd name="connsiteY68" fmla="*/ 39907 h 358818"/>
              <a:gd name="connsiteX69" fmla="*/ 62375 w 994371"/>
              <a:gd name="connsiteY69" fmla="*/ 41336 h 358818"/>
              <a:gd name="connsiteX70" fmla="*/ 63279 w 994371"/>
              <a:gd name="connsiteY70" fmla="*/ 42786 h 358818"/>
              <a:gd name="connsiteX71" fmla="*/ 64182 w 994371"/>
              <a:gd name="connsiteY71" fmla="*/ 44258 h 358818"/>
              <a:gd name="connsiteX72" fmla="*/ 65086 w 994371"/>
              <a:gd name="connsiteY72" fmla="*/ 45752 h 358818"/>
              <a:gd name="connsiteX73" fmla="*/ 65990 w 994371"/>
              <a:gd name="connsiteY73" fmla="*/ 47266 h 358818"/>
              <a:gd name="connsiteX74" fmla="*/ 66893 w 994371"/>
              <a:gd name="connsiteY74" fmla="*/ 48802 h 358818"/>
              <a:gd name="connsiteX75" fmla="*/ 67799 w 994371"/>
              <a:gd name="connsiteY75" fmla="*/ 50357 h 358818"/>
              <a:gd name="connsiteX76" fmla="*/ 68703 w 994371"/>
              <a:gd name="connsiteY76" fmla="*/ 51934 h 358818"/>
              <a:gd name="connsiteX77" fmla="*/ 69606 w 994371"/>
              <a:gd name="connsiteY77" fmla="*/ 53530 h 358818"/>
              <a:gd name="connsiteX78" fmla="*/ 70510 w 994371"/>
              <a:gd name="connsiteY78" fmla="*/ 55147 h 358818"/>
              <a:gd name="connsiteX79" fmla="*/ 71414 w 994371"/>
              <a:gd name="connsiteY79" fmla="*/ 56783 h 358818"/>
              <a:gd name="connsiteX80" fmla="*/ 72317 w 994371"/>
              <a:gd name="connsiteY80" fmla="*/ 58438 h 358818"/>
              <a:gd name="connsiteX81" fmla="*/ 73223 w 994371"/>
              <a:gd name="connsiteY81" fmla="*/ 60112 h 358818"/>
              <a:gd name="connsiteX82" fmla="*/ 74126 w 994371"/>
              <a:gd name="connsiteY82" fmla="*/ 61806 h 358818"/>
              <a:gd name="connsiteX83" fmla="*/ 75030 w 994371"/>
              <a:gd name="connsiteY83" fmla="*/ 63517 h 358818"/>
              <a:gd name="connsiteX84" fmla="*/ 75934 w 994371"/>
              <a:gd name="connsiteY84" fmla="*/ 65248 h 358818"/>
              <a:gd name="connsiteX85" fmla="*/ 76837 w 994371"/>
              <a:gd name="connsiteY85" fmla="*/ 66996 h 358818"/>
              <a:gd name="connsiteX86" fmla="*/ 77741 w 994371"/>
              <a:gd name="connsiteY86" fmla="*/ 68762 h 358818"/>
              <a:gd name="connsiteX87" fmla="*/ 78647 w 994371"/>
              <a:gd name="connsiteY87" fmla="*/ 70545 h 358818"/>
              <a:gd name="connsiteX88" fmla="*/ 79550 w 994371"/>
              <a:gd name="connsiteY88" fmla="*/ 72346 h 358818"/>
              <a:gd name="connsiteX89" fmla="*/ 80454 w 994371"/>
              <a:gd name="connsiteY89" fmla="*/ 74163 h 358818"/>
              <a:gd name="connsiteX90" fmla="*/ 81358 w 994371"/>
              <a:gd name="connsiteY90" fmla="*/ 75997 h 358818"/>
              <a:gd name="connsiteX91" fmla="*/ 82261 w 994371"/>
              <a:gd name="connsiteY91" fmla="*/ 77848 h 358818"/>
              <a:gd name="connsiteX92" fmla="*/ 83165 w 994371"/>
              <a:gd name="connsiteY92" fmla="*/ 79714 h 358818"/>
              <a:gd name="connsiteX93" fmla="*/ 84070 w 994371"/>
              <a:gd name="connsiteY93" fmla="*/ 81596 h 358818"/>
              <a:gd name="connsiteX94" fmla="*/ 84974 w 994371"/>
              <a:gd name="connsiteY94" fmla="*/ 83494 h 358818"/>
              <a:gd name="connsiteX95" fmla="*/ 85878 w 994371"/>
              <a:gd name="connsiteY95" fmla="*/ 85407 h 358818"/>
              <a:gd name="connsiteX96" fmla="*/ 86781 w 994371"/>
              <a:gd name="connsiteY96" fmla="*/ 87335 h 358818"/>
              <a:gd name="connsiteX97" fmla="*/ 87685 w 994371"/>
              <a:gd name="connsiteY97" fmla="*/ 89277 h 358818"/>
              <a:gd name="connsiteX98" fmla="*/ 88589 w 994371"/>
              <a:gd name="connsiteY98" fmla="*/ 91233 h 358818"/>
              <a:gd name="connsiteX99" fmla="*/ 89494 w 994371"/>
              <a:gd name="connsiteY99" fmla="*/ 93204 h 358818"/>
              <a:gd name="connsiteX100" fmla="*/ 90398 w 994371"/>
              <a:gd name="connsiteY100" fmla="*/ 95188 h 358818"/>
              <a:gd name="connsiteX101" fmla="*/ 91302 w 994371"/>
              <a:gd name="connsiteY101" fmla="*/ 97185 h 358818"/>
              <a:gd name="connsiteX102" fmla="*/ 92205 w 994371"/>
              <a:gd name="connsiteY102" fmla="*/ 99195 h 358818"/>
              <a:gd name="connsiteX103" fmla="*/ 93109 w 994371"/>
              <a:gd name="connsiteY103" fmla="*/ 101218 h 358818"/>
              <a:gd name="connsiteX104" fmla="*/ 94013 w 994371"/>
              <a:gd name="connsiteY104" fmla="*/ 103253 h 358818"/>
              <a:gd name="connsiteX105" fmla="*/ 94918 w 994371"/>
              <a:gd name="connsiteY105" fmla="*/ 105300 h 358818"/>
              <a:gd name="connsiteX106" fmla="*/ 95822 w 994371"/>
              <a:gd name="connsiteY106" fmla="*/ 107359 h 358818"/>
              <a:gd name="connsiteX107" fmla="*/ 96725 w 994371"/>
              <a:gd name="connsiteY107" fmla="*/ 109430 h 358818"/>
              <a:gd name="connsiteX108" fmla="*/ 97629 w 994371"/>
              <a:gd name="connsiteY108" fmla="*/ 111511 h 358818"/>
              <a:gd name="connsiteX109" fmla="*/ 98533 w 994371"/>
              <a:gd name="connsiteY109" fmla="*/ 113603 h 358818"/>
              <a:gd name="connsiteX110" fmla="*/ 99437 w 994371"/>
              <a:gd name="connsiteY110" fmla="*/ 115706 h 358818"/>
              <a:gd name="connsiteX111" fmla="*/ 100342 w 994371"/>
              <a:gd name="connsiteY111" fmla="*/ 117819 h 358818"/>
              <a:gd name="connsiteX112" fmla="*/ 101246 w 994371"/>
              <a:gd name="connsiteY112" fmla="*/ 119941 h 358818"/>
              <a:gd name="connsiteX113" fmla="*/ 102149 w 994371"/>
              <a:gd name="connsiteY113" fmla="*/ 122073 h 358818"/>
              <a:gd name="connsiteX114" fmla="*/ 103053 w 994371"/>
              <a:gd name="connsiteY114" fmla="*/ 124213 h 358818"/>
              <a:gd name="connsiteX115" fmla="*/ 103957 w 994371"/>
              <a:gd name="connsiteY115" fmla="*/ 126363 h 358818"/>
              <a:gd name="connsiteX116" fmla="*/ 104860 w 994371"/>
              <a:gd name="connsiteY116" fmla="*/ 128521 h 358818"/>
              <a:gd name="connsiteX117" fmla="*/ 105766 w 994371"/>
              <a:gd name="connsiteY117" fmla="*/ 130687 h 358818"/>
              <a:gd name="connsiteX118" fmla="*/ 106669 w 994371"/>
              <a:gd name="connsiteY118" fmla="*/ 132860 h 358818"/>
              <a:gd name="connsiteX119" fmla="*/ 107573 w 994371"/>
              <a:gd name="connsiteY119" fmla="*/ 135040 h 358818"/>
              <a:gd name="connsiteX120" fmla="*/ 108477 w 994371"/>
              <a:gd name="connsiteY120" fmla="*/ 137228 h 358818"/>
              <a:gd name="connsiteX121" fmla="*/ 109381 w 994371"/>
              <a:gd name="connsiteY121" fmla="*/ 139424 h 358818"/>
              <a:gd name="connsiteX122" fmla="*/ 110284 w 994371"/>
              <a:gd name="connsiteY122" fmla="*/ 141625 h 358818"/>
              <a:gd name="connsiteX123" fmla="*/ 111190 w 994371"/>
              <a:gd name="connsiteY123" fmla="*/ 143831 h 358818"/>
              <a:gd name="connsiteX124" fmla="*/ 112093 w 994371"/>
              <a:gd name="connsiteY124" fmla="*/ 146044 h 358818"/>
              <a:gd name="connsiteX125" fmla="*/ 112997 w 994371"/>
              <a:gd name="connsiteY125" fmla="*/ 148262 h 358818"/>
              <a:gd name="connsiteX126" fmla="*/ 113901 w 994371"/>
              <a:gd name="connsiteY126" fmla="*/ 150485 h 358818"/>
              <a:gd name="connsiteX127" fmla="*/ 114804 w 994371"/>
              <a:gd name="connsiteY127" fmla="*/ 152712 h 358818"/>
              <a:gd name="connsiteX128" fmla="*/ 115708 w 994371"/>
              <a:gd name="connsiteY128" fmla="*/ 154943 h 358818"/>
              <a:gd name="connsiteX129" fmla="*/ 116613 w 994371"/>
              <a:gd name="connsiteY129" fmla="*/ 157179 h 358818"/>
              <a:gd name="connsiteX130" fmla="*/ 117517 w 994371"/>
              <a:gd name="connsiteY130" fmla="*/ 159417 h 358818"/>
              <a:gd name="connsiteX131" fmla="*/ 118421 w 994371"/>
              <a:gd name="connsiteY131" fmla="*/ 161659 h 358818"/>
              <a:gd name="connsiteX132" fmla="*/ 119324 w 994371"/>
              <a:gd name="connsiteY132" fmla="*/ 163904 h 358818"/>
              <a:gd name="connsiteX133" fmla="*/ 120228 w 994371"/>
              <a:gd name="connsiteY133" fmla="*/ 166151 h 358818"/>
              <a:gd name="connsiteX134" fmla="*/ 121132 w 994371"/>
              <a:gd name="connsiteY134" fmla="*/ 168401 h 358818"/>
              <a:gd name="connsiteX135" fmla="*/ 122037 w 994371"/>
              <a:gd name="connsiteY135" fmla="*/ 170652 h 358818"/>
              <a:gd name="connsiteX136" fmla="*/ 122941 w 994371"/>
              <a:gd name="connsiteY136" fmla="*/ 172904 h 358818"/>
              <a:gd name="connsiteX137" fmla="*/ 123845 w 994371"/>
              <a:gd name="connsiteY137" fmla="*/ 175158 h 358818"/>
              <a:gd name="connsiteX138" fmla="*/ 124748 w 994371"/>
              <a:gd name="connsiteY138" fmla="*/ 177413 h 358818"/>
              <a:gd name="connsiteX139" fmla="*/ 125652 w 994371"/>
              <a:gd name="connsiteY139" fmla="*/ 179667 h 358818"/>
              <a:gd name="connsiteX140" fmla="*/ 126556 w 994371"/>
              <a:gd name="connsiteY140" fmla="*/ 181921 h 358818"/>
              <a:gd name="connsiteX141" fmla="*/ 127461 w 994371"/>
              <a:gd name="connsiteY141" fmla="*/ 184175 h 358818"/>
              <a:gd name="connsiteX142" fmla="*/ 128365 w 994371"/>
              <a:gd name="connsiteY142" fmla="*/ 186428 h 358818"/>
              <a:gd name="connsiteX143" fmla="*/ 129268 w 994371"/>
              <a:gd name="connsiteY143" fmla="*/ 188681 h 358818"/>
              <a:gd name="connsiteX144" fmla="*/ 130172 w 994371"/>
              <a:gd name="connsiteY144" fmla="*/ 190931 h 358818"/>
              <a:gd name="connsiteX145" fmla="*/ 131076 w 994371"/>
              <a:gd name="connsiteY145" fmla="*/ 193181 h 358818"/>
              <a:gd name="connsiteX146" fmla="*/ 131980 w 994371"/>
              <a:gd name="connsiteY146" fmla="*/ 195427 h 358818"/>
              <a:gd name="connsiteX147" fmla="*/ 132885 w 994371"/>
              <a:gd name="connsiteY147" fmla="*/ 197671 h 358818"/>
              <a:gd name="connsiteX148" fmla="*/ 133789 w 994371"/>
              <a:gd name="connsiteY148" fmla="*/ 199912 h 358818"/>
              <a:gd name="connsiteX149" fmla="*/ 134692 w 994371"/>
              <a:gd name="connsiteY149" fmla="*/ 202150 h 358818"/>
              <a:gd name="connsiteX150" fmla="*/ 135596 w 994371"/>
              <a:gd name="connsiteY150" fmla="*/ 204385 h 358818"/>
              <a:gd name="connsiteX151" fmla="*/ 136500 w 994371"/>
              <a:gd name="connsiteY151" fmla="*/ 206615 h 358818"/>
              <a:gd name="connsiteX152" fmla="*/ 137405 w 994371"/>
              <a:gd name="connsiteY152" fmla="*/ 208841 h 358818"/>
              <a:gd name="connsiteX153" fmla="*/ 138309 w 994371"/>
              <a:gd name="connsiteY153" fmla="*/ 211064 h 358818"/>
              <a:gd name="connsiteX154" fmla="*/ 139212 w 994371"/>
              <a:gd name="connsiteY154" fmla="*/ 213280 h 358818"/>
              <a:gd name="connsiteX155" fmla="*/ 140116 w 994371"/>
              <a:gd name="connsiteY155" fmla="*/ 215491 h 358818"/>
              <a:gd name="connsiteX156" fmla="*/ 141020 w 994371"/>
              <a:gd name="connsiteY156" fmla="*/ 217697 h 358818"/>
              <a:gd name="connsiteX157" fmla="*/ 141924 w 994371"/>
              <a:gd name="connsiteY157" fmla="*/ 219896 h 358818"/>
              <a:gd name="connsiteX158" fmla="*/ 142829 w 994371"/>
              <a:gd name="connsiteY158" fmla="*/ 222089 h 358818"/>
              <a:gd name="connsiteX159" fmla="*/ 143733 w 994371"/>
              <a:gd name="connsiteY159" fmla="*/ 224275 h 358818"/>
              <a:gd name="connsiteX160" fmla="*/ 144636 w 994371"/>
              <a:gd name="connsiteY160" fmla="*/ 226455 h 358818"/>
              <a:gd name="connsiteX161" fmla="*/ 145540 w 994371"/>
              <a:gd name="connsiteY161" fmla="*/ 228627 h 358818"/>
              <a:gd name="connsiteX162" fmla="*/ 146444 w 994371"/>
              <a:gd name="connsiteY162" fmla="*/ 230790 h 358818"/>
              <a:gd name="connsiteX163" fmla="*/ 147347 w 994371"/>
              <a:gd name="connsiteY163" fmla="*/ 232946 h 358818"/>
              <a:gd name="connsiteX164" fmla="*/ 148253 w 994371"/>
              <a:gd name="connsiteY164" fmla="*/ 235094 h 358818"/>
              <a:gd name="connsiteX165" fmla="*/ 149156 w 994371"/>
              <a:gd name="connsiteY165" fmla="*/ 237232 h 358818"/>
              <a:gd name="connsiteX166" fmla="*/ 150060 w 994371"/>
              <a:gd name="connsiteY166" fmla="*/ 239362 h 358818"/>
              <a:gd name="connsiteX167" fmla="*/ 150964 w 994371"/>
              <a:gd name="connsiteY167" fmla="*/ 241483 h 358818"/>
              <a:gd name="connsiteX168" fmla="*/ 151868 w 994371"/>
              <a:gd name="connsiteY168" fmla="*/ 243593 h 358818"/>
              <a:gd name="connsiteX169" fmla="*/ 152771 w 994371"/>
              <a:gd name="connsiteY169" fmla="*/ 245693 h 358818"/>
              <a:gd name="connsiteX170" fmla="*/ 153677 w 994371"/>
              <a:gd name="connsiteY170" fmla="*/ 247783 h 358818"/>
              <a:gd name="connsiteX171" fmla="*/ 154580 w 994371"/>
              <a:gd name="connsiteY171" fmla="*/ 249862 h 358818"/>
              <a:gd name="connsiteX172" fmla="*/ 155484 w 994371"/>
              <a:gd name="connsiteY172" fmla="*/ 251931 h 358818"/>
              <a:gd name="connsiteX173" fmla="*/ 156388 w 994371"/>
              <a:gd name="connsiteY173" fmla="*/ 253986 h 358818"/>
              <a:gd name="connsiteX174" fmla="*/ 157291 w 994371"/>
              <a:gd name="connsiteY174" fmla="*/ 256031 h 358818"/>
              <a:gd name="connsiteX175" fmla="*/ 158195 w 994371"/>
              <a:gd name="connsiteY175" fmla="*/ 258064 h 358818"/>
              <a:gd name="connsiteX176" fmla="*/ 159100 w 994371"/>
              <a:gd name="connsiteY176" fmla="*/ 260084 h 358818"/>
              <a:gd name="connsiteX177" fmla="*/ 160004 w 994371"/>
              <a:gd name="connsiteY177" fmla="*/ 262091 h 358818"/>
              <a:gd name="connsiteX178" fmla="*/ 160908 w 994371"/>
              <a:gd name="connsiteY178" fmla="*/ 264086 h 358818"/>
              <a:gd name="connsiteX179" fmla="*/ 161812 w 994371"/>
              <a:gd name="connsiteY179" fmla="*/ 266066 h 358818"/>
              <a:gd name="connsiteX180" fmla="*/ 162715 w 994371"/>
              <a:gd name="connsiteY180" fmla="*/ 268033 h 358818"/>
              <a:gd name="connsiteX181" fmla="*/ 163619 w 994371"/>
              <a:gd name="connsiteY181" fmla="*/ 269986 h 358818"/>
              <a:gd name="connsiteX182" fmla="*/ 164524 w 994371"/>
              <a:gd name="connsiteY182" fmla="*/ 271925 h 358818"/>
              <a:gd name="connsiteX183" fmla="*/ 165428 w 994371"/>
              <a:gd name="connsiteY183" fmla="*/ 273849 h 358818"/>
              <a:gd name="connsiteX184" fmla="*/ 166332 w 994371"/>
              <a:gd name="connsiteY184" fmla="*/ 275759 h 358818"/>
              <a:gd name="connsiteX185" fmla="*/ 167235 w 994371"/>
              <a:gd name="connsiteY185" fmla="*/ 277653 h 358818"/>
              <a:gd name="connsiteX186" fmla="*/ 168139 w 994371"/>
              <a:gd name="connsiteY186" fmla="*/ 279532 h 358818"/>
              <a:gd name="connsiteX187" fmla="*/ 169043 w 994371"/>
              <a:gd name="connsiteY187" fmla="*/ 281394 h 358818"/>
              <a:gd name="connsiteX188" fmla="*/ 169948 w 994371"/>
              <a:gd name="connsiteY188" fmla="*/ 283241 h 358818"/>
              <a:gd name="connsiteX189" fmla="*/ 170852 w 994371"/>
              <a:gd name="connsiteY189" fmla="*/ 285072 h 358818"/>
              <a:gd name="connsiteX190" fmla="*/ 171756 w 994371"/>
              <a:gd name="connsiteY190" fmla="*/ 286886 h 358818"/>
              <a:gd name="connsiteX191" fmla="*/ 172659 w 994371"/>
              <a:gd name="connsiteY191" fmla="*/ 288681 h 358818"/>
              <a:gd name="connsiteX192" fmla="*/ 173563 w 994371"/>
              <a:gd name="connsiteY192" fmla="*/ 290461 h 358818"/>
              <a:gd name="connsiteX193" fmla="*/ 174467 w 994371"/>
              <a:gd name="connsiteY193" fmla="*/ 292223 h 358818"/>
              <a:gd name="connsiteX194" fmla="*/ 175372 w 994371"/>
              <a:gd name="connsiteY194" fmla="*/ 293967 h 358818"/>
              <a:gd name="connsiteX195" fmla="*/ 176276 w 994371"/>
              <a:gd name="connsiteY195" fmla="*/ 295693 h 358818"/>
              <a:gd name="connsiteX196" fmla="*/ 177179 w 994371"/>
              <a:gd name="connsiteY196" fmla="*/ 297401 h 358818"/>
              <a:gd name="connsiteX197" fmla="*/ 178083 w 994371"/>
              <a:gd name="connsiteY197" fmla="*/ 299090 h 358818"/>
              <a:gd name="connsiteX198" fmla="*/ 178987 w 994371"/>
              <a:gd name="connsiteY198" fmla="*/ 300760 h 358818"/>
              <a:gd name="connsiteX199" fmla="*/ 179890 w 994371"/>
              <a:gd name="connsiteY199" fmla="*/ 302411 h 358818"/>
              <a:gd name="connsiteX200" fmla="*/ 180796 w 994371"/>
              <a:gd name="connsiteY200" fmla="*/ 304043 h 358818"/>
              <a:gd name="connsiteX201" fmla="*/ 181700 w 994371"/>
              <a:gd name="connsiteY201" fmla="*/ 305654 h 358818"/>
              <a:gd name="connsiteX202" fmla="*/ 182603 w 994371"/>
              <a:gd name="connsiteY202" fmla="*/ 307245 h 358818"/>
              <a:gd name="connsiteX203" fmla="*/ 183507 w 994371"/>
              <a:gd name="connsiteY203" fmla="*/ 308818 h 358818"/>
              <a:gd name="connsiteX204" fmla="*/ 184411 w 994371"/>
              <a:gd name="connsiteY204" fmla="*/ 310370 h 358818"/>
              <a:gd name="connsiteX205" fmla="*/ 185314 w 994371"/>
              <a:gd name="connsiteY205" fmla="*/ 311900 h 358818"/>
              <a:gd name="connsiteX206" fmla="*/ 186220 w 994371"/>
              <a:gd name="connsiteY206" fmla="*/ 313410 h 358818"/>
              <a:gd name="connsiteX207" fmla="*/ 187123 w 994371"/>
              <a:gd name="connsiteY207" fmla="*/ 314898 h 358818"/>
              <a:gd name="connsiteX208" fmla="*/ 188027 w 994371"/>
              <a:gd name="connsiteY208" fmla="*/ 316365 h 358818"/>
              <a:gd name="connsiteX209" fmla="*/ 188931 w 994371"/>
              <a:gd name="connsiteY209" fmla="*/ 317811 h 358818"/>
              <a:gd name="connsiteX210" fmla="*/ 189834 w 994371"/>
              <a:gd name="connsiteY210" fmla="*/ 319234 h 358818"/>
              <a:gd name="connsiteX211" fmla="*/ 190738 w 994371"/>
              <a:gd name="connsiteY211" fmla="*/ 320636 h 358818"/>
              <a:gd name="connsiteX212" fmla="*/ 191644 w 994371"/>
              <a:gd name="connsiteY212" fmla="*/ 322015 h 358818"/>
              <a:gd name="connsiteX213" fmla="*/ 192547 w 994371"/>
              <a:gd name="connsiteY213" fmla="*/ 323372 h 358818"/>
              <a:gd name="connsiteX214" fmla="*/ 193451 w 994371"/>
              <a:gd name="connsiteY214" fmla="*/ 324706 h 358818"/>
              <a:gd name="connsiteX215" fmla="*/ 194355 w 994371"/>
              <a:gd name="connsiteY215" fmla="*/ 326017 h 358818"/>
              <a:gd name="connsiteX216" fmla="*/ 195258 w 994371"/>
              <a:gd name="connsiteY216" fmla="*/ 327304 h 358818"/>
              <a:gd name="connsiteX217" fmla="*/ 196162 w 994371"/>
              <a:gd name="connsiteY217" fmla="*/ 328568 h 358818"/>
              <a:gd name="connsiteX218" fmla="*/ 197067 w 994371"/>
              <a:gd name="connsiteY218" fmla="*/ 329811 h 358818"/>
              <a:gd name="connsiteX219" fmla="*/ 197971 w 994371"/>
              <a:gd name="connsiteY219" fmla="*/ 331027 h 358818"/>
              <a:gd name="connsiteX220" fmla="*/ 198875 w 994371"/>
              <a:gd name="connsiteY220" fmla="*/ 332221 h 358818"/>
              <a:gd name="connsiteX221" fmla="*/ 199778 w 994371"/>
              <a:gd name="connsiteY221" fmla="*/ 333389 h 358818"/>
              <a:gd name="connsiteX222" fmla="*/ 200682 w 994371"/>
              <a:gd name="connsiteY222" fmla="*/ 334535 h 358818"/>
              <a:gd name="connsiteX223" fmla="*/ 201586 w 994371"/>
              <a:gd name="connsiteY223" fmla="*/ 335655 h 358818"/>
              <a:gd name="connsiteX224" fmla="*/ 202491 w 994371"/>
              <a:gd name="connsiteY224" fmla="*/ 336752 h 358818"/>
              <a:gd name="connsiteX225" fmla="*/ 203395 w 994371"/>
              <a:gd name="connsiteY225" fmla="*/ 337821 h 358818"/>
              <a:gd name="connsiteX226" fmla="*/ 204299 w 994371"/>
              <a:gd name="connsiteY226" fmla="*/ 338868 h 358818"/>
              <a:gd name="connsiteX227" fmla="*/ 205202 w 994371"/>
              <a:gd name="connsiteY227" fmla="*/ 339888 h 358818"/>
              <a:gd name="connsiteX228" fmla="*/ 206106 w 994371"/>
              <a:gd name="connsiteY228" fmla="*/ 340883 h 358818"/>
              <a:gd name="connsiteX229" fmla="*/ 207010 w 994371"/>
              <a:gd name="connsiteY229" fmla="*/ 341853 h 358818"/>
              <a:gd name="connsiteX230" fmla="*/ 207913 w 994371"/>
              <a:gd name="connsiteY230" fmla="*/ 342797 h 358818"/>
              <a:gd name="connsiteX231" fmla="*/ 208819 w 994371"/>
              <a:gd name="connsiteY231" fmla="*/ 343715 h 358818"/>
              <a:gd name="connsiteX232" fmla="*/ 209722 w 994371"/>
              <a:gd name="connsiteY232" fmla="*/ 344607 h 358818"/>
              <a:gd name="connsiteX233" fmla="*/ 210626 w 994371"/>
              <a:gd name="connsiteY233" fmla="*/ 345474 h 358818"/>
              <a:gd name="connsiteX234" fmla="*/ 211530 w 994371"/>
              <a:gd name="connsiteY234" fmla="*/ 346315 h 358818"/>
              <a:gd name="connsiteX235" fmla="*/ 212434 w 994371"/>
              <a:gd name="connsiteY235" fmla="*/ 347129 h 358818"/>
              <a:gd name="connsiteX236" fmla="*/ 213337 w 994371"/>
              <a:gd name="connsiteY236" fmla="*/ 347915 h 358818"/>
              <a:gd name="connsiteX237" fmla="*/ 214243 w 994371"/>
              <a:gd name="connsiteY237" fmla="*/ 348676 h 358818"/>
              <a:gd name="connsiteX238" fmla="*/ 215146 w 994371"/>
              <a:gd name="connsiteY238" fmla="*/ 349410 h 358818"/>
              <a:gd name="connsiteX239" fmla="*/ 216050 w 994371"/>
              <a:gd name="connsiteY239" fmla="*/ 350118 h 358818"/>
              <a:gd name="connsiteX240" fmla="*/ 216954 w 994371"/>
              <a:gd name="connsiteY240" fmla="*/ 350797 h 358818"/>
              <a:gd name="connsiteX241" fmla="*/ 217857 w 994371"/>
              <a:gd name="connsiteY241" fmla="*/ 351450 h 358818"/>
              <a:gd name="connsiteX242" fmla="*/ 218761 w 994371"/>
              <a:gd name="connsiteY242" fmla="*/ 352076 h 358818"/>
              <a:gd name="connsiteX243" fmla="*/ 219666 w 994371"/>
              <a:gd name="connsiteY243" fmla="*/ 352674 h 358818"/>
              <a:gd name="connsiteX244" fmla="*/ 220570 w 994371"/>
              <a:gd name="connsiteY244" fmla="*/ 353246 h 358818"/>
              <a:gd name="connsiteX245" fmla="*/ 221474 w 994371"/>
              <a:gd name="connsiteY245" fmla="*/ 353790 h 358818"/>
              <a:gd name="connsiteX246" fmla="*/ 222377 w 994371"/>
              <a:gd name="connsiteY246" fmla="*/ 354305 h 358818"/>
              <a:gd name="connsiteX247" fmla="*/ 223281 w 994371"/>
              <a:gd name="connsiteY247" fmla="*/ 354795 h 358818"/>
              <a:gd name="connsiteX248" fmla="*/ 224185 w 994371"/>
              <a:gd name="connsiteY248" fmla="*/ 355256 h 358818"/>
              <a:gd name="connsiteX249" fmla="*/ 225090 w 994371"/>
              <a:gd name="connsiteY249" fmla="*/ 355689 h 358818"/>
              <a:gd name="connsiteX250" fmla="*/ 225994 w 994371"/>
              <a:gd name="connsiteY250" fmla="*/ 356095 h 358818"/>
              <a:gd name="connsiteX251" fmla="*/ 226898 w 994371"/>
              <a:gd name="connsiteY251" fmla="*/ 356472 h 358818"/>
              <a:gd name="connsiteX252" fmla="*/ 227801 w 994371"/>
              <a:gd name="connsiteY252" fmla="*/ 356822 h 358818"/>
              <a:gd name="connsiteX253" fmla="*/ 228705 w 994371"/>
              <a:gd name="connsiteY253" fmla="*/ 357143 h 358818"/>
              <a:gd name="connsiteX254" fmla="*/ 229609 w 994371"/>
              <a:gd name="connsiteY254" fmla="*/ 357437 h 358818"/>
              <a:gd name="connsiteX255" fmla="*/ 230514 w 994371"/>
              <a:gd name="connsiteY255" fmla="*/ 357701 h 358818"/>
              <a:gd name="connsiteX256" fmla="*/ 231418 w 994371"/>
              <a:gd name="connsiteY256" fmla="*/ 357938 h 358818"/>
              <a:gd name="connsiteX257" fmla="*/ 232321 w 994371"/>
              <a:gd name="connsiteY257" fmla="*/ 358148 h 358818"/>
              <a:gd name="connsiteX258" fmla="*/ 233225 w 994371"/>
              <a:gd name="connsiteY258" fmla="*/ 358329 h 358818"/>
              <a:gd name="connsiteX259" fmla="*/ 234129 w 994371"/>
              <a:gd name="connsiteY259" fmla="*/ 358480 h 358818"/>
              <a:gd name="connsiteX260" fmla="*/ 235033 w 994371"/>
              <a:gd name="connsiteY260" fmla="*/ 358605 h 358818"/>
              <a:gd name="connsiteX261" fmla="*/ 235938 w 994371"/>
              <a:gd name="connsiteY261" fmla="*/ 358701 h 358818"/>
              <a:gd name="connsiteX262" fmla="*/ 236842 w 994371"/>
              <a:gd name="connsiteY262" fmla="*/ 358769 h 358818"/>
              <a:gd name="connsiteX263" fmla="*/ 237745 w 994371"/>
              <a:gd name="connsiteY263" fmla="*/ 358807 h 358818"/>
              <a:gd name="connsiteX264" fmla="*/ 238649 w 994371"/>
              <a:gd name="connsiteY264" fmla="*/ 358819 h 358818"/>
              <a:gd name="connsiteX265" fmla="*/ 239553 w 994371"/>
              <a:gd name="connsiteY265" fmla="*/ 358801 h 358818"/>
              <a:gd name="connsiteX266" fmla="*/ 240456 w 994371"/>
              <a:gd name="connsiteY266" fmla="*/ 358756 h 358818"/>
              <a:gd name="connsiteX267" fmla="*/ 241362 w 994371"/>
              <a:gd name="connsiteY267" fmla="*/ 358681 h 358818"/>
              <a:gd name="connsiteX268" fmla="*/ 242265 w 994371"/>
              <a:gd name="connsiteY268" fmla="*/ 358580 h 358818"/>
              <a:gd name="connsiteX269" fmla="*/ 243169 w 994371"/>
              <a:gd name="connsiteY269" fmla="*/ 358448 h 358818"/>
              <a:gd name="connsiteX270" fmla="*/ 244073 w 994371"/>
              <a:gd name="connsiteY270" fmla="*/ 358289 h 358818"/>
              <a:gd name="connsiteX271" fmla="*/ 244977 w 994371"/>
              <a:gd name="connsiteY271" fmla="*/ 358103 h 358818"/>
              <a:gd name="connsiteX272" fmla="*/ 245880 w 994371"/>
              <a:gd name="connsiteY272" fmla="*/ 357887 h 358818"/>
              <a:gd name="connsiteX273" fmla="*/ 246786 w 994371"/>
              <a:gd name="connsiteY273" fmla="*/ 357643 h 358818"/>
              <a:gd name="connsiteX274" fmla="*/ 247689 w 994371"/>
              <a:gd name="connsiteY274" fmla="*/ 357372 h 358818"/>
              <a:gd name="connsiteX275" fmla="*/ 248593 w 994371"/>
              <a:gd name="connsiteY275" fmla="*/ 357071 h 358818"/>
              <a:gd name="connsiteX276" fmla="*/ 249497 w 994371"/>
              <a:gd name="connsiteY276" fmla="*/ 356744 h 358818"/>
              <a:gd name="connsiteX277" fmla="*/ 250400 w 994371"/>
              <a:gd name="connsiteY277" fmla="*/ 356389 h 358818"/>
              <a:gd name="connsiteX278" fmla="*/ 251306 w 994371"/>
              <a:gd name="connsiteY278" fmla="*/ 356005 h 358818"/>
              <a:gd name="connsiteX279" fmla="*/ 252209 w 994371"/>
              <a:gd name="connsiteY279" fmla="*/ 355593 h 358818"/>
              <a:gd name="connsiteX280" fmla="*/ 253113 w 994371"/>
              <a:gd name="connsiteY280" fmla="*/ 355153 h 358818"/>
              <a:gd name="connsiteX281" fmla="*/ 254017 w 994371"/>
              <a:gd name="connsiteY281" fmla="*/ 354686 h 358818"/>
              <a:gd name="connsiteX282" fmla="*/ 254921 w 994371"/>
              <a:gd name="connsiteY282" fmla="*/ 354191 h 358818"/>
              <a:gd name="connsiteX283" fmla="*/ 255824 w 994371"/>
              <a:gd name="connsiteY283" fmla="*/ 353669 h 358818"/>
              <a:gd name="connsiteX284" fmla="*/ 256728 w 994371"/>
              <a:gd name="connsiteY284" fmla="*/ 353118 h 358818"/>
              <a:gd name="connsiteX285" fmla="*/ 257633 w 994371"/>
              <a:gd name="connsiteY285" fmla="*/ 352541 h 358818"/>
              <a:gd name="connsiteX286" fmla="*/ 258537 w 994371"/>
              <a:gd name="connsiteY286" fmla="*/ 351937 h 358818"/>
              <a:gd name="connsiteX287" fmla="*/ 259441 w 994371"/>
              <a:gd name="connsiteY287" fmla="*/ 351304 h 358818"/>
              <a:gd name="connsiteX288" fmla="*/ 260344 w 994371"/>
              <a:gd name="connsiteY288" fmla="*/ 350644 h 358818"/>
              <a:gd name="connsiteX289" fmla="*/ 261248 w 994371"/>
              <a:gd name="connsiteY289" fmla="*/ 349958 h 358818"/>
              <a:gd name="connsiteX290" fmla="*/ 262153 w 994371"/>
              <a:gd name="connsiteY290" fmla="*/ 349245 h 358818"/>
              <a:gd name="connsiteX291" fmla="*/ 263057 w 994371"/>
              <a:gd name="connsiteY291" fmla="*/ 348505 h 358818"/>
              <a:gd name="connsiteX292" fmla="*/ 263961 w 994371"/>
              <a:gd name="connsiteY292" fmla="*/ 347739 h 358818"/>
              <a:gd name="connsiteX293" fmla="*/ 264865 w 994371"/>
              <a:gd name="connsiteY293" fmla="*/ 346945 h 358818"/>
              <a:gd name="connsiteX294" fmla="*/ 265768 w 994371"/>
              <a:gd name="connsiteY294" fmla="*/ 346126 h 358818"/>
              <a:gd name="connsiteX295" fmla="*/ 266672 w 994371"/>
              <a:gd name="connsiteY295" fmla="*/ 345280 h 358818"/>
              <a:gd name="connsiteX296" fmla="*/ 267576 w 994371"/>
              <a:gd name="connsiteY296" fmla="*/ 344406 h 358818"/>
              <a:gd name="connsiteX297" fmla="*/ 268481 w 994371"/>
              <a:gd name="connsiteY297" fmla="*/ 343509 h 358818"/>
              <a:gd name="connsiteX298" fmla="*/ 269385 w 994371"/>
              <a:gd name="connsiteY298" fmla="*/ 342584 h 358818"/>
              <a:gd name="connsiteX299" fmla="*/ 270288 w 994371"/>
              <a:gd name="connsiteY299" fmla="*/ 341634 h 358818"/>
              <a:gd name="connsiteX300" fmla="*/ 271192 w 994371"/>
              <a:gd name="connsiteY300" fmla="*/ 340659 h 358818"/>
              <a:gd name="connsiteX301" fmla="*/ 272096 w 994371"/>
              <a:gd name="connsiteY301" fmla="*/ 339657 h 358818"/>
              <a:gd name="connsiteX302" fmla="*/ 273001 w 994371"/>
              <a:gd name="connsiteY302" fmla="*/ 338632 h 358818"/>
              <a:gd name="connsiteX303" fmla="*/ 273905 w 994371"/>
              <a:gd name="connsiteY303" fmla="*/ 337579 h 358818"/>
              <a:gd name="connsiteX304" fmla="*/ 274809 w 994371"/>
              <a:gd name="connsiteY304" fmla="*/ 336502 h 358818"/>
              <a:gd name="connsiteX305" fmla="*/ 275712 w 994371"/>
              <a:gd name="connsiteY305" fmla="*/ 335403 h 358818"/>
              <a:gd name="connsiteX306" fmla="*/ 276616 w 994371"/>
              <a:gd name="connsiteY306" fmla="*/ 334276 h 358818"/>
              <a:gd name="connsiteX307" fmla="*/ 277520 w 994371"/>
              <a:gd name="connsiteY307" fmla="*/ 333125 h 358818"/>
              <a:gd name="connsiteX308" fmla="*/ 278423 w 994371"/>
              <a:gd name="connsiteY308" fmla="*/ 331951 h 358818"/>
              <a:gd name="connsiteX309" fmla="*/ 279329 w 994371"/>
              <a:gd name="connsiteY309" fmla="*/ 330751 h 358818"/>
              <a:gd name="connsiteX310" fmla="*/ 280232 w 994371"/>
              <a:gd name="connsiteY310" fmla="*/ 329529 h 358818"/>
              <a:gd name="connsiteX311" fmla="*/ 281136 w 994371"/>
              <a:gd name="connsiteY311" fmla="*/ 328283 h 358818"/>
              <a:gd name="connsiteX312" fmla="*/ 282040 w 994371"/>
              <a:gd name="connsiteY312" fmla="*/ 327014 h 358818"/>
              <a:gd name="connsiteX313" fmla="*/ 282943 w 994371"/>
              <a:gd name="connsiteY313" fmla="*/ 325719 h 358818"/>
              <a:gd name="connsiteX314" fmla="*/ 283849 w 994371"/>
              <a:gd name="connsiteY314" fmla="*/ 324404 h 358818"/>
              <a:gd name="connsiteX315" fmla="*/ 284753 w 994371"/>
              <a:gd name="connsiteY315" fmla="*/ 323065 h 358818"/>
              <a:gd name="connsiteX316" fmla="*/ 285656 w 994371"/>
              <a:gd name="connsiteY316" fmla="*/ 321703 h 358818"/>
              <a:gd name="connsiteX317" fmla="*/ 286560 w 994371"/>
              <a:gd name="connsiteY317" fmla="*/ 320319 h 358818"/>
              <a:gd name="connsiteX318" fmla="*/ 287464 w 994371"/>
              <a:gd name="connsiteY318" fmla="*/ 318912 h 358818"/>
              <a:gd name="connsiteX319" fmla="*/ 288367 w 994371"/>
              <a:gd name="connsiteY319" fmla="*/ 317483 h 358818"/>
              <a:gd name="connsiteX320" fmla="*/ 289271 w 994371"/>
              <a:gd name="connsiteY320" fmla="*/ 316033 h 358818"/>
              <a:gd name="connsiteX321" fmla="*/ 290176 w 994371"/>
              <a:gd name="connsiteY321" fmla="*/ 314560 h 358818"/>
              <a:gd name="connsiteX322" fmla="*/ 291080 w 994371"/>
              <a:gd name="connsiteY322" fmla="*/ 313066 h 358818"/>
              <a:gd name="connsiteX323" fmla="*/ 291984 w 994371"/>
              <a:gd name="connsiteY323" fmla="*/ 311553 h 358818"/>
              <a:gd name="connsiteX324" fmla="*/ 292887 w 994371"/>
              <a:gd name="connsiteY324" fmla="*/ 310018 h 358818"/>
              <a:gd name="connsiteX325" fmla="*/ 293791 w 994371"/>
              <a:gd name="connsiteY325" fmla="*/ 308461 h 358818"/>
              <a:gd name="connsiteX326" fmla="*/ 294696 w 994371"/>
              <a:gd name="connsiteY326" fmla="*/ 306885 h 358818"/>
              <a:gd name="connsiteX327" fmla="*/ 295600 w 994371"/>
              <a:gd name="connsiteY327" fmla="*/ 305288 h 358818"/>
              <a:gd name="connsiteX328" fmla="*/ 296504 w 994371"/>
              <a:gd name="connsiteY328" fmla="*/ 303672 h 358818"/>
              <a:gd name="connsiteX329" fmla="*/ 297408 w 994371"/>
              <a:gd name="connsiteY329" fmla="*/ 302036 h 358818"/>
              <a:gd name="connsiteX330" fmla="*/ 298311 w 994371"/>
              <a:gd name="connsiteY330" fmla="*/ 300381 h 358818"/>
              <a:gd name="connsiteX331" fmla="*/ 299215 w 994371"/>
              <a:gd name="connsiteY331" fmla="*/ 298707 h 358818"/>
              <a:gd name="connsiteX332" fmla="*/ 300119 w 994371"/>
              <a:gd name="connsiteY332" fmla="*/ 297012 h 358818"/>
              <a:gd name="connsiteX333" fmla="*/ 301024 w 994371"/>
              <a:gd name="connsiteY333" fmla="*/ 295301 h 358818"/>
              <a:gd name="connsiteX334" fmla="*/ 301928 w 994371"/>
              <a:gd name="connsiteY334" fmla="*/ 293572 h 358818"/>
              <a:gd name="connsiteX335" fmla="*/ 302831 w 994371"/>
              <a:gd name="connsiteY335" fmla="*/ 291823 h 358818"/>
              <a:gd name="connsiteX336" fmla="*/ 303735 w 994371"/>
              <a:gd name="connsiteY336" fmla="*/ 290057 h 358818"/>
              <a:gd name="connsiteX337" fmla="*/ 304639 w 994371"/>
              <a:gd name="connsiteY337" fmla="*/ 288273 h 358818"/>
              <a:gd name="connsiteX338" fmla="*/ 305544 w 994371"/>
              <a:gd name="connsiteY338" fmla="*/ 286474 h 358818"/>
              <a:gd name="connsiteX339" fmla="*/ 306448 w 994371"/>
              <a:gd name="connsiteY339" fmla="*/ 284655 h 358818"/>
              <a:gd name="connsiteX340" fmla="*/ 307352 w 994371"/>
              <a:gd name="connsiteY340" fmla="*/ 282821 h 358818"/>
              <a:gd name="connsiteX341" fmla="*/ 308255 w 994371"/>
              <a:gd name="connsiteY341" fmla="*/ 280970 h 358818"/>
              <a:gd name="connsiteX342" fmla="*/ 309159 w 994371"/>
              <a:gd name="connsiteY342" fmla="*/ 279105 h 358818"/>
              <a:gd name="connsiteX343" fmla="*/ 310063 w 994371"/>
              <a:gd name="connsiteY343" fmla="*/ 277222 h 358818"/>
              <a:gd name="connsiteX344" fmla="*/ 310966 w 994371"/>
              <a:gd name="connsiteY344" fmla="*/ 275325 h 358818"/>
              <a:gd name="connsiteX345" fmla="*/ 311872 w 994371"/>
              <a:gd name="connsiteY345" fmla="*/ 273412 h 358818"/>
              <a:gd name="connsiteX346" fmla="*/ 312775 w 994371"/>
              <a:gd name="connsiteY346" fmla="*/ 271485 h 358818"/>
              <a:gd name="connsiteX347" fmla="*/ 313679 w 994371"/>
              <a:gd name="connsiteY347" fmla="*/ 269543 h 358818"/>
              <a:gd name="connsiteX348" fmla="*/ 314583 w 994371"/>
              <a:gd name="connsiteY348" fmla="*/ 267586 h 358818"/>
              <a:gd name="connsiteX349" fmla="*/ 315487 w 994371"/>
              <a:gd name="connsiteY349" fmla="*/ 265616 h 358818"/>
              <a:gd name="connsiteX350" fmla="*/ 316392 w 994371"/>
              <a:gd name="connsiteY350" fmla="*/ 263631 h 358818"/>
              <a:gd name="connsiteX351" fmla="*/ 317296 w 994371"/>
              <a:gd name="connsiteY351" fmla="*/ 261634 h 358818"/>
              <a:gd name="connsiteX352" fmla="*/ 318199 w 994371"/>
              <a:gd name="connsiteY352" fmla="*/ 259624 h 358818"/>
              <a:gd name="connsiteX353" fmla="*/ 319103 w 994371"/>
              <a:gd name="connsiteY353" fmla="*/ 257600 h 358818"/>
              <a:gd name="connsiteX354" fmla="*/ 320007 w 994371"/>
              <a:gd name="connsiteY354" fmla="*/ 255565 h 358818"/>
              <a:gd name="connsiteX355" fmla="*/ 320910 w 994371"/>
              <a:gd name="connsiteY355" fmla="*/ 253519 h 358818"/>
              <a:gd name="connsiteX356" fmla="*/ 321814 w 994371"/>
              <a:gd name="connsiteY356" fmla="*/ 251459 h 358818"/>
              <a:gd name="connsiteX357" fmla="*/ 322719 w 994371"/>
              <a:gd name="connsiteY357" fmla="*/ 249389 h 358818"/>
              <a:gd name="connsiteX358" fmla="*/ 323623 w 994371"/>
              <a:gd name="connsiteY358" fmla="*/ 247308 h 358818"/>
              <a:gd name="connsiteX359" fmla="*/ 324527 w 994371"/>
              <a:gd name="connsiteY359" fmla="*/ 245214 h 358818"/>
              <a:gd name="connsiteX360" fmla="*/ 325430 w 994371"/>
              <a:gd name="connsiteY360" fmla="*/ 243113 h 358818"/>
              <a:gd name="connsiteX361" fmla="*/ 326334 w 994371"/>
              <a:gd name="connsiteY361" fmla="*/ 241000 h 358818"/>
              <a:gd name="connsiteX362" fmla="*/ 327240 w 994371"/>
              <a:gd name="connsiteY362" fmla="*/ 238877 h 358818"/>
              <a:gd name="connsiteX363" fmla="*/ 328143 w 994371"/>
              <a:gd name="connsiteY363" fmla="*/ 236746 h 358818"/>
              <a:gd name="connsiteX364" fmla="*/ 329047 w 994371"/>
              <a:gd name="connsiteY364" fmla="*/ 234606 h 358818"/>
              <a:gd name="connsiteX365" fmla="*/ 329951 w 994371"/>
              <a:gd name="connsiteY365" fmla="*/ 232456 h 358818"/>
              <a:gd name="connsiteX366" fmla="*/ 330854 w 994371"/>
              <a:gd name="connsiteY366" fmla="*/ 230299 h 358818"/>
              <a:gd name="connsiteX367" fmla="*/ 331758 w 994371"/>
              <a:gd name="connsiteY367" fmla="*/ 228132 h 358818"/>
              <a:gd name="connsiteX368" fmla="*/ 332662 w 994371"/>
              <a:gd name="connsiteY368" fmla="*/ 225958 h 358818"/>
              <a:gd name="connsiteX369" fmla="*/ 333567 w 994371"/>
              <a:gd name="connsiteY369" fmla="*/ 223778 h 358818"/>
              <a:gd name="connsiteX370" fmla="*/ 334471 w 994371"/>
              <a:gd name="connsiteY370" fmla="*/ 221589 h 358818"/>
              <a:gd name="connsiteX371" fmla="*/ 335374 w 994371"/>
              <a:gd name="connsiteY371" fmla="*/ 219394 h 358818"/>
              <a:gd name="connsiteX372" fmla="*/ 336278 w 994371"/>
              <a:gd name="connsiteY372" fmla="*/ 217193 h 358818"/>
              <a:gd name="connsiteX373" fmla="*/ 337182 w 994371"/>
              <a:gd name="connsiteY373" fmla="*/ 214987 h 358818"/>
              <a:gd name="connsiteX374" fmla="*/ 338086 w 994371"/>
              <a:gd name="connsiteY374" fmla="*/ 212775 h 358818"/>
              <a:gd name="connsiteX375" fmla="*/ 338991 w 994371"/>
              <a:gd name="connsiteY375" fmla="*/ 210557 h 358818"/>
              <a:gd name="connsiteX376" fmla="*/ 339895 w 994371"/>
              <a:gd name="connsiteY376" fmla="*/ 208334 h 358818"/>
              <a:gd name="connsiteX377" fmla="*/ 340798 w 994371"/>
              <a:gd name="connsiteY377" fmla="*/ 206106 h 358818"/>
              <a:gd name="connsiteX378" fmla="*/ 341702 w 994371"/>
              <a:gd name="connsiteY378" fmla="*/ 203875 h 358818"/>
              <a:gd name="connsiteX379" fmla="*/ 342606 w 994371"/>
              <a:gd name="connsiteY379" fmla="*/ 201640 h 358818"/>
              <a:gd name="connsiteX380" fmla="*/ 343511 w 994371"/>
              <a:gd name="connsiteY380" fmla="*/ 199402 h 358818"/>
              <a:gd name="connsiteX381" fmla="*/ 344415 w 994371"/>
              <a:gd name="connsiteY381" fmla="*/ 197159 h 358818"/>
              <a:gd name="connsiteX382" fmla="*/ 345318 w 994371"/>
              <a:gd name="connsiteY382" fmla="*/ 194915 h 358818"/>
              <a:gd name="connsiteX383" fmla="*/ 346222 w 994371"/>
              <a:gd name="connsiteY383" fmla="*/ 192667 h 358818"/>
              <a:gd name="connsiteX384" fmla="*/ 347126 w 994371"/>
              <a:gd name="connsiteY384" fmla="*/ 190418 h 358818"/>
              <a:gd name="connsiteX385" fmla="*/ 348030 w 994371"/>
              <a:gd name="connsiteY385" fmla="*/ 188167 h 358818"/>
              <a:gd name="connsiteX386" fmla="*/ 348933 w 994371"/>
              <a:gd name="connsiteY386" fmla="*/ 185915 h 358818"/>
              <a:gd name="connsiteX387" fmla="*/ 349839 w 994371"/>
              <a:gd name="connsiteY387" fmla="*/ 183660 h 358818"/>
              <a:gd name="connsiteX388" fmla="*/ 350742 w 994371"/>
              <a:gd name="connsiteY388" fmla="*/ 181406 h 358818"/>
              <a:gd name="connsiteX389" fmla="*/ 351646 w 994371"/>
              <a:gd name="connsiteY389" fmla="*/ 179152 h 358818"/>
              <a:gd name="connsiteX390" fmla="*/ 352550 w 994371"/>
              <a:gd name="connsiteY390" fmla="*/ 176898 h 358818"/>
              <a:gd name="connsiteX391" fmla="*/ 353453 w 994371"/>
              <a:gd name="connsiteY391" fmla="*/ 174643 h 358818"/>
              <a:gd name="connsiteX392" fmla="*/ 354359 w 994371"/>
              <a:gd name="connsiteY392" fmla="*/ 172391 h 358818"/>
              <a:gd name="connsiteX393" fmla="*/ 355262 w 994371"/>
              <a:gd name="connsiteY393" fmla="*/ 170138 h 358818"/>
              <a:gd name="connsiteX394" fmla="*/ 356166 w 994371"/>
              <a:gd name="connsiteY394" fmla="*/ 167887 h 358818"/>
              <a:gd name="connsiteX395" fmla="*/ 357070 w 994371"/>
              <a:gd name="connsiteY395" fmla="*/ 165638 h 358818"/>
              <a:gd name="connsiteX396" fmla="*/ 357974 w 994371"/>
              <a:gd name="connsiteY396" fmla="*/ 163392 h 358818"/>
              <a:gd name="connsiteX397" fmla="*/ 358877 w 994371"/>
              <a:gd name="connsiteY397" fmla="*/ 161148 h 358818"/>
              <a:gd name="connsiteX398" fmla="*/ 359781 w 994371"/>
              <a:gd name="connsiteY398" fmla="*/ 158907 h 358818"/>
              <a:gd name="connsiteX399" fmla="*/ 360686 w 994371"/>
              <a:gd name="connsiteY399" fmla="*/ 156669 h 358818"/>
              <a:gd name="connsiteX400" fmla="*/ 361590 w 994371"/>
              <a:gd name="connsiteY400" fmla="*/ 154433 h 358818"/>
              <a:gd name="connsiteX401" fmla="*/ 362494 w 994371"/>
              <a:gd name="connsiteY401" fmla="*/ 152204 h 358818"/>
              <a:gd name="connsiteX402" fmla="*/ 363397 w 994371"/>
              <a:gd name="connsiteY402" fmla="*/ 149978 h 358818"/>
              <a:gd name="connsiteX403" fmla="*/ 364301 w 994371"/>
              <a:gd name="connsiteY403" fmla="*/ 147755 h 358818"/>
              <a:gd name="connsiteX404" fmla="*/ 365206 w 994371"/>
              <a:gd name="connsiteY404" fmla="*/ 145539 h 358818"/>
              <a:gd name="connsiteX405" fmla="*/ 366110 w 994371"/>
              <a:gd name="connsiteY405" fmla="*/ 143328 h 358818"/>
              <a:gd name="connsiteX406" fmla="*/ 367014 w 994371"/>
              <a:gd name="connsiteY406" fmla="*/ 141122 h 358818"/>
              <a:gd name="connsiteX407" fmla="*/ 367917 w 994371"/>
              <a:gd name="connsiteY407" fmla="*/ 138923 h 358818"/>
              <a:gd name="connsiteX408" fmla="*/ 368821 w 994371"/>
              <a:gd name="connsiteY408" fmla="*/ 136730 h 358818"/>
              <a:gd name="connsiteX409" fmla="*/ 369725 w 994371"/>
              <a:gd name="connsiteY409" fmla="*/ 134544 h 358818"/>
              <a:gd name="connsiteX410" fmla="*/ 370629 w 994371"/>
              <a:gd name="connsiteY410" fmla="*/ 132364 h 358818"/>
              <a:gd name="connsiteX411" fmla="*/ 371534 w 994371"/>
              <a:gd name="connsiteY411" fmla="*/ 130192 h 358818"/>
              <a:gd name="connsiteX412" fmla="*/ 372438 w 994371"/>
              <a:gd name="connsiteY412" fmla="*/ 128028 h 358818"/>
              <a:gd name="connsiteX413" fmla="*/ 373341 w 994371"/>
              <a:gd name="connsiteY413" fmla="*/ 125872 h 358818"/>
              <a:gd name="connsiteX414" fmla="*/ 374245 w 994371"/>
              <a:gd name="connsiteY414" fmla="*/ 123724 h 358818"/>
              <a:gd name="connsiteX415" fmla="*/ 375149 w 994371"/>
              <a:gd name="connsiteY415" fmla="*/ 121586 h 358818"/>
              <a:gd name="connsiteX416" fmla="*/ 376054 w 994371"/>
              <a:gd name="connsiteY416" fmla="*/ 119456 h 358818"/>
              <a:gd name="connsiteX417" fmla="*/ 376958 w 994371"/>
              <a:gd name="connsiteY417" fmla="*/ 117336 h 358818"/>
              <a:gd name="connsiteX418" fmla="*/ 377862 w 994371"/>
              <a:gd name="connsiteY418" fmla="*/ 115226 h 358818"/>
              <a:gd name="connsiteX419" fmla="*/ 378765 w 994371"/>
              <a:gd name="connsiteY419" fmla="*/ 113125 h 358818"/>
              <a:gd name="connsiteX420" fmla="*/ 379669 w 994371"/>
              <a:gd name="connsiteY420" fmla="*/ 111036 h 358818"/>
              <a:gd name="connsiteX421" fmla="*/ 380573 w 994371"/>
              <a:gd name="connsiteY421" fmla="*/ 108957 h 358818"/>
              <a:gd name="connsiteX422" fmla="*/ 381476 w 994371"/>
              <a:gd name="connsiteY422" fmla="*/ 106889 h 358818"/>
              <a:gd name="connsiteX423" fmla="*/ 382382 w 994371"/>
              <a:gd name="connsiteY423" fmla="*/ 104832 h 358818"/>
              <a:gd name="connsiteX424" fmla="*/ 383285 w 994371"/>
              <a:gd name="connsiteY424" fmla="*/ 102788 h 358818"/>
              <a:gd name="connsiteX425" fmla="*/ 384189 w 994371"/>
              <a:gd name="connsiteY425" fmla="*/ 100756 h 358818"/>
              <a:gd name="connsiteX426" fmla="*/ 385093 w 994371"/>
              <a:gd name="connsiteY426" fmla="*/ 98735 h 358818"/>
              <a:gd name="connsiteX427" fmla="*/ 385996 w 994371"/>
              <a:gd name="connsiteY427" fmla="*/ 96728 h 358818"/>
              <a:gd name="connsiteX428" fmla="*/ 386902 w 994371"/>
              <a:gd name="connsiteY428" fmla="*/ 94734 h 358818"/>
              <a:gd name="connsiteX429" fmla="*/ 387805 w 994371"/>
              <a:gd name="connsiteY429" fmla="*/ 92753 h 358818"/>
              <a:gd name="connsiteX430" fmla="*/ 388709 w 994371"/>
              <a:gd name="connsiteY430" fmla="*/ 90786 h 358818"/>
              <a:gd name="connsiteX431" fmla="*/ 389613 w 994371"/>
              <a:gd name="connsiteY431" fmla="*/ 88833 h 358818"/>
              <a:gd name="connsiteX432" fmla="*/ 390517 w 994371"/>
              <a:gd name="connsiteY432" fmla="*/ 86894 h 358818"/>
              <a:gd name="connsiteX433" fmla="*/ 391420 w 994371"/>
              <a:gd name="connsiteY433" fmla="*/ 84969 h 358818"/>
              <a:gd name="connsiteX434" fmla="*/ 392324 w 994371"/>
              <a:gd name="connsiteY434" fmla="*/ 83060 h 358818"/>
              <a:gd name="connsiteX435" fmla="*/ 393229 w 994371"/>
              <a:gd name="connsiteY435" fmla="*/ 81166 h 358818"/>
              <a:gd name="connsiteX436" fmla="*/ 394133 w 994371"/>
              <a:gd name="connsiteY436" fmla="*/ 79287 h 358818"/>
              <a:gd name="connsiteX437" fmla="*/ 395037 w 994371"/>
              <a:gd name="connsiteY437" fmla="*/ 77424 h 358818"/>
              <a:gd name="connsiteX438" fmla="*/ 395940 w 994371"/>
              <a:gd name="connsiteY438" fmla="*/ 75578 h 358818"/>
              <a:gd name="connsiteX439" fmla="*/ 396844 w 994371"/>
              <a:gd name="connsiteY439" fmla="*/ 73747 h 358818"/>
              <a:gd name="connsiteX440" fmla="*/ 397749 w 994371"/>
              <a:gd name="connsiteY440" fmla="*/ 71934 h 358818"/>
              <a:gd name="connsiteX441" fmla="*/ 398653 w 994371"/>
              <a:gd name="connsiteY441" fmla="*/ 70137 h 358818"/>
              <a:gd name="connsiteX442" fmla="*/ 399557 w 994371"/>
              <a:gd name="connsiteY442" fmla="*/ 68358 h 358818"/>
              <a:gd name="connsiteX443" fmla="*/ 400461 w 994371"/>
              <a:gd name="connsiteY443" fmla="*/ 66595 h 358818"/>
              <a:gd name="connsiteX444" fmla="*/ 401364 w 994371"/>
              <a:gd name="connsiteY444" fmla="*/ 64851 h 358818"/>
              <a:gd name="connsiteX445" fmla="*/ 402268 w 994371"/>
              <a:gd name="connsiteY445" fmla="*/ 63125 h 358818"/>
              <a:gd name="connsiteX446" fmla="*/ 403172 w 994371"/>
              <a:gd name="connsiteY446" fmla="*/ 61418 h 358818"/>
              <a:gd name="connsiteX447" fmla="*/ 404077 w 994371"/>
              <a:gd name="connsiteY447" fmla="*/ 59729 h 358818"/>
              <a:gd name="connsiteX448" fmla="*/ 404981 w 994371"/>
              <a:gd name="connsiteY448" fmla="*/ 58059 h 358818"/>
              <a:gd name="connsiteX449" fmla="*/ 405884 w 994371"/>
              <a:gd name="connsiteY449" fmla="*/ 56408 h 358818"/>
              <a:gd name="connsiteX450" fmla="*/ 406788 w 994371"/>
              <a:gd name="connsiteY450" fmla="*/ 54776 h 358818"/>
              <a:gd name="connsiteX451" fmla="*/ 407692 w 994371"/>
              <a:gd name="connsiteY451" fmla="*/ 53165 h 358818"/>
              <a:gd name="connsiteX452" fmla="*/ 408597 w 994371"/>
              <a:gd name="connsiteY452" fmla="*/ 51573 h 358818"/>
              <a:gd name="connsiteX453" fmla="*/ 409501 w 994371"/>
              <a:gd name="connsiteY453" fmla="*/ 50001 h 358818"/>
              <a:gd name="connsiteX454" fmla="*/ 410405 w 994371"/>
              <a:gd name="connsiteY454" fmla="*/ 48450 h 358818"/>
              <a:gd name="connsiteX455" fmla="*/ 411308 w 994371"/>
              <a:gd name="connsiteY455" fmla="*/ 46919 h 358818"/>
              <a:gd name="connsiteX456" fmla="*/ 412212 w 994371"/>
              <a:gd name="connsiteY456" fmla="*/ 45409 h 358818"/>
              <a:gd name="connsiteX457" fmla="*/ 413116 w 994371"/>
              <a:gd name="connsiteY457" fmla="*/ 43921 h 358818"/>
              <a:gd name="connsiteX458" fmla="*/ 414019 w 994371"/>
              <a:gd name="connsiteY458" fmla="*/ 42454 h 358818"/>
              <a:gd name="connsiteX459" fmla="*/ 414925 w 994371"/>
              <a:gd name="connsiteY459" fmla="*/ 41008 h 358818"/>
              <a:gd name="connsiteX460" fmla="*/ 415828 w 994371"/>
              <a:gd name="connsiteY460" fmla="*/ 39585 h 358818"/>
              <a:gd name="connsiteX461" fmla="*/ 416732 w 994371"/>
              <a:gd name="connsiteY461" fmla="*/ 38183 h 358818"/>
              <a:gd name="connsiteX462" fmla="*/ 417636 w 994371"/>
              <a:gd name="connsiteY462" fmla="*/ 36804 h 358818"/>
              <a:gd name="connsiteX463" fmla="*/ 418539 w 994371"/>
              <a:gd name="connsiteY463" fmla="*/ 35447 h 358818"/>
              <a:gd name="connsiteX464" fmla="*/ 419445 w 994371"/>
              <a:gd name="connsiteY464" fmla="*/ 34113 h 358818"/>
              <a:gd name="connsiteX465" fmla="*/ 420349 w 994371"/>
              <a:gd name="connsiteY465" fmla="*/ 32802 h 358818"/>
              <a:gd name="connsiteX466" fmla="*/ 421252 w 994371"/>
              <a:gd name="connsiteY466" fmla="*/ 31514 h 358818"/>
              <a:gd name="connsiteX467" fmla="*/ 422156 w 994371"/>
              <a:gd name="connsiteY467" fmla="*/ 30250 h 358818"/>
              <a:gd name="connsiteX468" fmla="*/ 423060 w 994371"/>
              <a:gd name="connsiteY468" fmla="*/ 29009 h 358818"/>
              <a:gd name="connsiteX469" fmla="*/ 423963 w 994371"/>
              <a:gd name="connsiteY469" fmla="*/ 27791 h 358818"/>
              <a:gd name="connsiteX470" fmla="*/ 424867 w 994371"/>
              <a:gd name="connsiteY470" fmla="*/ 26598 h 358818"/>
              <a:gd name="connsiteX471" fmla="*/ 425772 w 994371"/>
              <a:gd name="connsiteY471" fmla="*/ 25429 h 358818"/>
              <a:gd name="connsiteX472" fmla="*/ 426676 w 994371"/>
              <a:gd name="connsiteY472" fmla="*/ 24284 h 358818"/>
              <a:gd name="connsiteX473" fmla="*/ 427580 w 994371"/>
              <a:gd name="connsiteY473" fmla="*/ 23164 h 358818"/>
              <a:gd name="connsiteX474" fmla="*/ 428483 w 994371"/>
              <a:gd name="connsiteY474" fmla="*/ 22068 h 358818"/>
              <a:gd name="connsiteX475" fmla="*/ 429387 w 994371"/>
              <a:gd name="connsiteY475" fmla="*/ 20997 h 358818"/>
              <a:gd name="connsiteX476" fmla="*/ 430293 w 994371"/>
              <a:gd name="connsiteY476" fmla="*/ 19951 h 358818"/>
              <a:gd name="connsiteX477" fmla="*/ 431196 w 994371"/>
              <a:gd name="connsiteY477" fmla="*/ 18931 h 358818"/>
              <a:gd name="connsiteX478" fmla="*/ 432100 w 994371"/>
              <a:gd name="connsiteY478" fmla="*/ 17935 h 358818"/>
              <a:gd name="connsiteX479" fmla="*/ 433004 w 994371"/>
              <a:gd name="connsiteY479" fmla="*/ 16965 h 358818"/>
              <a:gd name="connsiteX480" fmla="*/ 433907 w 994371"/>
              <a:gd name="connsiteY480" fmla="*/ 16021 h 358818"/>
              <a:gd name="connsiteX481" fmla="*/ 434811 w 994371"/>
              <a:gd name="connsiteY481" fmla="*/ 15103 h 358818"/>
              <a:gd name="connsiteX482" fmla="*/ 435715 w 994371"/>
              <a:gd name="connsiteY482" fmla="*/ 14211 h 358818"/>
              <a:gd name="connsiteX483" fmla="*/ 436620 w 994371"/>
              <a:gd name="connsiteY483" fmla="*/ 13344 h 358818"/>
              <a:gd name="connsiteX484" fmla="*/ 437524 w 994371"/>
              <a:gd name="connsiteY484" fmla="*/ 12504 h 358818"/>
              <a:gd name="connsiteX485" fmla="*/ 438427 w 994371"/>
              <a:gd name="connsiteY485" fmla="*/ 11690 h 358818"/>
              <a:gd name="connsiteX486" fmla="*/ 439331 w 994371"/>
              <a:gd name="connsiteY486" fmla="*/ 10903 h 358818"/>
              <a:gd name="connsiteX487" fmla="*/ 440235 w 994371"/>
              <a:gd name="connsiteY487" fmla="*/ 10142 h 358818"/>
              <a:gd name="connsiteX488" fmla="*/ 441140 w 994371"/>
              <a:gd name="connsiteY488" fmla="*/ 9409 h 358818"/>
              <a:gd name="connsiteX489" fmla="*/ 442044 w 994371"/>
              <a:gd name="connsiteY489" fmla="*/ 8702 h 358818"/>
              <a:gd name="connsiteX490" fmla="*/ 442948 w 994371"/>
              <a:gd name="connsiteY490" fmla="*/ 8021 h 358818"/>
              <a:gd name="connsiteX491" fmla="*/ 443851 w 994371"/>
              <a:gd name="connsiteY491" fmla="*/ 7368 h 358818"/>
              <a:gd name="connsiteX492" fmla="*/ 444755 w 994371"/>
              <a:gd name="connsiteY492" fmla="*/ 6742 h 358818"/>
              <a:gd name="connsiteX493" fmla="*/ 445659 w 994371"/>
              <a:gd name="connsiteY493" fmla="*/ 6144 h 358818"/>
              <a:gd name="connsiteX494" fmla="*/ 446562 w 994371"/>
              <a:gd name="connsiteY494" fmla="*/ 5572 h 358818"/>
              <a:gd name="connsiteX495" fmla="*/ 447468 w 994371"/>
              <a:gd name="connsiteY495" fmla="*/ 5029 h 358818"/>
              <a:gd name="connsiteX496" fmla="*/ 448371 w 994371"/>
              <a:gd name="connsiteY496" fmla="*/ 4512 h 358818"/>
              <a:gd name="connsiteX497" fmla="*/ 449275 w 994371"/>
              <a:gd name="connsiteY497" fmla="*/ 4024 h 358818"/>
              <a:gd name="connsiteX498" fmla="*/ 450179 w 994371"/>
              <a:gd name="connsiteY498" fmla="*/ 3563 h 358818"/>
              <a:gd name="connsiteX499" fmla="*/ 451083 w 994371"/>
              <a:gd name="connsiteY499" fmla="*/ 3130 h 358818"/>
              <a:gd name="connsiteX500" fmla="*/ 451988 w 994371"/>
              <a:gd name="connsiteY500" fmla="*/ 2724 h 358818"/>
              <a:gd name="connsiteX501" fmla="*/ 452892 w 994371"/>
              <a:gd name="connsiteY501" fmla="*/ 2347 h 358818"/>
              <a:gd name="connsiteX502" fmla="*/ 453795 w 994371"/>
              <a:gd name="connsiteY502" fmla="*/ 1997 h 358818"/>
              <a:gd name="connsiteX503" fmla="*/ 454699 w 994371"/>
              <a:gd name="connsiteY503" fmla="*/ 1676 h 358818"/>
              <a:gd name="connsiteX504" fmla="*/ 455603 w 994371"/>
              <a:gd name="connsiteY504" fmla="*/ 1382 h 358818"/>
              <a:gd name="connsiteX505" fmla="*/ 456506 w 994371"/>
              <a:gd name="connsiteY505" fmla="*/ 1117 h 358818"/>
              <a:gd name="connsiteX506" fmla="*/ 457410 w 994371"/>
              <a:gd name="connsiteY506" fmla="*/ 880 h 358818"/>
              <a:gd name="connsiteX507" fmla="*/ 458315 w 994371"/>
              <a:gd name="connsiteY507" fmla="*/ 671 h 358818"/>
              <a:gd name="connsiteX508" fmla="*/ 459219 w 994371"/>
              <a:gd name="connsiteY508" fmla="*/ 490 h 358818"/>
              <a:gd name="connsiteX509" fmla="*/ 460123 w 994371"/>
              <a:gd name="connsiteY509" fmla="*/ 338 h 358818"/>
              <a:gd name="connsiteX510" fmla="*/ 461027 w 994371"/>
              <a:gd name="connsiteY510" fmla="*/ 214 h 358818"/>
              <a:gd name="connsiteX511" fmla="*/ 461930 w 994371"/>
              <a:gd name="connsiteY511" fmla="*/ 118 h 358818"/>
              <a:gd name="connsiteX512" fmla="*/ 462836 w 994371"/>
              <a:gd name="connsiteY512" fmla="*/ 50 h 358818"/>
              <a:gd name="connsiteX513" fmla="*/ 463739 w 994371"/>
              <a:gd name="connsiteY513" fmla="*/ 11 h 358818"/>
              <a:gd name="connsiteX514" fmla="*/ 464643 w 994371"/>
              <a:gd name="connsiteY514" fmla="*/ 0 h 358818"/>
              <a:gd name="connsiteX515" fmla="*/ 465547 w 994371"/>
              <a:gd name="connsiteY515" fmla="*/ 17 h 358818"/>
              <a:gd name="connsiteX516" fmla="*/ 466450 w 994371"/>
              <a:gd name="connsiteY516" fmla="*/ 63 h 358818"/>
              <a:gd name="connsiteX517" fmla="*/ 467354 w 994371"/>
              <a:gd name="connsiteY517" fmla="*/ 137 h 358818"/>
              <a:gd name="connsiteX518" fmla="*/ 468258 w 994371"/>
              <a:gd name="connsiteY518" fmla="*/ 240 h 358818"/>
              <a:gd name="connsiteX519" fmla="*/ 469163 w 994371"/>
              <a:gd name="connsiteY519" fmla="*/ 370 h 358818"/>
              <a:gd name="connsiteX520" fmla="*/ 470067 w 994371"/>
              <a:gd name="connsiteY520" fmla="*/ 529 h 358818"/>
              <a:gd name="connsiteX521" fmla="*/ 470970 w 994371"/>
              <a:gd name="connsiteY521" fmla="*/ 716 h 358818"/>
              <a:gd name="connsiteX522" fmla="*/ 471874 w 994371"/>
              <a:gd name="connsiteY522" fmla="*/ 932 h 358818"/>
              <a:gd name="connsiteX523" fmla="*/ 472778 w 994371"/>
              <a:gd name="connsiteY523" fmla="*/ 1175 h 358818"/>
              <a:gd name="connsiteX524" fmla="*/ 473683 w 994371"/>
              <a:gd name="connsiteY524" fmla="*/ 1447 h 358818"/>
              <a:gd name="connsiteX525" fmla="*/ 474587 w 994371"/>
              <a:gd name="connsiteY525" fmla="*/ 1747 h 358818"/>
              <a:gd name="connsiteX526" fmla="*/ 475491 w 994371"/>
              <a:gd name="connsiteY526" fmla="*/ 2075 h 358818"/>
              <a:gd name="connsiteX527" fmla="*/ 476394 w 994371"/>
              <a:gd name="connsiteY527" fmla="*/ 2431 h 358818"/>
              <a:gd name="connsiteX528" fmla="*/ 477298 w 994371"/>
              <a:gd name="connsiteY528" fmla="*/ 2814 h 358818"/>
              <a:gd name="connsiteX529" fmla="*/ 478202 w 994371"/>
              <a:gd name="connsiteY529" fmla="*/ 3226 h 358818"/>
              <a:gd name="connsiteX530" fmla="*/ 479107 w 994371"/>
              <a:gd name="connsiteY530" fmla="*/ 3666 h 358818"/>
              <a:gd name="connsiteX531" fmla="*/ 480011 w 994371"/>
              <a:gd name="connsiteY531" fmla="*/ 4133 h 358818"/>
              <a:gd name="connsiteX532" fmla="*/ 480914 w 994371"/>
              <a:gd name="connsiteY532" fmla="*/ 4628 h 358818"/>
              <a:gd name="connsiteX533" fmla="*/ 481818 w 994371"/>
              <a:gd name="connsiteY533" fmla="*/ 5150 h 358818"/>
              <a:gd name="connsiteX534" fmla="*/ 482722 w 994371"/>
              <a:gd name="connsiteY534" fmla="*/ 5700 h 358818"/>
              <a:gd name="connsiteX535" fmla="*/ 483626 w 994371"/>
              <a:gd name="connsiteY535" fmla="*/ 6278 h 358818"/>
              <a:gd name="connsiteX536" fmla="*/ 484529 w 994371"/>
              <a:gd name="connsiteY536" fmla="*/ 6883 h 358818"/>
              <a:gd name="connsiteX537" fmla="*/ 485435 w 994371"/>
              <a:gd name="connsiteY537" fmla="*/ 7515 h 358818"/>
              <a:gd name="connsiteX538" fmla="*/ 486338 w 994371"/>
              <a:gd name="connsiteY538" fmla="*/ 8174 h 358818"/>
              <a:gd name="connsiteX539" fmla="*/ 487242 w 994371"/>
              <a:gd name="connsiteY539" fmla="*/ 8860 h 358818"/>
              <a:gd name="connsiteX540" fmla="*/ 488146 w 994371"/>
              <a:gd name="connsiteY540" fmla="*/ 9574 h 358818"/>
              <a:gd name="connsiteX541" fmla="*/ 489049 w 994371"/>
              <a:gd name="connsiteY541" fmla="*/ 10314 h 358818"/>
              <a:gd name="connsiteX542" fmla="*/ 489955 w 994371"/>
              <a:gd name="connsiteY542" fmla="*/ 11080 h 358818"/>
              <a:gd name="connsiteX543" fmla="*/ 490858 w 994371"/>
              <a:gd name="connsiteY543" fmla="*/ 11874 h 358818"/>
              <a:gd name="connsiteX544" fmla="*/ 491762 w 994371"/>
              <a:gd name="connsiteY544" fmla="*/ 12693 h 358818"/>
              <a:gd name="connsiteX545" fmla="*/ 492666 w 994371"/>
              <a:gd name="connsiteY545" fmla="*/ 13539 h 358818"/>
              <a:gd name="connsiteX546" fmla="*/ 493570 w 994371"/>
              <a:gd name="connsiteY546" fmla="*/ 14412 h 358818"/>
              <a:gd name="connsiteX547" fmla="*/ 494473 w 994371"/>
              <a:gd name="connsiteY547" fmla="*/ 15310 h 358818"/>
              <a:gd name="connsiteX548" fmla="*/ 495377 w 994371"/>
              <a:gd name="connsiteY548" fmla="*/ 16234 h 358818"/>
              <a:gd name="connsiteX549" fmla="*/ 496282 w 994371"/>
              <a:gd name="connsiteY549" fmla="*/ 17184 h 358818"/>
              <a:gd name="connsiteX550" fmla="*/ 497186 w 994371"/>
              <a:gd name="connsiteY550" fmla="*/ 18160 h 358818"/>
              <a:gd name="connsiteX551" fmla="*/ 498090 w 994371"/>
              <a:gd name="connsiteY551" fmla="*/ 19161 h 358818"/>
              <a:gd name="connsiteX552" fmla="*/ 498993 w 994371"/>
              <a:gd name="connsiteY552" fmla="*/ 20188 h 358818"/>
              <a:gd name="connsiteX553" fmla="*/ 499897 w 994371"/>
              <a:gd name="connsiteY553" fmla="*/ 21239 h 358818"/>
              <a:gd name="connsiteX554" fmla="*/ 500802 w 994371"/>
              <a:gd name="connsiteY554" fmla="*/ 22316 h 358818"/>
              <a:gd name="connsiteX555" fmla="*/ 501706 w 994371"/>
              <a:gd name="connsiteY555" fmla="*/ 23417 h 358818"/>
              <a:gd name="connsiteX556" fmla="*/ 502610 w 994371"/>
              <a:gd name="connsiteY556" fmla="*/ 24543 h 358818"/>
              <a:gd name="connsiteX557" fmla="*/ 503514 w 994371"/>
              <a:gd name="connsiteY557" fmla="*/ 25693 h 358818"/>
              <a:gd name="connsiteX558" fmla="*/ 504417 w 994371"/>
              <a:gd name="connsiteY558" fmla="*/ 26868 h 358818"/>
              <a:gd name="connsiteX559" fmla="*/ 505321 w 994371"/>
              <a:gd name="connsiteY559" fmla="*/ 28067 h 358818"/>
              <a:gd name="connsiteX560" fmla="*/ 506225 w 994371"/>
              <a:gd name="connsiteY560" fmla="*/ 29289 h 358818"/>
              <a:gd name="connsiteX561" fmla="*/ 507130 w 994371"/>
              <a:gd name="connsiteY561" fmla="*/ 30536 h 358818"/>
              <a:gd name="connsiteX562" fmla="*/ 508034 w 994371"/>
              <a:gd name="connsiteY562" fmla="*/ 31806 h 358818"/>
              <a:gd name="connsiteX563" fmla="*/ 508937 w 994371"/>
              <a:gd name="connsiteY563" fmla="*/ 33099 h 358818"/>
              <a:gd name="connsiteX564" fmla="*/ 509841 w 994371"/>
              <a:gd name="connsiteY564" fmla="*/ 34415 h 358818"/>
              <a:gd name="connsiteX565" fmla="*/ 510745 w 994371"/>
              <a:gd name="connsiteY565" fmla="*/ 35754 h 358818"/>
              <a:gd name="connsiteX566" fmla="*/ 511650 w 994371"/>
              <a:gd name="connsiteY566" fmla="*/ 37116 h 358818"/>
              <a:gd name="connsiteX567" fmla="*/ 512554 w 994371"/>
              <a:gd name="connsiteY567" fmla="*/ 38501 h 358818"/>
              <a:gd name="connsiteX568" fmla="*/ 513458 w 994371"/>
              <a:gd name="connsiteY568" fmla="*/ 39907 h 358818"/>
              <a:gd name="connsiteX569" fmla="*/ 514361 w 994371"/>
              <a:gd name="connsiteY569" fmla="*/ 41336 h 358818"/>
              <a:gd name="connsiteX570" fmla="*/ 515265 w 994371"/>
              <a:gd name="connsiteY570" fmla="*/ 42786 h 358818"/>
              <a:gd name="connsiteX571" fmla="*/ 516169 w 994371"/>
              <a:gd name="connsiteY571" fmla="*/ 44258 h 358818"/>
              <a:gd name="connsiteX572" fmla="*/ 517072 w 994371"/>
              <a:gd name="connsiteY572" fmla="*/ 45752 h 358818"/>
              <a:gd name="connsiteX573" fmla="*/ 517978 w 994371"/>
              <a:gd name="connsiteY573" fmla="*/ 47266 h 358818"/>
              <a:gd name="connsiteX574" fmla="*/ 518881 w 994371"/>
              <a:gd name="connsiteY574" fmla="*/ 48802 h 358818"/>
              <a:gd name="connsiteX575" fmla="*/ 519785 w 994371"/>
              <a:gd name="connsiteY575" fmla="*/ 50357 h 358818"/>
              <a:gd name="connsiteX576" fmla="*/ 520689 w 994371"/>
              <a:gd name="connsiteY576" fmla="*/ 51934 h 358818"/>
              <a:gd name="connsiteX577" fmla="*/ 521592 w 994371"/>
              <a:gd name="connsiteY577" fmla="*/ 53530 h 358818"/>
              <a:gd name="connsiteX578" fmla="*/ 522498 w 994371"/>
              <a:gd name="connsiteY578" fmla="*/ 55147 h 358818"/>
              <a:gd name="connsiteX579" fmla="*/ 523402 w 994371"/>
              <a:gd name="connsiteY579" fmla="*/ 56783 h 358818"/>
              <a:gd name="connsiteX580" fmla="*/ 524305 w 994371"/>
              <a:gd name="connsiteY580" fmla="*/ 58438 h 358818"/>
              <a:gd name="connsiteX581" fmla="*/ 525209 w 994371"/>
              <a:gd name="connsiteY581" fmla="*/ 60112 h 358818"/>
              <a:gd name="connsiteX582" fmla="*/ 526113 w 994371"/>
              <a:gd name="connsiteY582" fmla="*/ 61806 h 358818"/>
              <a:gd name="connsiteX583" fmla="*/ 527016 w 994371"/>
              <a:gd name="connsiteY583" fmla="*/ 63517 h 358818"/>
              <a:gd name="connsiteX584" fmla="*/ 527920 w 994371"/>
              <a:gd name="connsiteY584" fmla="*/ 65248 h 358818"/>
              <a:gd name="connsiteX585" fmla="*/ 528825 w 994371"/>
              <a:gd name="connsiteY585" fmla="*/ 66996 h 358818"/>
              <a:gd name="connsiteX586" fmla="*/ 529729 w 994371"/>
              <a:gd name="connsiteY586" fmla="*/ 68762 h 358818"/>
              <a:gd name="connsiteX587" fmla="*/ 530633 w 994371"/>
              <a:gd name="connsiteY587" fmla="*/ 70545 h 358818"/>
              <a:gd name="connsiteX588" fmla="*/ 531536 w 994371"/>
              <a:gd name="connsiteY588" fmla="*/ 72346 h 358818"/>
              <a:gd name="connsiteX589" fmla="*/ 532440 w 994371"/>
              <a:gd name="connsiteY589" fmla="*/ 74163 h 358818"/>
              <a:gd name="connsiteX590" fmla="*/ 533346 w 994371"/>
              <a:gd name="connsiteY590" fmla="*/ 75997 h 358818"/>
              <a:gd name="connsiteX591" fmla="*/ 534249 w 994371"/>
              <a:gd name="connsiteY591" fmla="*/ 77848 h 358818"/>
              <a:gd name="connsiteX592" fmla="*/ 535153 w 994371"/>
              <a:gd name="connsiteY592" fmla="*/ 79714 h 358818"/>
              <a:gd name="connsiteX593" fmla="*/ 536057 w 994371"/>
              <a:gd name="connsiteY593" fmla="*/ 81596 h 358818"/>
              <a:gd name="connsiteX594" fmla="*/ 536960 w 994371"/>
              <a:gd name="connsiteY594" fmla="*/ 83494 h 358818"/>
              <a:gd name="connsiteX595" fmla="*/ 537864 w 994371"/>
              <a:gd name="connsiteY595" fmla="*/ 85407 h 358818"/>
              <a:gd name="connsiteX596" fmla="*/ 538768 w 994371"/>
              <a:gd name="connsiteY596" fmla="*/ 87335 h 358818"/>
              <a:gd name="connsiteX597" fmla="*/ 539673 w 994371"/>
              <a:gd name="connsiteY597" fmla="*/ 89277 h 358818"/>
              <a:gd name="connsiteX598" fmla="*/ 540577 w 994371"/>
              <a:gd name="connsiteY598" fmla="*/ 91233 h 358818"/>
              <a:gd name="connsiteX599" fmla="*/ 541480 w 994371"/>
              <a:gd name="connsiteY599" fmla="*/ 93204 h 358818"/>
              <a:gd name="connsiteX600" fmla="*/ 542384 w 994371"/>
              <a:gd name="connsiteY600" fmla="*/ 95188 h 358818"/>
              <a:gd name="connsiteX601" fmla="*/ 543288 w 994371"/>
              <a:gd name="connsiteY601" fmla="*/ 97185 h 358818"/>
              <a:gd name="connsiteX602" fmla="*/ 544193 w 994371"/>
              <a:gd name="connsiteY602" fmla="*/ 99195 h 358818"/>
              <a:gd name="connsiteX603" fmla="*/ 545097 w 994371"/>
              <a:gd name="connsiteY603" fmla="*/ 101218 h 358818"/>
              <a:gd name="connsiteX604" fmla="*/ 546001 w 994371"/>
              <a:gd name="connsiteY604" fmla="*/ 103253 h 358818"/>
              <a:gd name="connsiteX605" fmla="*/ 546904 w 994371"/>
              <a:gd name="connsiteY605" fmla="*/ 105300 h 358818"/>
              <a:gd name="connsiteX606" fmla="*/ 547808 w 994371"/>
              <a:gd name="connsiteY606" fmla="*/ 107359 h 358818"/>
              <a:gd name="connsiteX607" fmla="*/ 548712 w 994371"/>
              <a:gd name="connsiteY607" fmla="*/ 109430 h 358818"/>
              <a:gd name="connsiteX608" fmla="*/ 549615 w 994371"/>
              <a:gd name="connsiteY608" fmla="*/ 111511 h 358818"/>
              <a:gd name="connsiteX609" fmla="*/ 550521 w 994371"/>
              <a:gd name="connsiteY609" fmla="*/ 113603 h 358818"/>
              <a:gd name="connsiteX610" fmla="*/ 551424 w 994371"/>
              <a:gd name="connsiteY610" fmla="*/ 115706 h 358818"/>
              <a:gd name="connsiteX611" fmla="*/ 552328 w 994371"/>
              <a:gd name="connsiteY611" fmla="*/ 117819 h 358818"/>
              <a:gd name="connsiteX612" fmla="*/ 553232 w 994371"/>
              <a:gd name="connsiteY612" fmla="*/ 119941 h 358818"/>
              <a:gd name="connsiteX613" fmla="*/ 554136 w 994371"/>
              <a:gd name="connsiteY613" fmla="*/ 122073 h 358818"/>
              <a:gd name="connsiteX614" fmla="*/ 555041 w 994371"/>
              <a:gd name="connsiteY614" fmla="*/ 124213 h 358818"/>
              <a:gd name="connsiteX615" fmla="*/ 555945 w 994371"/>
              <a:gd name="connsiteY615" fmla="*/ 126363 h 358818"/>
              <a:gd name="connsiteX616" fmla="*/ 556848 w 994371"/>
              <a:gd name="connsiteY616" fmla="*/ 128521 h 358818"/>
              <a:gd name="connsiteX617" fmla="*/ 557752 w 994371"/>
              <a:gd name="connsiteY617" fmla="*/ 130687 h 358818"/>
              <a:gd name="connsiteX618" fmla="*/ 558656 w 994371"/>
              <a:gd name="connsiteY618" fmla="*/ 132860 h 358818"/>
              <a:gd name="connsiteX619" fmla="*/ 559559 w 994371"/>
              <a:gd name="connsiteY619" fmla="*/ 135040 h 358818"/>
              <a:gd name="connsiteX620" fmla="*/ 560463 w 994371"/>
              <a:gd name="connsiteY620" fmla="*/ 137228 h 358818"/>
              <a:gd name="connsiteX621" fmla="*/ 561368 w 994371"/>
              <a:gd name="connsiteY621" fmla="*/ 139424 h 358818"/>
              <a:gd name="connsiteX622" fmla="*/ 562272 w 994371"/>
              <a:gd name="connsiteY622" fmla="*/ 141625 h 358818"/>
              <a:gd name="connsiteX623" fmla="*/ 563176 w 994371"/>
              <a:gd name="connsiteY623" fmla="*/ 143831 h 358818"/>
              <a:gd name="connsiteX624" fmla="*/ 564080 w 994371"/>
              <a:gd name="connsiteY624" fmla="*/ 146044 h 358818"/>
              <a:gd name="connsiteX625" fmla="*/ 564983 w 994371"/>
              <a:gd name="connsiteY625" fmla="*/ 148262 h 358818"/>
              <a:gd name="connsiteX626" fmla="*/ 565889 w 994371"/>
              <a:gd name="connsiteY626" fmla="*/ 150485 h 358818"/>
              <a:gd name="connsiteX627" fmla="*/ 566792 w 994371"/>
              <a:gd name="connsiteY627" fmla="*/ 152712 h 358818"/>
              <a:gd name="connsiteX628" fmla="*/ 567696 w 994371"/>
              <a:gd name="connsiteY628" fmla="*/ 154943 h 358818"/>
              <a:gd name="connsiteX629" fmla="*/ 568600 w 994371"/>
              <a:gd name="connsiteY629" fmla="*/ 157179 h 358818"/>
              <a:gd name="connsiteX630" fmla="*/ 569503 w 994371"/>
              <a:gd name="connsiteY630" fmla="*/ 159417 h 358818"/>
              <a:gd name="connsiteX631" fmla="*/ 570407 w 994371"/>
              <a:gd name="connsiteY631" fmla="*/ 161659 h 358818"/>
              <a:gd name="connsiteX632" fmla="*/ 571311 w 994371"/>
              <a:gd name="connsiteY632" fmla="*/ 163904 h 358818"/>
              <a:gd name="connsiteX633" fmla="*/ 572216 w 994371"/>
              <a:gd name="connsiteY633" fmla="*/ 166151 h 358818"/>
              <a:gd name="connsiteX634" fmla="*/ 573120 w 994371"/>
              <a:gd name="connsiteY634" fmla="*/ 168401 h 358818"/>
              <a:gd name="connsiteX635" fmla="*/ 574023 w 994371"/>
              <a:gd name="connsiteY635" fmla="*/ 170652 h 358818"/>
              <a:gd name="connsiteX636" fmla="*/ 574927 w 994371"/>
              <a:gd name="connsiteY636" fmla="*/ 172904 h 358818"/>
              <a:gd name="connsiteX637" fmla="*/ 575831 w 994371"/>
              <a:gd name="connsiteY637" fmla="*/ 175158 h 358818"/>
              <a:gd name="connsiteX638" fmla="*/ 576736 w 994371"/>
              <a:gd name="connsiteY638" fmla="*/ 177413 h 358818"/>
              <a:gd name="connsiteX639" fmla="*/ 577640 w 994371"/>
              <a:gd name="connsiteY639" fmla="*/ 179667 h 358818"/>
              <a:gd name="connsiteX640" fmla="*/ 578544 w 994371"/>
              <a:gd name="connsiteY640" fmla="*/ 181921 h 358818"/>
              <a:gd name="connsiteX641" fmla="*/ 579447 w 994371"/>
              <a:gd name="connsiteY641" fmla="*/ 184175 h 358818"/>
              <a:gd name="connsiteX642" fmla="*/ 580351 w 994371"/>
              <a:gd name="connsiteY642" fmla="*/ 186428 h 358818"/>
              <a:gd name="connsiteX643" fmla="*/ 581255 w 994371"/>
              <a:gd name="connsiteY643" fmla="*/ 188681 h 358818"/>
              <a:gd name="connsiteX644" fmla="*/ 582158 w 994371"/>
              <a:gd name="connsiteY644" fmla="*/ 190931 h 358818"/>
              <a:gd name="connsiteX645" fmla="*/ 583064 w 994371"/>
              <a:gd name="connsiteY645" fmla="*/ 193181 h 358818"/>
              <a:gd name="connsiteX646" fmla="*/ 583967 w 994371"/>
              <a:gd name="connsiteY646" fmla="*/ 195427 h 358818"/>
              <a:gd name="connsiteX647" fmla="*/ 584871 w 994371"/>
              <a:gd name="connsiteY647" fmla="*/ 197671 h 358818"/>
              <a:gd name="connsiteX648" fmla="*/ 585775 w 994371"/>
              <a:gd name="connsiteY648" fmla="*/ 199912 h 358818"/>
              <a:gd name="connsiteX649" fmla="*/ 586679 w 994371"/>
              <a:gd name="connsiteY649" fmla="*/ 202150 h 358818"/>
              <a:gd name="connsiteX650" fmla="*/ 587584 w 994371"/>
              <a:gd name="connsiteY650" fmla="*/ 204385 h 358818"/>
              <a:gd name="connsiteX651" fmla="*/ 588488 w 994371"/>
              <a:gd name="connsiteY651" fmla="*/ 206615 h 358818"/>
              <a:gd name="connsiteX652" fmla="*/ 589391 w 994371"/>
              <a:gd name="connsiteY652" fmla="*/ 208841 h 358818"/>
              <a:gd name="connsiteX653" fmla="*/ 590295 w 994371"/>
              <a:gd name="connsiteY653" fmla="*/ 211064 h 358818"/>
              <a:gd name="connsiteX654" fmla="*/ 591199 w 994371"/>
              <a:gd name="connsiteY654" fmla="*/ 213280 h 358818"/>
              <a:gd name="connsiteX655" fmla="*/ 592102 w 994371"/>
              <a:gd name="connsiteY655" fmla="*/ 215491 h 358818"/>
              <a:gd name="connsiteX656" fmla="*/ 593006 w 994371"/>
              <a:gd name="connsiteY656" fmla="*/ 217697 h 358818"/>
              <a:gd name="connsiteX657" fmla="*/ 593911 w 994371"/>
              <a:gd name="connsiteY657" fmla="*/ 219896 h 358818"/>
              <a:gd name="connsiteX658" fmla="*/ 594815 w 994371"/>
              <a:gd name="connsiteY658" fmla="*/ 222089 h 358818"/>
              <a:gd name="connsiteX659" fmla="*/ 595719 w 994371"/>
              <a:gd name="connsiteY659" fmla="*/ 224275 h 358818"/>
              <a:gd name="connsiteX660" fmla="*/ 596623 w 994371"/>
              <a:gd name="connsiteY660" fmla="*/ 226455 h 358818"/>
              <a:gd name="connsiteX661" fmla="*/ 597526 w 994371"/>
              <a:gd name="connsiteY661" fmla="*/ 228627 h 358818"/>
              <a:gd name="connsiteX662" fmla="*/ 598432 w 994371"/>
              <a:gd name="connsiteY662" fmla="*/ 230790 h 358818"/>
              <a:gd name="connsiteX663" fmla="*/ 599335 w 994371"/>
              <a:gd name="connsiteY663" fmla="*/ 232946 h 358818"/>
              <a:gd name="connsiteX664" fmla="*/ 600239 w 994371"/>
              <a:gd name="connsiteY664" fmla="*/ 235094 h 358818"/>
              <a:gd name="connsiteX665" fmla="*/ 601143 w 994371"/>
              <a:gd name="connsiteY665" fmla="*/ 237232 h 358818"/>
              <a:gd name="connsiteX666" fmla="*/ 602046 w 994371"/>
              <a:gd name="connsiteY666" fmla="*/ 239362 h 358818"/>
              <a:gd name="connsiteX667" fmla="*/ 602950 w 994371"/>
              <a:gd name="connsiteY667" fmla="*/ 241483 h 358818"/>
              <a:gd name="connsiteX668" fmla="*/ 603854 w 994371"/>
              <a:gd name="connsiteY668" fmla="*/ 243593 h 358818"/>
              <a:gd name="connsiteX669" fmla="*/ 604759 w 994371"/>
              <a:gd name="connsiteY669" fmla="*/ 245693 h 358818"/>
              <a:gd name="connsiteX670" fmla="*/ 605663 w 994371"/>
              <a:gd name="connsiteY670" fmla="*/ 247783 h 358818"/>
              <a:gd name="connsiteX671" fmla="*/ 606567 w 994371"/>
              <a:gd name="connsiteY671" fmla="*/ 249862 h 358818"/>
              <a:gd name="connsiteX672" fmla="*/ 607470 w 994371"/>
              <a:gd name="connsiteY672" fmla="*/ 251931 h 358818"/>
              <a:gd name="connsiteX673" fmla="*/ 608374 w 994371"/>
              <a:gd name="connsiteY673" fmla="*/ 253986 h 358818"/>
              <a:gd name="connsiteX674" fmla="*/ 609278 w 994371"/>
              <a:gd name="connsiteY674" fmla="*/ 256031 h 358818"/>
              <a:gd name="connsiteX675" fmla="*/ 610183 w 994371"/>
              <a:gd name="connsiteY675" fmla="*/ 258064 h 358818"/>
              <a:gd name="connsiteX676" fmla="*/ 611087 w 994371"/>
              <a:gd name="connsiteY676" fmla="*/ 260084 h 358818"/>
              <a:gd name="connsiteX677" fmla="*/ 611990 w 994371"/>
              <a:gd name="connsiteY677" fmla="*/ 262091 h 358818"/>
              <a:gd name="connsiteX678" fmla="*/ 612894 w 994371"/>
              <a:gd name="connsiteY678" fmla="*/ 264086 h 358818"/>
              <a:gd name="connsiteX679" fmla="*/ 613798 w 994371"/>
              <a:gd name="connsiteY679" fmla="*/ 266066 h 358818"/>
              <a:gd name="connsiteX680" fmla="*/ 614703 w 994371"/>
              <a:gd name="connsiteY680" fmla="*/ 268033 h 358818"/>
              <a:gd name="connsiteX681" fmla="*/ 615607 w 994371"/>
              <a:gd name="connsiteY681" fmla="*/ 269986 h 358818"/>
              <a:gd name="connsiteX682" fmla="*/ 616510 w 994371"/>
              <a:gd name="connsiteY682" fmla="*/ 271925 h 358818"/>
              <a:gd name="connsiteX683" fmla="*/ 617414 w 994371"/>
              <a:gd name="connsiteY683" fmla="*/ 273849 h 358818"/>
              <a:gd name="connsiteX684" fmla="*/ 618318 w 994371"/>
              <a:gd name="connsiteY684" fmla="*/ 275759 h 358818"/>
              <a:gd name="connsiteX685" fmla="*/ 619222 w 994371"/>
              <a:gd name="connsiteY685" fmla="*/ 277653 h 358818"/>
              <a:gd name="connsiteX686" fmla="*/ 620125 w 994371"/>
              <a:gd name="connsiteY686" fmla="*/ 279532 h 358818"/>
              <a:gd name="connsiteX687" fmla="*/ 621031 w 994371"/>
              <a:gd name="connsiteY687" fmla="*/ 281394 h 358818"/>
              <a:gd name="connsiteX688" fmla="*/ 621934 w 994371"/>
              <a:gd name="connsiteY688" fmla="*/ 283241 h 358818"/>
              <a:gd name="connsiteX689" fmla="*/ 622838 w 994371"/>
              <a:gd name="connsiteY689" fmla="*/ 285072 h 358818"/>
              <a:gd name="connsiteX690" fmla="*/ 623742 w 994371"/>
              <a:gd name="connsiteY690" fmla="*/ 286886 h 358818"/>
              <a:gd name="connsiteX691" fmla="*/ 624645 w 994371"/>
              <a:gd name="connsiteY691" fmla="*/ 288681 h 358818"/>
              <a:gd name="connsiteX692" fmla="*/ 625551 w 994371"/>
              <a:gd name="connsiteY692" fmla="*/ 290461 h 358818"/>
              <a:gd name="connsiteX693" fmla="*/ 626455 w 994371"/>
              <a:gd name="connsiteY693" fmla="*/ 292223 h 358818"/>
              <a:gd name="connsiteX694" fmla="*/ 627358 w 994371"/>
              <a:gd name="connsiteY694" fmla="*/ 293967 h 358818"/>
              <a:gd name="connsiteX695" fmla="*/ 628262 w 994371"/>
              <a:gd name="connsiteY695" fmla="*/ 295693 h 358818"/>
              <a:gd name="connsiteX696" fmla="*/ 629166 w 994371"/>
              <a:gd name="connsiteY696" fmla="*/ 297401 h 358818"/>
              <a:gd name="connsiteX697" fmla="*/ 630069 w 994371"/>
              <a:gd name="connsiteY697" fmla="*/ 299090 h 358818"/>
              <a:gd name="connsiteX698" fmla="*/ 630973 w 994371"/>
              <a:gd name="connsiteY698" fmla="*/ 300760 h 358818"/>
              <a:gd name="connsiteX699" fmla="*/ 631878 w 994371"/>
              <a:gd name="connsiteY699" fmla="*/ 302411 h 358818"/>
              <a:gd name="connsiteX700" fmla="*/ 632782 w 994371"/>
              <a:gd name="connsiteY700" fmla="*/ 304043 h 358818"/>
              <a:gd name="connsiteX701" fmla="*/ 633686 w 994371"/>
              <a:gd name="connsiteY701" fmla="*/ 305654 h 358818"/>
              <a:gd name="connsiteX702" fmla="*/ 634589 w 994371"/>
              <a:gd name="connsiteY702" fmla="*/ 307245 h 358818"/>
              <a:gd name="connsiteX703" fmla="*/ 635493 w 994371"/>
              <a:gd name="connsiteY703" fmla="*/ 308818 h 358818"/>
              <a:gd name="connsiteX704" fmla="*/ 636398 w 994371"/>
              <a:gd name="connsiteY704" fmla="*/ 310370 h 358818"/>
              <a:gd name="connsiteX705" fmla="*/ 637302 w 994371"/>
              <a:gd name="connsiteY705" fmla="*/ 311900 h 358818"/>
              <a:gd name="connsiteX706" fmla="*/ 638206 w 994371"/>
              <a:gd name="connsiteY706" fmla="*/ 313410 h 358818"/>
              <a:gd name="connsiteX707" fmla="*/ 639110 w 994371"/>
              <a:gd name="connsiteY707" fmla="*/ 314898 h 358818"/>
              <a:gd name="connsiteX708" fmla="*/ 640013 w 994371"/>
              <a:gd name="connsiteY708" fmla="*/ 316365 h 358818"/>
              <a:gd name="connsiteX709" fmla="*/ 640917 w 994371"/>
              <a:gd name="connsiteY709" fmla="*/ 317811 h 358818"/>
              <a:gd name="connsiteX710" fmla="*/ 641821 w 994371"/>
              <a:gd name="connsiteY710" fmla="*/ 319234 h 358818"/>
              <a:gd name="connsiteX711" fmla="*/ 642726 w 994371"/>
              <a:gd name="connsiteY711" fmla="*/ 320636 h 358818"/>
              <a:gd name="connsiteX712" fmla="*/ 643630 w 994371"/>
              <a:gd name="connsiteY712" fmla="*/ 322015 h 358818"/>
              <a:gd name="connsiteX713" fmla="*/ 644533 w 994371"/>
              <a:gd name="connsiteY713" fmla="*/ 323372 h 358818"/>
              <a:gd name="connsiteX714" fmla="*/ 645437 w 994371"/>
              <a:gd name="connsiteY714" fmla="*/ 324706 h 358818"/>
              <a:gd name="connsiteX715" fmla="*/ 646341 w 994371"/>
              <a:gd name="connsiteY715" fmla="*/ 326017 h 358818"/>
              <a:gd name="connsiteX716" fmla="*/ 647246 w 994371"/>
              <a:gd name="connsiteY716" fmla="*/ 327304 h 358818"/>
              <a:gd name="connsiteX717" fmla="*/ 648150 w 994371"/>
              <a:gd name="connsiteY717" fmla="*/ 328568 h 358818"/>
              <a:gd name="connsiteX718" fmla="*/ 649054 w 994371"/>
              <a:gd name="connsiteY718" fmla="*/ 329811 h 358818"/>
              <a:gd name="connsiteX719" fmla="*/ 649957 w 994371"/>
              <a:gd name="connsiteY719" fmla="*/ 331027 h 358818"/>
              <a:gd name="connsiteX720" fmla="*/ 650861 w 994371"/>
              <a:gd name="connsiteY720" fmla="*/ 332221 h 358818"/>
              <a:gd name="connsiteX721" fmla="*/ 651765 w 994371"/>
              <a:gd name="connsiteY721" fmla="*/ 333389 h 358818"/>
              <a:gd name="connsiteX722" fmla="*/ 652668 w 994371"/>
              <a:gd name="connsiteY722" fmla="*/ 334535 h 358818"/>
              <a:gd name="connsiteX723" fmla="*/ 653574 w 994371"/>
              <a:gd name="connsiteY723" fmla="*/ 335655 h 358818"/>
              <a:gd name="connsiteX724" fmla="*/ 654477 w 994371"/>
              <a:gd name="connsiteY724" fmla="*/ 336752 h 358818"/>
              <a:gd name="connsiteX725" fmla="*/ 655381 w 994371"/>
              <a:gd name="connsiteY725" fmla="*/ 337821 h 358818"/>
              <a:gd name="connsiteX726" fmla="*/ 656285 w 994371"/>
              <a:gd name="connsiteY726" fmla="*/ 338868 h 358818"/>
              <a:gd name="connsiteX727" fmla="*/ 657189 w 994371"/>
              <a:gd name="connsiteY727" fmla="*/ 339888 h 358818"/>
              <a:gd name="connsiteX728" fmla="*/ 658094 w 994371"/>
              <a:gd name="connsiteY728" fmla="*/ 340883 h 358818"/>
              <a:gd name="connsiteX729" fmla="*/ 658998 w 994371"/>
              <a:gd name="connsiteY729" fmla="*/ 341853 h 358818"/>
              <a:gd name="connsiteX730" fmla="*/ 659901 w 994371"/>
              <a:gd name="connsiteY730" fmla="*/ 342797 h 358818"/>
              <a:gd name="connsiteX731" fmla="*/ 660805 w 994371"/>
              <a:gd name="connsiteY731" fmla="*/ 343715 h 358818"/>
              <a:gd name="connsiteX732" fmla="*/ 661709 w 994371"/>
              <a:gd name="connsiteY732" fmla="*/ 344607 h 358818"/>
              <a:gd name="connsiteX733" fmla="*/ 662612 w 994371"/>
              <a:gd name="connsiteY733" fmla="*/ 345474 h 358818"/>
              <a:gd name="connsiteX734" fmla="*/ 663516 w 994371"/>
              <a:gd name="connsiteY734" fmla="*/ 346315 h 358818"/>
              <a:gd name="connsiteX735" fmla="*/ 664421 w 994371"/>
              <a:gd name="connsiteY735" fmla="*/ 347129 h 358818"/>
              <a:gd name="connsiteX736" fmla="*/ 665325 w 994371"/>
              <a:gd name="connsiteY736" fmla="*/ 347915 h 358818"/>
              <a:gd name="connsiteX737" fmla="*/ 666229 w 994371"/>
              <a:gd name="connsiteY737" fmla="*/ 348676 h 358818"/>
              <a:gd name="connsiteX738" fmla="*/ 667132 w 994371"/>
              <a:gd name="connsiteY738" fmla="*/ 349410 h 358818"/>
              <a:gd name="connsiteX739" fmla="*/ 668036 w 994371"/>
              <a:gd name="connsiteY739" fmla="*/ 350118 h 358818"/>
              <a:gd name="connsiteX740" fmla="*/ 668940 w 994371"/>
              <a:gd name="connsiteY740" fmla="*/ 350797 h 358818"/>
              <a:gd name="connsiteX741" fmla="*/ 669845 w 994371"/>
              <a:gd name="connsiteY741" fmla="*/ 351450 h 358818"/>
              <a:gd name="connsiteX742" fmla="*/ 670749 w 994371"/>
              <a:gd name="connsiteY742" fmla="*/ 352076 h 358818"/>
              <a:gd name="connsiteX743" fmla="*/ 671653 w 994371"/>
              <a:gd name="connsiteY743" fmla="*/ 352674 h 358818"/>
              <a:gd name="connsiteX744" fmla="*/ 672556 w 994371"/>
              <a:gd name="connsiteY744" fmla="*/ 353246 h 358818"/>
              <a:gd name="connsiteX745" fmla="*/ 673460 w 994371"/>
              <a:gd name="connsiteY745" fmla="*/ 353790 h 358818"/>
              <a:gd name="connsiteX746" fmla="*/ 674364 w 994371"/>
              <a:gd name="connsiteY746" fmla="*/ 354305 h 358818"/>
              <a:gd name="connsiteX747" fmla="*/ 675269 w 994371"/>
              <a:gd name="connsiteY747" fmla="*/ 354795 h 358818"/>
              <a:gd name="connsiteX748" fmla="*/ 676173 w 994371"/>
              <a:gd name="connsiteY748" fmla="*/ 355256 h 358818"/>
              <a:gd name="connsiteX749" fmla="*/ 677076 w 994371"/>
              <a:gd name="connsiteY749" fmla="*/ 355689 h 358818"/>
              <a:gd name="connsiteX750" fmla="*/ 677980 w 994371"/>
              <a:gd name="connsiteY750" fmla="*/ 356095 h 358818"/>
              <a:gd name="connsiteX751" fmla="*/ 678884 w 994371"/>
              <a:gd name="connsiteY751" fmla="*/ 356472 h 358818"/>
              <a:gd name="connsiteX752" fmla="*/ 679789 w 994371"/>
              <a:gd name="connsiteY752" fmla="*/ 356822 h 358818"/>
              <a:gd name="connsiteX753" fmla="*/ 680693 w 994371"/>
              <a:gd name="connsiteY753" fmla="*/ 357143 h 358818"/>
              <a:gd name="connsiteX754" fmla="*/ 681597 w 994371"/>
              <a:gd name="connsiteY754" fmla="*/ 357437 h 358818"/>
              <a:gd name="connsiteX755" fmla="*/ 682500 w 994371"/>
              <a:gd name="connsiteY755" fmla="*/ 357701 h 358818"/>
              <a:gd name="connsiteX756" fmla="*/ 683404 w 994371"/>
              <a:gd name="connsiteY756" fmla="*/ 357938 h 358818"/>
              <a:gd name="connsiteX757" fmla="*/ 684308 w 994371"/>
              <a:gd name="connsiteY757" fmla="*/ 358148 h 358818"/>
              <a:gd name="connsiteX758" fmla="*/ 685213 w 994371"/>
              <a:gd name="connsiteY758" fmla="*/ 358329 h 358818"/>
              <a:gd name="connsiteX759" fmla="*/ 686117 w 994371"/>
              <a:gd name="connsiteY759" fmla="*/ 358480 h 358818"/>
              <a:gd name="connsiteX760" fmla="*/ 687020 w 994371"/>
              <a:gd name="connsiteY760" fmla="*/ 358605 h 358818"/>
              <a:gd name="connsiteX761" fmla="*/ 687924 w 994371"/>
              <a:gd name="connsiteY761" fmla="*/ 358701 h 358818"/>
              <a:gd name="connsiteX762" fmla="*/ 688828 w 994371"/>
              <a:gd name="connsiteY762" fmla="*/ 358769 h 358818"/>
              <a:gd name="connsiteX763" fmla="*/ 689732 w 994371"/>
              <a:gd name="connsiteY763" fmla="*/ 358807 h 358818"/>
              <a:gd name="connsiteX764" fmla="*/ 690635 w 994371"/>
              <a:gd name="connsiteY764" fmla="*/ 358819 h 358818"/>
              <a:gd name="connsiteX765" fmla="*/ 691541 w 994371"/>
              <a:gd name="connsiteY765" fmla="*/ 358801 h 358818"/>
              <a:gd name="connsiteX766" fmla="*/ 692444 w 994371"/>
              <a:gd name="connsiteY766" fmla="*/ 358756 h 358818"/>
              <a:gd name="connsiteX767" fmla="*/ 693348 w 994371"/>
              <a:gd name="connsiteY767" fmla="*/ 358681 h 358818"/>
              <a:gd name="connsiteX768" fmla="*/ 694252 w 994371"/>
              <a:gd name="connsiteY768" fmla="*/ 358580 h 358818"/>
              <a:gd name="connsiteX769" fmla="*/ 695155 w 994371"/>
              <a:gd name="connsiteY769" fmla="*/ 358448 h 358818"/>
              <a:gd name="connsiteX770" fmla="*/ 696059 w 994371"/>
              <a:gd name="connsiteY770" fmla="*/ 358289 h 358818"/>
              <a:gd name="connsiteX771" fmla="*/ 696964 w 994371"/>
              <a:gd name="connsiteY771" fmla="*/ 358103 h 358818"/>
              <a:gd name="connsiteX772" fmla="*/ 697868 w 994371"/>
              <a:gd name="connsiteY772" fmla="*/ 357887 h 358818"/>
              <a:gd name="connsiteX773" fmla="*/ 698772 w 994371"/>
              <a:gd name="connsiteY773" fmla="*/ 357643 h 358818"/>
              <a:gd name="connsiteX774" fmla="*/ 699676 w 994371"/>
              <a:gd name="connsiteY774" fmla="*/ 357372 h 358818"/>
              <a:gd name="connsiteX775" fmla="*/ 700579 w 994371"/>
              <a:gd name="connsiteY775" fmla="*/ 357071 h 358818"/>
              <a:gd name="connsiteX776" fmla="*/ 701485 w 994371"/>
              <a:gd name="connsiteY776" fmla="*/ 356744 h 358818"/>
              <a:gd name="connsiteX777" fmla="*/ 702388 w 994371"/>
              <a:gd name="connsiteY777" fmla="*/ 356389 h 358818"/>
              <a:gd name="connsiteX778" fmla="*/ 703292 w 994371"/>
              <a:gd name="connsiteY778" fmla="*/ 356005 h 358818"/>
              <a:gd name="connsiteX779" fmla="*/ 704196 w 994371"/>
              <a:gd name="connsiteY779" fmla="*/ 355593 h 358818"/>
              <a:gd name="connsiteX780" fmla="*/ 705099 w 994371"/>
              <a:gd name="connsiteY780" fmla="*/ 355153 h 358818"/>
              <a:gd name="connsiteX781" fmla="*/ 706003 w 994371"/>
              <a:gd name="connsiteY781" fmla="*/ 354686 h 358818"/>
              <a:gd name="connsiteX782" fmla="*/ 706908 w 994371"/>
              <a:gd name="connsiteY782" fmla="*/ 354191 h 358818"/>
              <a:gd name="connsiteX783" fmla="*/ 707812 w 994371"/>
              <a:gd name="connsiteY783" fmla="*/ 353669 h 358818"/>
              <a:gd name="connsiteX784" fmla="*/ 708716 w 994371"/>
              <a:gd name="connsiteY784" fmla="*/ 353118 h 358818"/>
              <a:gd name="connsiteX785" fmla="*/ 709620 w 994371"/>
              <a:gd name="connsiteY785" fmla="*/ 352541 h 358818"/>
              <a:gd name="connsiteX786" fmla="*/ 710523 w 994371"/>
              <a:gd name="connsiteY786" fmla="*/ 351937 h 358818"/>
              <a:gd name="connsiteX787" fmla="*/ 711427 w 994371"/>
              <a:gd name="connsiteY787" fmla="*/ 351304 h 358818"/>
              <a:gd name="connsiteX788" fmla="*/ 712331 w 994371"/>
              <a:gd name="connsiteY788" fmla="*/ 350644 h 358818"/>
              <a:gd name="connsiteX789" fmla="*/ 713236 w 994371"/>
              <a:gd name="connsiteY789" fmla="*/ 349958 h 358818"/>
              <a:gd name="connsiteX790" fmla="*/ 714140 w 994371"/>
              <a:gd name="connsiteY790" fmla="*/ 349245 h 358818"/>
              <a:gd name="connsiteX791" fmla="*/ 715043 w 994371"/>
              <a:gd name="connsiteY791" fmla="*/ 348505 h 358818"/>
              <a:gd name="connsiteX792" fmla="*/ 715947 w 994371"/>
              <a:gd name="connsiteY792" fmla="*/ 347739 h 358818"/>
              <a:gd name="connsiteX793" fmla="*/ 716851 w 994371"/>
              <a:gd name="connsiteY793" fmla="*/ 346945 h 358818"/>
              <a:gd name="connsiteX794" fmla="*/ 717754 w 994371"/>
              <a:gd name="connsiteY794" fmla="*/ 346126 h 358818"/>
              <a:gd name="connsiteX795" fmla="*/ 718660 w 994371"/>
              <a:gd name="connsiteY795" fmla="*/ 345280 h 358818"/>
              <a:gd name="connsiteX796" fmla="*/ 719563 w 994371"/>
              <a:gd name="connsiteY796" fmla="*/ 344406 h 358818"/>
              <a:gd name="connsiteX797" fmla="*/ 720467 w 994371"/>
              <a:gd name="connsiteY797" fmla="*/ 343509 h 358818"/>
              <a:gd name="connsiteX798" fmla="*/ 721371 w 994371"/>
              <a:gd name="connsiteY798" fmla="*/ 342584 h 358818"/>
              <a:gd name="connsiteX799" fmla="*/ 722275 w 994371"/>
              <a:gd name="connsiteY799" fmla="*/ 341634 h 358818"/>
              <a:gd name="connsiteX800" fmla="*/ 723180 w 994371"/>
              <a:gd name="connsiteY800" fmla="*/ 340659 h 358818"/>
              <a:gd name="connsiteX801" fmla="*/ 724084 w 994371"/>
              <a:gd name="connsiteY801" fmla="*/ 339657 h 358818"/>
              <a:gd name="connsiteX802" fmla="*/ 724987 w 994371"/>
              <a:gd name="connsiteY802" fmla="*/ 338632 h 358818"/>
              <a:gd name="connsiteX803" fmla="*/ 725891 w 994371"/>
              <a:gd name="connsiteY803" fmla="*/ 337579 h 358818"/>
              <a:gd name="connsiteX804" fmla="*/ 726795 w 994371"/>
              <a:gd name="connsiteY804" fmla="*/ 336502 h 358818"/>
              <a:gd name="connsiteX805" fmla="*/ 727698 w 994371"/>
              <a:gd name="connsiteY805" fmla="*/ 335403 h 358818"/>
              <a:gd name="connsiteX806" fmla="*/ 728604 w 994371"/>
              <a:gd name="connsiteY806" fmla="*/ 334276 h 358818"/>
              <a:gd name="connsiteX807" fmla="*/ 729508 w 994371"/>
              <a:gd name="connsiteY807" fmla="*/ 333125 h 358818"/>
              <a:gd name="connsiteX808" fmla="*/ 730411 w 994371"/>
              <a:gd name="connsiteY808" fmla="*/ 331951 h 358818"/>
              <a:gd name="connsiteX809" fmla="*/ 731315 w 994371"/>
              <a:gd name="connsiteY809" fmla="*/ 330751 h 358818"/>
              <a:gd name="connsiteX810" fmla="*/ 732219 w 994371"/>
              <a:gd name="connsiteY810" fmla="*/ 329529 h 358818"/>
              <a:gd name="connsiteX811" fmla="*/ 733122 w 994371"/>
              <a:gd name="connsiteY811" fmla="*/ 328283 h 358818"/>
              <a:gd name="connsiteX812" fmla="*/ 734026 w 994371"/>
              <a:gd name="connsiteY812" fmla="*/ 327014 h 358818"/>
              <a:gd name="connsiteX813" fmla="*/ 734931 w 994371"/>
              <a:gd name="connsiteY813" fmla="*/ 325719 h 358818"/>
              <a:gd name="connsiteX814" fmla="*/ 735835 w 994371"/>
              <a:gd name="connsiteY814" fmla="*/ 324404 h 358818"/>
              <a:gd name="connsiteX815" fmla="*/ 736739 w 994371"/>
              <a:gd name="connsiteY815" fmla="*/ 323065 h 358818"/>
              <a:gd name="connsiteX816" fmla="*/ 737642 w 994371"/>
              <a:gd name="connsiteY816" fmla="*/ 321703 h 358818"/>
              <a:gd name="connsiteX817" fmla="*/ 738546 w 994371"/>
              <a:gd name="connsiteY817" fmla="*/ 320319 h 358818"/>
              <a:gd name="connsiteX818" fmla="*/ 739450 w 994371"/>
              <a:gd name="connsiteY818" fmla="*/ 318912 h 358818"/>
              <a:gd name="connsiteX819" fmla="*/ 740355 w 994371"/>
              <a:gd name="connsiteY819" fmla="*/ 317483 h 358818"/>
              <a:gd name="connsiteX820" fmla="*/ 741259 w 994371"/>
              <a:gd name="connsiteY820" fmla="*/ 316033 h 358818"/>
              <a:gd name="connsiteX821" fmla="*/ 742163 w 994371"/>
              <a:gd name="connsiteY821" fmla="*/ 314560 h 358818"/>
              <a:gd name="connsiteX822" fmla="*/ 743066 w 994371"/>
              <a:gd name="connsiteY822" fmla="*/ 313066 h 358818"/>
              <a:gd name="connsiteX823" fmla="*/ 743970 w 994371"/>
              <a:gd name="connsiteY823" fmla="*/ 311553 h 358818"/>
              <a:gd name="connsiteX824" fmla="*/ 744875 w 994371"/>
              <a:gd name="connsiteY824" fmla="*/ 310018 h 358818"/>
              <a:gd name="connsiteX825" fmla="*/ 745779 w 994371"/>
              <a:gd name="connsiteY825" fmla="*/ 308461 h 358818"/>
              <a:gd name="connsiteX826" fmla="*/ 746683 w 994371"/>
              <a:gd name="connsiteY826" fmla="*/ 306885 h 358818"/>
              <a:gd name="connsiteX827" fmla="*/ 747586 w 994371"/>
              <a:gd name="connsiteY827" fmla="*/ 305288 h 358818"/>
              <a:gd name="connsiteX828" fmla="*/ 748490 w 994371"/>
              <a:gd name="connsiteY828" fmla="*/ 303672 h 358818"/>
              <a:gd name="connsiteX829" fmla="*/ 749394 w 994371"/>
              <a:gd name="connsiteY829" fmla="*/ 302036 h 358818"/>
              <a:gd name="connsiteX830" fmla="*/ 750299 w 994371"/>
              <a:gd name="connsiteY830" fmla="*/ 300381 h 358818"/>
              <a:gd name="connsiteX831" fmla="*/ 751203 w 994371"/>
              <a:gd name="connsiteY831" fmla="*/ 298707 h 358818"/>
              <a:gd name="connsiteX832" fmla="*/ 752107 w 994371"/>
              <a:gd name="connsiteY832" fmla="*/ 297012 h 358818"/>
              <a:gd name="connsiteX833" fmla="*/ 753010 w 994371"/>
              <a:gd name="connsiteY833" fmla="*/ 295301 h 358818"/>
              <a:gd name="connsiteX834" fmla="*/ 753914 w 994371"/>
              <a:gd name="connsiteY834" fmla="*/ 293572 h 358818"/>
              <a:gd name="connsiteX835" fmla="*/ 754818 w 994371"/>
              <a:gd name="connsiteY835" fmla="*/ 291823 h 358818"/>
              <a:gd name="connsiteX836" fmla="*/ 755723 w 994371"/>
              <a:gd name="connsiteY836" fmla="*/ 290057 h 358818"/>
              <a:gd name="connsiteX837" fmla="*/ 756627 w 994371"/>
              <a:gd name="connsiteY837" fmla="*/ 288273 h 358818"/>
              <a:gd name="connsiteX838" fmla="*/ 757530 w 994371"/>
              <a:gd name="connsiteY838" fmla="*/ 286474 h 358818"/>
              <a:gd name="connsiteX839" fmla="*/ 758434 w 994371"/>
              <a:gd name="connsiteY839" fmla="*/ 284655 h 358818"/>
              <a:gd name="connsiteX840" fmla="*/ 759338 w 994371"/>
              <a:gd name="connsiteY840" fmla="*/ 282821 h 358818"/>
              <a:gd name="connsiteX841" fmla="*/ 760241 w 994371"/>
              <a:gd name="connsiteY841" fmla="*/ 280970 h 358818"/>
              <a:gd name="connsiteX842" fmla="*/ 761145 w 994371"/>
              <a:gd name="connsiteY842" fmla="*/ 279105 h 358818"/>
              <a:gd name="connsiteX843" fmla="*/ 762050 w 994371"/>
              <a:gd name="connsiteY843" fmla="*/ 277222 h 358818"/>
              <a:gd name="connsiteX844" fmla="*/ 762954 w 994371"/>
              <a:gd name="connsiteY844" fmla="*/ 275325 h 358818"/>
              <a:gd name="connsiteX845" fmla="*/ 763858 w 994371"/>
              <a:gd name="connsiteY845" fmla="*/ 273412 h 358818"/>
              <a:gd name="connsiteX846" fmla="*/ 764762 w 994371"/>
              <a:gd name="connsiteY846" fmla="*/ 271485 h 358818"/>
              <a:gd name="connsiteX847" fmla="*/ 765665 w 994371"/>
              <a:gd name="connsiteY847" fmla="*/ 269543 h 358818"/>
              <a:gd name="connsiteX848" fmla="*/ 766569 w 994371"/>
              <a:gd name="connsiteY848" fmla="*/ 267586 h 358818"/>
              <a:gd name="connsiteX849" fmla="*/ 767474 w 994371"/>
              <a:gd name="connsiteY849" fmla="*/ 265616 h 358818"/>
              <a:gd name="connsiteX850" fmla="*/ 768378 w 994371"/>
              <a:gd name="connsiteY850" fmla="*/ 263631 h 358818"/>
              <a:gd name="connsiteX851" fmla="*/ 769282 w 994371"/>
              <a:gd name="connsiteY851" fmla="*/ 261634 h 358818"/>
              <a:gd name="connsiteX852" fmla="*/ 770185 w 994371"/>
              <a:gd name="connsiteY852" fmla="*/ 259624 h 358818"/>
              <a:gd name="connsiteX853" fmla="*/ 771089 w 994371"/>
              <a:gd name="connsiteY853" fmla="*/ 257600 h 358818"/>
              <a:gd name="connsiteX854" fmla="*/ 771995 w 994371"/>
              <a:gd name="connsiteY854" fmla="*/ 255565 h 358818"/>
              <a:gd name="connsiteX855" fmla="*/ 772898 w 994371"/>
              <a:gd name="connsiteY855" fmla="*/ 253519 h 358818"/>
              <a:gd name="connsiteX856" fmla="*/ 773802 w 994371"/>
              <a:gd name="connsiteY856" fmla="*/ 251459 h 358818"/>
              <a:gd name="connsiteX857" fmla="*/ 774706 w 994371"/>
              <a:gd name="connsiteY857" fmla="*/ 249389 h 358818"/>
              <a:gd name="connsiteX858" fmla="*/ 775609 w 994371"/>
              <a:gd name="connsiteY858" fmla="*/ 247308 h 358818"/>
              <a:gd name="connsiteX859" fmla="*/ 776513 w 994371"/>
              <a:gd name="connsiteY859" fmla="*/ 245214 h 358818"/>
              <a:gd name="connsiteX860" fmla="*/ 777418 w 994371"/>
              <a:gd name="connsiteY860" fmla="*/ 243113 h 358818"/>
              <a:gd name="connsiteX861" fmla="*/ 778322 w 994371"/>
              <a:gd name="connsiteY861" fmla="*/ 241000 h 358818"/>
              <a:gd name="connsiteX862" fmla="*/ 779226 w 994371"/>
              <a:gd name="connsiteY862" fmla="*/ 238877 h 358818"/>
              <a:gd name="connsiteX863" fmla="*/ 780129 w 994371"/>
              <a:gd name="connsiteY863" fmla="*/ 236746 h 358818"/>
              <a:gd name="connsiteX864" fmla="*/ 781033 w 994371"/>
              <a:gd name="connsiteY864" fmla="*/ 234606 h 358818"/>
              <a:gd name="connsiteX865" fmla="*/ 781937 w 994371"/>
              <a:gd name="connsiteY865" fmla="*/ 232456 h 358818"/>
              <a:gd name="connsiteX866" fmla="*/ 782841 w 994371"/>
              <a:gd name="connsiteY866" fmla="*/ 230299 h 358818"/>
              <a:gd name="connsiteX867" fmla="*/ 783746 w 994371"/>
              <a:gd name="connsiteY867" fmla="*/ 228132 h 358818"/>
              <a:gd name="connsiteX868" fmla="*/ 784650 w 994371"/>
              <a:gd name="connsiteY868" fmla="*/ 225958 h 358818"/>
              <a:gd name="connsiteX869" fmla="*/ 785553 w 994371"/>
              <a:gd name="connsiteY869" fmla="*/ 223778 h 358818"/>
              <a:gd name="connsiteX870" fmla="*/ 786457 w 994371"/>
              <a:gd name="connsiteY870" fmla="*/ 221589 h 358818"/>
              <a:gd name="connsiteX871" fmla="*/ 787361 w 994371"/>
              <a:gd name="connsiteY871" fmla="*/ 219394 h 358818"/>
              <a:gd name="connsiteX872" fmla="*/ 788264 w 994371"/>
              <a:gd name="connsiteY872" fmla="*/ 217193 h 358818"/>
              <a:gd name="connsiteX873" fmla="*/ 789170 w 994371"/>
              <a:gd name="connsiteY873" fmla="*/ 214987 h 358818"/>
              <a:gd name="connsiteX874" fmla="*/ 790073 w 994371"/>
              <a:gd name="connsiteY874" fmla="*/ 212775 h 358818"/>
              <a:gd name="connsiteX875" fmla="*/ 790977 w 994371"/>
              <a:gd name="connsiteY875" fmla="*/ 210557 h 358818"/>
              <a:gd name="connsiteX876" fmla="*/ 791881 w 994371"/>
              <a:gd name="connsiteY876" fmla="*/ 208334 h 358818"/>
              <a:gd name="connsiteX877" fmla="*/ 792785 w 994371"/>
              <a:gd name="connsiteY877" fmla="*/ 206106 h 358818"/>
              <a:gd name="connsiteX878" fmla="*/ 793690 w 994371"/>
              <a:gd name="connsiteY878" fmla="*/ 203875 h 358818"/>
              <a:gd name="connsiteX879" fmla="*/ 794594 w 994371"/>
              <a:gd name="connsiteY879" fmla="*/ 201640 h 358818"/>
              <a:gd name="connsiteX880" fmla="*/ 795497 w 994371"/>
              <a:gd name="connsiteY880" fmla="*/ 199402 h 358818"/>
              <a:gd name="connsiteX881" fmla="*/ 796401 w 994371"/>
              <a:gd name="connsiteY881" fmla="*/ 197159 h 358818"/>
              <a:gd name="connsiteX882" fmla="*/ 797305 w 994371"/>
              <a:gd name="connsiteY882" fmla="*/ 194915 h 358818"/>
              <a:gd name="connsiteX883" fmla="*/ 798208 w 994371"/>
              <a:gd name="connsiteY883" fmla="*/ 192667 h 358818"/>
              <a:gd name="connsiteX884" fmla="*/ 799114 w 994371"/>
              <a:gd name="connsiteY884" fmla="*/ 190418 h 358818"/>
              <a:gd name="connsiteX885" fmla="*/ 800017 w 994371"/>
              <a:gd name="connsiteY885" fmla="*/ 188167 h 358818"/>
              <a:gd name="connsiteX886" fmla="*/ 800921 w 994371"/>
              <a:gd name="connsiteY886" fmla="*/ 185915 h 358818"/>
              <a:gd name="connsiteX887" fmla="*/ 801825 w 994371"/>
              <a:gd name="connsiteY887" fmla="*/ 183660 h 358818"/>
              <a:gd name="connsiteX888" fmla="*/ 802728 w 994371"/>
              <a:gd name="connsiteY888" fmla="*/ 181406 h 358818"/>
              <a:gd name="connsiteX889" fmla="*/ 803632 w 994371"/>
              <a:gd name="connsiteY889" fmla="*/ 179152 h 358818"/>
              <a:gd name="connsiteX890" fmla="*/ 804536 w 994371"/>
              <a:gd name="connsiteY890" fmla="*/ 176898 h 358818"/>
              <a:gd name="connsiteX891" fmla="*/ 805441 w 994371"/>
              <a:gd name="connsiteY891" fmla="*/ 174643 h 358818"/>
              <a:gd name="connsiteX892" fmla="*/ 806345 w 994371"/>
              <a:gd name="connsiteY892" fmla="*/ 172391 h 358818"/>
              <a:gd name="connsiteX893" fmla="*/ 807249 w 994371"/>
              <a:gd name="connsiteY893" fmla="*/ 170138 h 358818"/>
              <a:gd name="connsiteX894" fmla="*/ 808152 w 994371"/>
              <a:gd name="connsiteY894" fmla="*/ 167887 h 358818"/>
              <a:gd name="connsiteX895" fmla="*/ 809056 w 994371"/>
              <a:gd name="connsiteY895" fmla="*/ 165638 h 358818"/>
              <a:gd name="connsiteX896" fmla="*/ 809960 w 994371"/>
              <a:gd name="connsiteY896" fmla="*/ 163392 h 358818"/>
              <a:gd name="connsiteX897" fmla="*/ 810865 w 994371"/>
              <a:gd name="connsiteY897" fmla="*/ 161148 h 358818"/>
              <a:gd name="connsiteX898" fmla="*/ 811769 w 994371"/>
              <a:gd name="connsiteY898" fmla="*/ 158907 h 358818"/>
              <a:gd name="connsiteX899" fmla="*/ 812672 w 994371"/>
              <a:gd name="connsiteY899" fmla="*/ 156669 h 358818"/>
              <a:gd name="connsiteX900" fmla="*/ 813576 w 994371"/>
              <a:gd name="connsiteY900" fmla="*/ 154433 h 358818"/>
              <a:gd name="connsiteX901" fmla="*/ 814480 w 994371"/>
              <a:gd name="connsiteY901" fmla="*/ 152204 h 358818"/>
              <a:gd name="connsiteX902" fmla="*/ 815385 w 994371"/>
              <a:gd name="connsiteY902" fmla="*/ 149978 h 358818"/>
              <a:gd name="connsiteX903" fmla="*/ 816289 w 994371"/>
              <a:gd name="connsiteY903" fmla="*/ 147755 h 358818"/>
              <a:gd name="connsiteX904" fmla="*/ 817193 w 994371"/>
              <a:gd name="connsiteY904" fmla="*/ 145539 h 358818"/>
              <a:gd name="connsiteX905" fmla="*/ 818096 w 994371"/>
              <a:gd name="connsiteY905" fmla="*/ 143328 h 358818"/>
              <a:gd name="connsiteX906" fmla="*/ 819000 w 994371"/>
              <a:gd name="connsiteY906" fmla="*/ 141122 h 358818"/>
              <a:gd name="connsiteX907" fmla="*/ 819904 w 994371"/>
              <a:gd name="connsiteY907" fmla="*/ 138923 h 358818"/>
              <a:gd name="connsiteX908" fmla="*/ 820809 w 994371"/>
              <a:gd name="connsiteY908" fmla="*/ 136730 h 358818"/>
              <a:gd name="connsiteX909" fmla="*/ 821713 w 994371"/>
              <a:gd name="connsiteY909" fmla="*/ 134544 h 358818"/>
              <a:gd name="connsiteX910" fmla="*/ 822617 w 994371"/>
              <a:gd name="connsiteY910" fmla="*/ 132364 h 358818"/>
              <a:gd name="connsiteX911" fmla="*/ 823520 w 994371"/>
              <a:gd name="connsiteY911" fmla="*/ 130192 h 358818"/>
              <a:gd name="connsiteX912" fmla="*/ 824424 w 994371"/>
              <a:gd name="connsiteY912" fmla="*/ 128028 h 358818"/>
              <a:gd name="connsiteX913" fmla="*/ 825328 w 994371"/>
              <a:gd name="connsiteY913" fmla="*/ 125872 h 358818"/>
              <a:gd name="connsiteX914" fmla="*/ 826231 w 994371"/>
              <a:gd name="connsiteY914" fmla="*/ 123724 h 358818"/>
              <a:gd name="connsiteX915" fmla="*/ 827137 w 994371"/>
              <a:gd name="connsiteY915" fmla="*/ 121586 h 358818"/>
              <a:gd name="connsiteX916" fmla="*/ 828040 w 994371"/>
              <a:gd name="connsiteY916" fmla="*/ 119456 h 358818"/>
              <a:gd name="connsiteX917" fmla="*/ 828944 w 994371"/>
              <a:gd name="connsiteY917" fmla="*/ 117336 h 358818"/>
              <a:gd name="connsiteX918" fmla="*/ 829848 w 994371"/>
              <a:gd name="connsiteY918" fmla="*/ 115226 h 358818"/>
              <a:gd name="connsiteX919" fmla="*/ 830751 w 994371"/>
              <a:gd name="connsiteY919" fmla="*/ 113125 h 358818"/>
              <a:gd name="connsiteX920" fmla="*/ 831655 w 994371"/>
              <a:gd name="connsiteY920" fmla="*/ 111036 h 358818"/>
              <a:gd name="connsiteX921" fmla="*/ 832560 w 994371"/>
              <a:gd name="connsiteY921" fmla="*/ 108957 h 358818"/>
              <a:gd name="connsiteX922" fmla="*/ 833464 w 994371"/>
              <a:gd name="connsiteY922" fmla="*/ 106889 h 358818"/>
              <a:gd name="connsiteX923" fmla="*/ 834368 w 994371"/>
              <a:gd name="connsiteY923" fmla="*/ 104832 h 358818"/>
              <a:gd name="connsiteX924" fmla="*/ 835272 w 994371"/>
              <a:gd name="connsiteY924" fmla="*/ 102788 h 358818"/>
              <a:gd name="connsiteX925" fmla="*/ 836175 w 994371"/>
              <a:gd name="connsiteY925" fmla="*/ 100756 h 358818"/>
              <a:gd name="connsiteX926" fmla="*/ 837081 w 994371"/>
              <a:gd name="connsiteY926" fmla="*/ 98735 h 358818"/>
              <a:gd name="connsiteX927" fmla="*/ 837984 w 994371"/>
              <a:gd name="connsiteY927" fmla="*/ 96728 h 358818"/>
              <a:gd name="connsiteX928" fmla="*/ 838888 w 994371"/>
              <a:gd name="connsiteY928" fmla="*/ 94734 h 358818"/>
              <a:gd name="connsiteX929" fmla="*/ 839792 w 994371"/>
              <a:gd name="connsiteY929" fmla="*/ 92753 h 358818"/>
              <a:gd name="connsiteX930" fmla="*/ 840695 w 994371"/>
              <a:gd name="connsiteY930" fmla="*/ 90786 h 358818"/>
              <a:gd name="connsiteX931" fmla="*/ 841599 w 994371"/>
              <a:gd name="connsiteY931" fmla="*/ 88833 h 358818"/>
              <a:gd name="connsiteX932" fmla="*/ 842504 w 994371"/>
              <a:gd name="connsiteY932" fmla="*/ 86894 h 358818"/>
              <a:gd name="connsiteX933" fmla="*/ 843408 w 994371"/>
              <a:gd name="connsiteY933" fmla="*/ 84969 h 358818"/>
              <a:gd name="connsiteX934" fmla="*/ 844312 w 994371"/>
              <a:gd name="connsiteY934" fmla="*/ 83060 h 358818"/>
              <a:gd name="connsiteX935" fmla="*/ 845216 w 994371"/>
              <a:gd name="connsiteY935" fmla="*/ 81166 h 358818"/>
              <a:gd name="connsiteX936" fmla="*/ 846119 w 994371"/>
              <a:gd name="connsiteY936" fmla="*/ 79287 h 358818"/>
              <a:gd name="connsiteX937" fmla="*/ 847023 w 994371"/>
              <a:gd name="connsiteY937" fmla="*/ 77424 h 358818"/>
              <a:gd name="connsiteX938" fmla="*/ 847927 w 994371"/>
              <a:gd name="connsiteY938" fmla="*/ 75578 h 358818"/>
              <a:gd name="connsiteX939" fmla="*/ 848832 w 994371"/>
              <a:gd name="connsiteY939" fmla="*/ 73747 h 358818"/>
              <a:gd name="connsiteX940" fmla="*/ 849736 w 994371"/>
              <a:gd name="connsiteY940" fmla="*/ 71934 h 358818"/>
              <a:gd name="connsiteX941" fmla="*/ 850639 w 994371"/>
              <a:gd name="connsiteY941" fmla="*/ 70137 h 358818"/>
              <a:gd name="connsiteX942" fmla="*/ 851543 w 994371"/>
              <a:gd name="connsiteY942" fmla="*/ 68358 h 358818"/>
              <a:gd name="connsiteX943" fmla="*/ 852447 w 994371"/>
              <a:gd name="connsiteY943" fmla="*/ 66595 h 358818"/>
              <a:gd name="connsiteX944" fmla="*/ 853350 w 994371"/>
              <a:gd name="connsiteY944" fmla="*/ 64851 h 358818"/>
              <a:gd name="connsiteX945" fmla="*/ 854256 w 994371"/>
              <a:gd name="connsiteY945" fmla="*/ 63125 h 358818"/>
              <a:gd name="connsiteX946" fmla="*/ 855160 w 994371"/>
              <a:gd name="connsiteY946" fmla="*/ 61418 h 358818"/>
              <a:gd name="connsiteX947" fmla="*/ 856063 w 994371"/>
              <a:gd name="connsiteY947" fmla="*/ 59729 h 358818"/>
              <a:gd name="connsiteX948" fmla="*/ 856967 w 994371"/>
              <a:gd name="connsiteY948" fmla="*/ 58059 h 358818"/>
              <a:gd name="connsiteX949" fmla="*/ 857871 w 994371"/>
              <a:gd name="connsiteY949" fmla="*/ 56408 h 358818"/>
              <a:gd name="connsiteX950" fmla="*/ 858776 w 994371"/>
              <a:gd name="connsiteY950" fmla="*/ 54776 h 358818"/>
              <a:gd name="connsiteX951" fmla="*/ 859680 w 994371"/>
              <a:gd name="connsiteY951" fmla="*/ 53165 h 358818"/>
              <a:gd name="connsiteX952" fmla="*/ 860583 w 994371"/>
              <a:gd name="connsiteY952" fmla="*/ 51573 h 358818"/>
              <a:gd name="connsiteX953" fmla="*/ 861487 w 994371"/>
              <a:gd name="connsiteY953" fmla="*/ 50001 h 358818"/>
              <a:gd name="connsiteX954" fmla="*/ 862391 w 994371"/>
              <a:gd name="connsiteY954" fmla="*/ 48450 h 358818"/>
              <a:gd name="connsiteX955" fmla="*/ 863294 w 994371"/>
              <a:gd name="connsiteY955" fmla="*/ 46919 h 358818"/>
              <a:gd name="connsiteX956" fmla="*/ 864200 w 994371"/>
              <a:gd name="connsiteY956" fmla="*/ 45409 h 358818"/>
              <a:gd name="connsiteX957" fmla="*/ 865104 w 994371"/>
              <a:gd name="connsiteY957" fmla="*/ 43921 h 358818"/>
              <a:gd name="connsiteX958" fmla="*/ 866007 w 994371"/>
              <a:gd name="connsiteY958" fmla="*/ 42454 h 358818"/>
              <a:gd name="connsiteX959" fmla="*/ 866911 w 994371"/>
              <a:gd name="connsiteY959" fmla="*/ 41008 h 358818"/>
              <a:gd name="connsiteX960" fmla="*/ 867815 w 994371"/>
              <a:gd name="connsiteY960" fmla="*/ 39585 h 358818"/>
              <a:gd name="connsiteX961" fmla="*/ 868718 w 994371"/>
              <a:gd name="connsiteY961" fmla="*/ 38183 h 358818"/>
              <a:gd name="connsiteX962" fmla="*/ 869622 w 994371"/>
              <a:gd name="connsiteY962" fmla="*/ 36804 h 358818"/>
              <a:gd name="connsiteX963" fmla="*/ 870527 w 994371"/>
              <a:gd name="connsiteY963" fmla="*/ 35447 h 358818"/>
              <a:gd name="connsiteX964" fmla="*/ 871431 w 994371"/>
              <a:gd name="connsiteY964" fmla="*/ 34113 h 358818"/>
              <a:gd name="connsiteX965" fmla="*/ 872335 w 994371"/>
              <a:gd name="connsiteY965" fmla="*/ 32802 h 358818"/>
              <a:gd name="connsiteX966" fmla="*/ 873238 w 994371"/>
              <a:gd name="connsiteY966" fmla="*/ 31514 h 358818"/>
              <a:gd name="connsiteX967" fmla="*/ 874142 w 994371"/>
              <a:gd name="connsiteY967" fmla="*/ 30250 h 358818"/>
              <a:gd name="connsiteX968" fmla="*/ 875046 w 994371"/>
              <a:gd name="connsiteY968" fmla="*/ 29009 h 358818"/>
              <a:gd name="connsiteX969" fmla="*/ 875951 w 994371"/>
              <a:gd name="connsiteY969" fmla="*/ 27791 h 358818"/>
              <a:gd name="connsiteX970" fmla="*/ 876855 w 994371"/>
              <a:gd name="connsiteY970" fmla="*/ 26598 h 358818"/>
              <a:gd name="connsiteX971" fmla="*/ 877759 w 994371"/>
              <a:gd name="connsiteY971" fmla="*/ 25429 h 358818"/>
              <a:gd name="connsiteX972" fmla="*/ 878662 w 994371"/>
              <a:gd name="connsiteY972" fmla="*/ 24284 h 358818"/>
              <a:gd name="connsiteX973" fmla="*/ 879566 w 994371"/>
              <a:gd name="connsiteY973" fmla="*/ 23164 h 358818"/>
              <a:gd name="connsiteX974" fmla="*/ 880470 w 994371"/>
              <a:gd name="connsiteY974" fmla="*/ 22068 h 358818"/>
              <a:gd name="connsiteX975" fmla="*/ 881375 w 994371"/>
              <a:gd name="connsiteY975" fmla="*/ 20997 h 358818"/>
              <a:gd name="connsiteX976" fmla="*/ 882279 w 994371"/>
              <a:gd name="connsiteY976" fmla="*/ 19951 h 358818"/>
              <a:gd name="connsiteX977" fmla="*/ 883182 w 994371"/>
              <a:gd name="connsiteY977" fmla="*/ 18931 h 358818"/>
              <a:gd name="connsiteX978" fmla="*/ 884086 w 994371"/>
              <a:gd name="connsiteY978" fmla="*/ 17935 h 358818"/>
              <a:gd name="connsiteX979" fmla="*/ 884990 w 994371"/>
              <a:gd name="connsiteY979" fmla="*/ 16965 h 358818"/>
              <a:gd name="connsiteX980" fmla="*/ 885895 w 994371"/>
              <a:gd name="connsiteY980" fmla="*/ 16021 h 358818"/>
              <a:gd name="connsiteX981" fmla="*/ 886799 w 994371"/>
              <a:gd name="connsiteY981" fmla="*/ 15103 h 358818"/>
              <a:gd name="connsiteX982" fmla="*/ 887703 w 994371"/>
              <a:gd name="connsiteY982" fmla="*/ 14211 h 358818"/>
              <a:gd name="connsiteX983" fmla="*/ 888606 w 994371"/>
              <a:gd name="connsiteY983" fmla="*/ 13344 h 358818"/>
              <a:gd name="connsiteX984" fmla="*/ 889510 w 994371"/>
              <a:gd name="connsiteY984" fmla="*/ 12504 h 358818"/>
              <a:gd name="connsiteX985" fmla="*/ 890414 w 994371"/>
              <a:gd name="connsiteY985" fmla="*/ 11690 h 358818"/>
              <a:gd name="connsiteX986" fmla="*/ 891319 w 994371"/>
              <a:gd name="connsiteY986" fmla="*/ 10903 h 358818"/>
              <a:gd name="connsiteX987" fmla="*/ 892223 w 994371"/>
              <a:gd name="connsiteY987" fmla="*/ 10142 h 358818"/>
              <a:gd name="connsiteX988" fmla="*/ 893126 w 994371"/>
              <a:gd name="connsiteY988" fmla="*/ 9409 h 358818"/>
              <a:gd name="connsiteX989" fmla="*/ 894030 w 994371"/>
              <a:gd name="connsiteY989" fmla="*/ 8702 h 358818"/>
              <a:gd name="connsiteX990" fmla="*/ 894934 w 994371"/>
              <a:gd name="connsiteY990" fmla="*/ 8021 h 358818"/>
              <a:gd name="connsiteX991" fmla="*/ 895837 w 994371"/>
              <a:gd name="connsiteY991" fmla="*/ 7368 h 358818"/>
              <a:gd name="connsiteX992" fmla="*/ 896741 w 994371"/>
              <a:gd name="connsiteY992" fmla="*/ 6742 h 358818"/>
              <a:gd name="connsiteX993" fmla="*/ 897647 w 994371"/>
              <a:gd name="connsiteY993" fmla="*/ 6144 h 358818"/>
              <a:gd name="connsiteX994" fmla="*/ 898550 w 994371"/>
              <a:gd name="connsiteY994" fmla="*/ 5572 h 358818"/>
              <a:gd name="connsiteX995" fmla="*/ 899454 w 994371"/>
              <a:gd name="connsiteY995" fmla="*/ 5029 h 358818"/>
              <a:gd name="connsiteX996" fmla="*/ 900358 w 994371"/>
              <a:gd name="connsiteY996" fmla="*/ 4512 h 358818"/>
              <a:gd name="connsiteX997" fmla="*/ 901261 w 994371"/>
              <a:gd name="connsiteY997" fmla="*/ 4024 h 358818"/>
              <a:gd name="connsiteX998" fmla="*/ 902165 w 994371"/>
              <a:gd name="connsiteY998" fmla="*/ 3563 h 358818"/>
              <a:gd name="connsiteX999" fmla="*/ 903070 w 994371"/>
              <a:gd name="connsiteY999" fmla="*/ 3130 h 358818"/>
              <a:gd name="connsiteX1000" fmla="*/ 903974 w 994371"/>
              <a:gd name="connsiteY1000" fmla="*/ 2724 h 358818"/>
              <a:gd name="connsiteX1001" fmla="*/ 904878 w 994371"/>
              <a:gd name="connsiteY1001" fmla="*/ 2347 h 358818"/>
              <a:gd name="connsiteX1002" fmla="*/ 905782 w 994371"/>
              <a:gd name="connsiteY1002" fmla="*/ 1997 h 358818"/>
              <a:gd name="connsiteX1003" fmla="*/ 906685 w 994371"/>
              <a:gd name="connsiteY1003" fmla="*/ 1676 h 358818"/>
              <a:gd name="connsiteX1004" fmla="*/ 907591 w 994371"/>
              <a:gd name="connsiteY1004" fmla="*/ 1382 h 358818"/>
              <a:gd name="connsiteX1005" fmla="*/ 908494 w 994371"/>
              <a:gd name="connsiteY1005" fmla="*/ 1117 h 358818"/>
              <a:gd name="connsiteX1006" fmla="*/ 909398 w 994371"/>
              <a:gd name="connsiteY1006" fmla="*/ 880 h 358818"/>
              <a:gd name="connsiteX1007" fmla="*/ 910302 w 994371"/>
              <a:gd name="connsiteY1007" fmla="*/ 671 h 358818"/>
              <a:gd name="connsiteX1008" fmla="*/ 911205 w 994371"/>
              <a:gd name="connsiteY1008" fmla="*/ 490 h 358818"/>
              <a:gd name="connsiteX1009" fmla="*/ 912109 w 994371"/>
              <a:gd name="connsiteY1009" fmla="*/ 338 h 358818"/>
              <a:gd name="connsiteX1010" fmla="*/ 913014 w 994371"/>
              <a:gd name="connsiteY1010" fmla="*/ 214 h 358818"/>
              <a:gd name="connsiteX1011" fmla="*/ 913918 w 994371"/>
              <a:gd name="connsiteY1011" fmla="*/ 118 h 358818"/>
              <a:gd name="connsiteX1012" fmla="*/ 914822 w 994371"/>
              <a:gd name="connsiteY1012" fmla="*/ 50 h 358818"/>
              <a:gd name="connsiteX1013" fmla="*/ 915725 w 994371"/>
              <a:gd name="connsiteY1013" fmla="*/ 11 h 358818"/>
              <a:gd name="connsiteX1014" fmla="*/ 916629 w 994371"/>
              <a:gd name="connsiteY1014" fmla="*/ 0 h 358818"/>
              <a:gd name="connsiteX1015" fmla="*/ 917533 w 994371"/>
              <a:gd name="connsiteY1015" fmla="*/ 17 h 358818"/>
              <a:gd name="connsiteX1016" fmla="*/ 918437 w 994371"/>
              <a:gd name="connsiteY1016" fmla="*/ 63 h 358818"/>
              <a:gd name="connsiteX1017" fmla="*/ 919342 w 994371"/>
              <a:gd name="connsiteY1017" fmla="*/ 137 h 358818"/>
              <a:gd name="connsiteX1018" fmla="*/ 920246 w 994371"/>
              <a:gd name="connsiteY1018" fmla="*/ 240 h 358818"/>
              <a:gd name="connsiteX1019" fmla="*/ 921149 w 994371"/>
              <a:gd name="connsiteY1019" fmla="*/ 370 h 358818"/>
              <a:gd name="connsiteX1020" fmla="*/ 922053 w 994371"/>
              <a:gd name="connsiteY1020" fmla="*/ 529 h 358818"/>
              <a:gd name="connsiteX1021" fmla="*/ 922957 w 994371"/>
              <a:gd name="connsiteY1021" fmla="*/ 716 h 358818"/>
              <a:gd name="connsiteX1022" fmla="*/ 923860 w 994371"/>
              <a:gd name="connsiteY1022" fmla="*/ 932 h 358818"/>
              <a:gd name="connsiteX1023" fmla="*/ 924766 w 994371"/>
              <a:gd name="connsiteY1023" fmla="*/ 1175 h 358818"/>
              <a:gd name="connsiteX1024" fmla="*/ 925669 w 994371"/>
              <a:gd name="connsiteY1024" fmla="*/ 1447 h 358818"/>
              <a:gd name="connsiteX1025" fmla="*/ 926573 w 994371"/>
              <a:gd name="connsiteY1025" fmla="*/ 1747 h 358818"/>
              <a:gd name="connsiteX1026" fmla="*/ 927477 w 994371"/>
              <a:gd name="connsiteY1026" fmla="*/ 2075 h 358818"/>
              <a:gd name="connsiteX1027" fmla="*/ 928381 w 994371"/>
              <a:gd name="connsiteY1027" fmla="*/ 2431 h 358818"/>
              <a:gd name="connsiteX1028" fmla="*/ 929286 w 994371"/>
              <a:gd name="connsiteY1028" fmla="*/ 2814 h 358818"/>
              <a:gd name="connsiteX1029" fmla="*/ 930190 w 994371"/>
              <a:gd name="connsiteY1029" fmla="*/ 3226 h 358818"/>
              <a:gd name="connsiteX1030" fmla="*/ 931093 w 994371"/>
              <a:gd name="connsiteY1030" fmla="*/ 3666 h 358818"/>
              <a:gd name="connsiteX1031" fmla="*/ 931997 w 994371"/>
              <a:gd name="connsiteY1031" fmla="*/ 4133 h 358818"/>
              <a:gd name="connsiteX1032" fmla="*/ 932901 w 994371"/>
              <a:gd name="connsiteY1032" fmla="*/ 4628 h 358818"/>
              <a:gd name="connsiteX1033" fmla="*/ 933804 w 994371"/>
              <a:gd name="connsiteY1033" fmla="*/ 5150 h 358818"/>
              <a:gd name="connsiteX1034" fmla="*/ 934710 w 994371"/>
              <a:gd name="connsiteY1034" fmla="*/ 5700 h 358818"/>
              <a:gd name="connsiteX1035" fmla="*/ 935613 w 994371"/>
              <a:gd name="connsiteY1035" fmla="*/ 6278 h 358818"/>
              <a:gd name="connsiteX1036" fmla="*/ 936517 w 994371"/>
              <a:gd name="connsiteY1036" fmla="*/ 6883 h 358818"/>
              <a:gd name="connsiteX1037" fmla="*/ 937421 w 994371"/>
              <a:gd name="connsiteY1037" fmla="*/ 7515 h 358818"/>
              <a:gd name="connsiteX1038" fmla="*/ 938325 w 994371"/>
              <a:gd name="connsiteY1038" fmla="*/ 8174 h 358818"/>
              <a:gd name="connsiteX1039" fmla="*/ 939228 w 994371"/>
              <a:gd name="connsiteY1039" fmla="*/ 8860 h 358818"/>
              <a:gd name="connsiteX1040" fmla="*/ 940132 w 994371"/>
              <a:gd name="connsiteY1040" fmla="*/ 9574 h 358818"/>
              <a:gd name="connsiteX1041" fmla="*/ 941037 w 994371"/>
              <a:gd name="connsiteY1041" fmla="*/ 10314 h 358818"/>
              <a:gd name="connsiteX1042" fmla="*/ 941941 w 994371"/>
              <a:gd name="connsiteY1042" fmla="*/ 11080 h 358818"/>
              <a:gd name="connsiteX1043" fmla="*/ 942845 w 994371"/>
              <a:gd name="connsiteY1043" fmla="*/ 11874 h 358818"/>
              <a:gd name="connsiteX1044" fmla="*/ 943748 w 994371"/>
              <a:gd name="connsiteY1044" fmla="*/ 12693 h 358818"/>
              <a:gd name="connsiteX1045" fmla="*/ 944652 w 994371"/>
              <a:gd name="connsiteY1045" fmla="*/ 13539 h 358818"/>
              <a:gd name="connsiteX1046" fmla="*/ 945556 w 994371"/>
              <a:gd name="connsiteY1046" fmla="*/ 14412 h 358818"/>
              <a:gd name="connsiteX1047" fmla="*/ 946461 w 994371"/>
              <a:gd name="connsiteY1047" fmla="*/ 15310 h 358818"/>
              <a:gd name="connsiteX1048" fmla="*/ 947365 w 994371"/>
              <a:gd name="connsiteY1048" fmla="*/ 16234 h 358818"/>
              <a:gd name="connsiteX1049" fmla="*/ 948269 w 994371"/>
              <a:gd name="connsiteY1049" fmla="*/ 17184 h 358818"/>
              <a:gd name="connsiteX1050" fmla="*/ 949172 w 994371"/>
              <a:gd name="connsiteY1050" fmla="*/ 18160 h 358818"/>
              <a:gd name="connsiteX1051" fmla="*/ 950076 w 994371"/>
              <a:gd name="connsiteY1051" fmla="*/ 19161 h 358818"/>
              <a:gd name="connsiteX1052" fmla="*/ 950981 w 994371"/>
              <a:gd name="connsiteY1052" fmla="*/ 20188 h 358818"/>
              <a:gd name="connsiteX1053" fmla="*/ 951885 w 994371"/>
              <a:gd name="connsiteY1053" fmla="*/ 21239 h 358818"/>
              <a:gd name="connsiteX1054" fmla="*/ 952789 w 994371"/>
              <a:gd name="connsiteY1054" fmla="*/ 22316 h 358818"/>
              <a:gd name="connsiteX1055" fmla="*/ 953692 w 994371"/>
              <a:gd name="connsiteY1055" fmla="*/ 23417 h 358818"/>
              <a:gd name="connsiteX1056" fmla="*/ 954596 w 994371"/>
              <a:gd name="connsiteY1056" fmla="*/ 24543 h 358818"/>
              <a:gd name="connsiteX1057" fmla="*/ 955500 w 994371"/>
              <a:gd name="connsiteY1057" fmla="*/ 25693 h 358818"/>
              <a:gd name="connsiteX1058" fmla="*/ 956405 w 994371"/>
              <a:gd name="connsiteY1058" fmla="*/ 26868 h 358818"/>
              <a:gd name="connsiteX1059" fmla="*/ 957309 w 994371"/>
              <a:gd name="connsiteY1059" fmla="*/ 28067 h 358818"/>
              <a:gd name="connsiteX1060" fmla="*/ 958213 w 994371"/>
              <a:gd name="connsiteY1060" fmla="*/ 29289 h 358818"/>
              <a:gd name="connsiteX1061" fmla="*/ 959116 w 994371"/>
              <a:gd name="connsiteY1061" fmla="*/ 30536 h 358818"/>
              <a:gd name="connsiteX1062" fmla="*/ 960020 w 994371"/>
              <a:gd name="connsiteY1062" fmla="*/ 31806 h 358818"/>
              <a:gd name="connsiteX1063" fmla="*/ 960924 w 994371"/>
              <a:gd name="connsiteY1063" fmla="*/ 33099 h 358818"/>
              <a:gd name="connsiteX1064" fmla="*/ 961827 w 994371"/>
              <a:gd name="connsiteY1064" fmla="*/ 34415 h 358818"/>
              <a:gd name="connsiteX1065" fmla="*/ 962733 w 994371"/>
              <a:gd name="connsiteY1065" fmla="*/ 35754 h 358818"/>
              <a:gd name="connsiteX1066" fmla="*/ 963636 w 994371"/>
              <a:gd name="connsiteY1066" fmla="*/ 37116 h 358818"/>
              <a:gd name="connsiteX1067" fmla="*/ 964540 w 994371"/>
              <a:gd name="connsiteY1067" fmla="*/ 38501 h 358818"/>
              <a:gd name="connsiteX1068" fmla="*/ 965444 w 994371"/>
              <a:gd name="connsiteY1068" fmla="*/ 39907 h 358818"/>
              <a:gd name="connsiteX1069" fmla="*/ 966347 w 994371"/>
              <a:gd name="connsiteY1069" fmla="*/ 41336 h 358818"/>
              <a:gd name="connsiteX1070" fmla="*/ 967251 w 994371"/>
              <a:gd name="connsiteY1070" fmla="*/ 42786 h 358818"/>
              <a:gd name="connsiteX1071" fmla="*/ 968156 w 994371"/>
              <a:gd name="connsiteY1071" fmla="*/ 44258 h 358818"/>
              <a:gd name="connsiteX1072" fmla="*/ 969060 w 994371"/>
              <a:gd name="connsiteY1072" fmla="*/ 45752 h 358818"/>
              <a:gd name="connsiteX1073" fmla="*/ 969964 w 994371"/>
              <a:gd name="connsiteY1073" fmla="*/ 47266 h 358818"/>
              <a:gd name="connsiteX1074" fmla="*/ 970868 w 994371"/>
              <a:gd name="connsiteY1074" fmla="*/ 48802 h 358818"/>
              <a:gd name="connsiteX1075" fmla="*/ 971771 w 994371"/>
              <a:gd name="connsiteY1075" fmla="*/ 50357 h 358818"/>
              <a:gd name="connsiteX1076" fmla="*/ 972677 w 994371"/>
              <a:gd name="connsiteY1076" fmla="*/ 51934 h 358818"/>
              <a:gd name="connsiteX1077" fmla="*/ 973580 w 994371"/>
              <a:gd name="connsiteY1077" fmla="*/ 53530 h 358818"/>
              <a:gd name="connsiteX1078" fmla="*/ 974484 w 994371"/>
              <a:gd name="connsiteY1078" fmla="*/ 55147 h 358818"/>
              <a:gd name="connsiteX1079" fmla="*/ 975388 w 994371"/>
              <a:gd name="connsiteY1079" fmla="*/ 56783 h 358818"/>
              <a:gd name="connsiteX1080" fmla="*/ 976291 w 994371"/>
              <a:gd name="connsiteY1080" fmla="*/ 58438 h 358818"/>
              <a:gd name="connsiteX1081" fmla="*/ 977195 w 994371"/>
              <a:gd name="connsiteY1081" fmla="*/ 60112 h 358818"/>
              <a:gd name="connsiteX1082" fmla="*/ 978100 w 994371"/>
              <a:gd name="connsiteY1082" fmla="*/ 61806 h 358818"/>
              <a:gd name="connsiteX1083" fmla="*/ 979004 w 994371"/>
              <a:gd name="connsiteY1083" fmla="*/ 63517 h 358818"/>
              <a:gd name="connsiteX1084" fmla="*/ 979908 w 994371"/>
              <a:gd name="connsiteY1084" fmla="*/ 65248 h 358818"/>
              <a:gd name="connsiteX1085" fmla="*/ 980812 w 994371"/>
              <a:gd name="connsiteY1085" fmla="*/ 66996 h 358818"/>
              <a:gd name="connsiteX1086" fmla="*/ 981715 w 994371"/>
              <a:gd name="connsiteY1086" fmla="*/ 68762 h 358818"/>
              <a:gd name="connsiteX1087" fmla="*/ 982619 w 994371"/>
              <a:gd name="connsiteY1087" fmla="*/ 70545 h 358818"/>
              <a:gd name="connsiteX1088" fmla="*/ 983523 w 994371"/>
              <a:gd name="connsiteY1088" fmla="*/ 72346 h 358818"/>
              <a:gd name="connsiteX1089" fmla="*/ 984428 w 994371"/>
              <a:gd name="connsiteY1089" fmla="*/ 74163 h 358818"/>
              <a:gd name="connsiteX1090" fmla="*/ 985332 w 994371"/>
              <a:gd name="connsiteY1090" fmla="*/ 75997 h 358818"/>
              <a:gd name="connsiteX1091" fmla="*/ 986235 w 994371"/>
              <a:gd name="connsiteY1091" fmla="*/ 77848 h 358818"/>
              <a:gd name="connsiteX1092" fmla="*/ 987139 w 994371"/>
              <a:gd name="connsiteY1092" fmla="*/ 79714 h 358818"/>
              <a:gd name="connsiteX1093" fmla="*/ 988043 w 994371"/>
              <a:gd name="connsiteY1093" fmla="*/ 81596 h 358818"/>
              <a:gd name="connsiteX1094" fmla="*/ 988947 w 994371"/>
              <a:gd name="connsiteY1094" fmla="*/ 83494 h 358818"/>
              <a:gd name="connsiteX1095" fmla="*/ 989852 w 994371"/>
              <a:gd name="connsiteY1095" fmla="*/ 85407 h 358818"/>
              <a:gd name="connsiteX1096" fmla="*/ 990756 w 994371"/>
              <a:gd name="connsiteY1096" fmla="*/ 87335 h 358818"/>
              <a:gd name="connsiteX1097" fmla="*/ 991659 w 994371"/>
              <a:gd name="connsiteY1097" fmla="*/ 89277 h 358818"/>
              <a:gd name="connsiteX1098" fmla="*/ 992563 w 994371"/>
              <a:gd name="connsiteY1098" fmla="*/ 91233 h 358818"/>
              <a:gd name="connsiteX1099" fmla="*/ 993467 w 994371"/>
              <a:gd name="connsiteY1099" fmla="*/ 93204 h 358818"/>
              <a:gd name="connsiteX1100" fmla="*/ 994372 w 994371"/>
              <a:gd name="connsiteY1100" fmla="*/ 95188 h 358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</a:cxnLst>
            <a:rect l="l" t="t" r="r" b="b"/>
            <a:pathLst>
              <a:path w="994371" h="358818">
                <a:moveTo>
                  <a:pt x="0" y="2724"/>
                </a:moveTo>
                <a:lnTo>
                  <a:pt x="904" y="2347"/>
                </a:lnTo>
                <a:lnTo>
                  <a:pt x="1807" y="1997"/>
                </a:lnTo>
                <a:lnTo>
                  <a:pt x="2713" y="1676"/>
                </a:lnTo>
                <a:lnTo>
                  <a:pt x="3616" y="1382"/>
                </a:lnTo>
                <a:lnTo>
                  <a:pt x="4520" y="1117"/>
                </a:lnTo>
                <a:lnTo>
                  <a:pt x="5424" y="880"/>
                </a:lnTo>
                <a:lnTo>
                  <a:pt x="6328" y="671"/>
                </a:lnTo>
                <a:lnTo>
                  <a:pt x="7231" y="490"/>
                </a:lnTo>
                <a:lnTo>
                  <a:pt x="8137" y="338"/>
                </a:lnTo>
                <a:lnTo>
                  <a:pt x="9040" y="214"/>
                </a:lnTo>
                <a:lnTo>
                  <a:pt x="9944" y="118"/>
                </a:lnTo>
                <a:lnTo>
                  <a:pt x="10848" y="50"/>
                </a:lnTo>
                <a:lnTo>
                  <a:pt x="11751" y="11"/>
                </a:lnTo>
                <a:lnTo>
                  <a:pt x="12655" y="0"/>
                </a:lnTo>
                <a:lnTo>
                  <a:pt x="13560" y="17"/>
                </a:lnTo>
                <a:lnTo>
                  <a:pt x="14464" y="63"/>
                </a:lnTo>
                <a:lnTo>
                  <a:pt x="15368" y="137"/>
                </a:lnTo>
                <a:lnTo>
                  <a:pt x="16272" y="240"/>
                </a:lnTo>
                <a:lnTo>
                  <a:pt x="17175" y="370"/>
                </a:lnTo>
                <a:lnTo>
                  <a:pt x="18079" y="529"/>
                </a:lnTo>
                <a:lnTo>
                  <a:pt x="18984" y="716"/>
                </a:lnTo>
                <a:lnTo>
                  <a:pt x="19888" y="932"/>
                </a:lnTo>
                <a:lnTo>
                  <a:pt x="20792" y="1175"/>
                </a:lnTo>
                <a:lnTo>
                  <a:pt x="21695" y="1447"/>
                </a:lnTo>
                <a:lnTo>
                  <a:pt x="22599" y="1747"/>
                </a:lnTo>
                <a:lnTo>
                  <a:pt x="23503" y="2075"/>
                </a:lnTo>
                <a:lnTo>
                  <a:pt x="24408" y="2431"/>
                </a:lnTo>
                <a:lnTo>
                  <a:pt x="25312" y="2814"/>
                </a:lnTo>
                <a:lnTo>
                  <a:pt x="26216" y="3226"/>
                </a:lnTo>
                <a:lnTo>
                  <a:pt x="27119" y="3666"/>
                </a:lnTo>
                <a:lnTo>
                  <a:pt x="28023" y="4133"/>
                </a:lnTo>
                <a:lnTo>
                  <a:pt x="28927" y="4628"/>
                </a:lnTo>
                <a:lnTo>
                  <a:pt x="29832" y="5150"/>
                </a:lnTo>
                <a:lnTo>
                  <a:pt x="30736" y="5700"/>
                </a:lnTo>
                <a:lnTo>
                  <a:pt x="31639" y="6278"/>
                </a:lnTo>
                <a:lnTo>
                  <a:pt x="32543" y="6883"/>
                </a:lnTo>
                <a:lnTo>
                  <a:pt x="33447" y="7515"/>
                </a:lnTo>
                <a:lnTo>
                  <a:pt x="34352" y="8174"/>
                </a:lnTo>
                <a:lnTo>
                  <a:pt x="35256" y="8860"/>
                </a:lnTo>
                <a:lnTo>
                  <a:pt x="36160" y="9574"/>
                </a:lnTo>
                <a:lnTo>
                  <a:pt x="37063" y="10314"/>
                </a:lnTo>
                <a:lnTo>
                  <a:pt x="37967" y="11080"/>
                </a:lnTo>
                <a:lnTo>
                  <a:pt x="38871" y="11874"/>
                </a:lnTo>
                <a:lnTo>
                  <a:pt x="39776" y="12693"/>
                </a:lnTo>
                <a:lnTo>
                  <a:pt x="40680" y="13539"/>
                </a:lnTo>
                <a:lnTo>
                  <a:pt x="41583" y="14412"/>
                </a:lnTo>
                <a:lnTo>
                  <a:pt x="42487" y="15310"/>
                </a:lnTo>
                <a:lnTo>
                  <a:pt x="43391" y="16234"/>
                </a:lnTo>
                <a:lnTo>
                  <a:pt x="44294" y="17184"/>
                </a:lnTo>
                <a:lnTo>
                  <a:pt x="45200" y="18160"/>
                </a:lnTo>
                <a:lnTo>
                  <a:pt x="46103" y="19161"/>
                </a:lnTo>
                <a:lnTo>
                  <a:pt x="47007" y="20188"/>
                </a:lnTo>
                <a:lnTo>
                  <a:pt x="47911" y="21239"/>
                </a:lnTo>
                <a:lnTo>
                  <a:pt x="48815" y="22316"/>
                </a:lnTo>
                <a:lnTo>
                  <a:pt x="49718" y="23417"/>
                </a:lnTo>
                <a:lnTo>
                  <a:pt x="50624" y="24543"/>
                </a:lnTo>
                <a:lnTo>
                  <a:pt x="51527" y="25693"/>
                </a:lnTo>
                <a:lnTo>
                  <a:pt x="52431" y="26868"/>
                </a:lnTo>
                <a:lnTo>
                  <a:pt x="53335" y="28067"/>
                </a:lnTo>
                <a:lnTo>
                  <a:pt x="54238" y="29289"/>
                </a:lnTo>
                <a:lnTo>
                  <a:pt x="55142" y="30536"/>
                </a:lnTo>
                <a:lnTo>
                  <a:pt x="56047" y="31806"/>
                </a:lnTo>
                <a:lnTo>
                  <a:pt x="56951" y="33099"/>
                </a:lnTo>
                <a:lnTo>
                  <a:pt x="57855" y="34415"/>
                </a:lnTo>
                <a:lnTo>
                  <a:pt x="58759" y="35754"/>
                </a:lnTo>
                <a:lnTo>
                  <a:pt x="59662" y="37116"/>
                </a:lnTo>
                <a:lnTo>
                  <a:pt x="60566" y="38501"/>
                </a:lnTo>
                <a:lnTo>
                  <a:pt x="61471" y="39907"/>
                </a:lnTo>
                <a:lnTo>
                  <a:pt x="62375" y="41336"/>
                </a:lnTo>
                <a:lnTo>
                  <a:pt x="63279" y="42786"/>
                </a:lnTo>
                <a:lnTo>
                  <a:pt x="64182" y="44258"/>
                </a:lnTo>
                <a:lnTo>
                  <a:pt x="65086" y="45752"/>
                </a:lnTo>
                <a:lnTo>
                  <a:pt x="65990" y="47266"/>
                </a:lnTo>
                <a:lnTo>
                  <a:pt x="66893" y="48802"/>
                </a:lnTo>
                <a:lnTo>
                  <a:pt x="67799" y="50357"/>
                </a:lnTo>
                <a:lnTo>
                  <a:pt x="68703" y="51934"/>
                </a:lnTo>
                <a:lnTo>
                  <a:pt x="69606" y="53530"/>
                </a:lnTo>
                <a:lnTo>
                  <a:pt x="70510" y="55147"/>
                </a:lnTo>
                <a:lnTo>
                  <a:pt x="71414" y="56783"/>
                </a:lnTo>
                <a:lnTo>
                  <a:pt x="72317" y="58438"/>
                </a:lnTo>
                <a:lnTo>
                  <a:pt x="73223" y="60112"/>
                </a:lnTo>
                <a:lnTo>
                  <a:pt x="74126" y="61806"/>
                </a:lnTo>
                <a:lnTo>
                  <a:pt x="75030" y="63517"/>
                </a:lnTo>
                <a:lnTo>
                  <a:pt x="75934" y="65248"/>
                </a:lnTo>
                <a:lnTo>
                  <a:pt x="76837" y="66996"/>
                </a:lnTo>
                <a:lnTo>
                  <a:pt x="77741" y="68762"/>
                </a:lnTo>
                <a:lnTo>
                  <a:pt x="78647" y="70545"/>
                </a:lnTo>
                <a:lnTo>
                  <a:pt x="79550" y="72346"/>
                </a:lnTo>
                <a:lnTo>
                  <a:pt x="80454" y="74163"/>
                </a:lnTo>
                <a:lnTo>
                  <a:pt x="81358" y="75997"/>
                </a:lnTo>
                <a:lnTo>
                  <a:pt x="82261" y="77848"/>
                </a:lnTo>
                <a:lnTo>
                  <a:pt x="83165" y="79714"/>
                </a:lnTo>
                <a:lnTo>
                  <a:pt x="84070" y="81596"/>
                </a:lnTo>
                <a:lnTo>
                  <a:pt x="84974" y="83494"/>
                </a:lnTo>
                <a:lnTo>
                  <a:pt x="85878" y="85407"/>
                </a:lnTo>
                <a:lnTo>
                  <a:pt x="86781" y="87335"/>
                </a:lnTo>
                <a:lnTo>
                  <a:pt x="87685" y="89277"/>
                </a:lnTo>
                <a:lnTo>
                  <a:pt x="88589" y="91233"/>
                </a:lnTo>
                <a:lnTo>
                  <a:pt x="89494" y="93204"/>
                </a:lnTo>
                <a:lnTo>
                  <a:pt x="90398" y="95188"/>
                </a:lnTo>
                <a:lnTo>
                  <a:pt x="91302" y="97185"/>
                </a:lnTo>
                <a:lnTo>
                  <a:pt x="92205" y="99195"/>
                </a:lnTo>
                <a:lnTo>
                  <a:pt x="93109" y="101218"/>
                </a:lnTo>
                <a:lnTo>
                  <a:pt x="94013" y="103253"/>
                </a:lnTo>
                <a:lnTo>
                  <a:pt x="94918" y="105300"/>
                </a:lnTo>
                <a:lnTo>
                  <a:pt x="95822" y="107359"/>
                </a:lnTo>
                <a:lnTo>
                  <a:pt x="96725" y="109430"/>
                </a:lnTo>
                <a:lnTo>
                  <a:pt x="97629" y="111511"/>
                </a:lnTo>
                <a:lnTo>
                  <a:pt x="98533" y="113603"/>
                </a:lnTo>
                <a:lnTo>
                  <a:pt x="99437" y="115706"/>
                </a:lnTo>
                <a:lnTo>
                  <a:pt x="100342" y="117819"/>
                </a:lnTo>
                <a:lnTo>
                  <a:pt x="101246" y="119941"/>
                </a:lnTo>
                <a:lnTo>
                  <a:pt x="102149" y="122073"/>
                </a:lnTo>
                <a:lnTo>
                  <a:pt x="103053" y="124213"/>
                </a:lnTo>
                <a:lnTo>
                  <a:pt x="103957" y="126363"/>
                </a:lnTo>
                <a:lnTo>
                  <a:pt x="104860" y="128521"/>
                </a:lnTo>
                <a:lnTo>
                  <a:pt x="105766" y="130687"/>
                </a:lnTo>
                <a:lnTo>
                  <a:pt x="106669" y="132860"/>
                </a:lnTo>
                <a:lnTo>
                  <a:pt x="107573" y="135040"/>
                </a:lnTo>
                <a:lnTo>
                  <a:pt x="108477" y="137228"/>
                </a:lnTo>
                <a:lnTo>
                  <a:pt x="109381" y="139424"/>
                </a:lnTo>
                <a:lnTo>
                  <a:pt x="110284" y="141625"/>
                </a:lnTo>
                <a:lnTo>
                  <a:pt x="111190" y="143831"/>
                </a:lnTo>
                <a:lnTo>
                  <a:pt x="112093" y="146044"/>
                </a:lnTo>
                <a:lnTo>
                  <a:pt x="112997" y="148262"/>
                </a:lnTo>
                <a:lnTo>
                  <a:pt x="113901" y="150485"/>
                </a:lnTo>
                <a:lnTo>
                  <a:pt x="114804" y="152712"/>
                </a:lnTo>
                <a:lnTo>
                  <a:pt x="115708" y="154943"/>
                </a:lnTo>
                <a:lnTo>
                  <a:pt x="116613" y="157179"/>
                </a:lnTo>
                <a:lnTo>
                  <a:pt x="117517" y="159417"/>
                </a:lnTo>
                <a:lnTo>
                  <a:pt x="118421" y="161659"/>
                </a:lnTo>
                <a:lnTo>
                  <a:pt x="119324" y="163904"/>
                </a:lnTo>
                <a:lnTo>
                  <a:pt x="120228" y="166151"/>
                </a:lnTo>
                <a:lnTo>
                  <a:pt x="121132" y="168401"/>
                </a:lnTo>
                <a:lnTo>
                  <a:pt x="122037" y="170652"/>
                </a:lnTo>
                <a:lnTo>
                  <a:pt x="122941" y="172904"/>
                </a:lnTo>
                <a:lnTo>
                  <a:pt x="123845" y="175158"/>
                </a:lnTo>
                <a:lnTo>
                  <a:pt x="124748" y="177413"/>
                </a:lnTo>
                <a:lnTo>
                  <a:pt x="125652" y="179667"/>
                </a:lnTo>
                <a:lnTo>
                  <a:pt x="126556" y="181921"/>
                </a:lnTo>
                <a:lnTo>
                  <a:pt x="127461" y="184175"/>
                </a:lnTo>
                <a:lnTo>
                  <a:pt x="128365" y="186428"/>
                </a:lnTo>
                <a:lnTo>
                  <a:pt x="129268" y="188681"/>
                </a:lnTo>
                <a:lnTo>
                  <a:pt x="130172" y="190931"/>
                </a:lnTo>
                <a:lnTo>
                  <a:pt x="131076" y="193181"/>
                </a:lnTo>
                <a:lnTo>
                  <a:pt x="131980" y="195427"/>
                </a:lnTo>
                <a:lnTo>
                  <a:pt x="132885" y="197671"/>
                </a:lnTo>
                <a:lnTo>
                  <a:pt x="133789" y="199912"/>
                </a:lnTo>
                <a:lnTo>
                  <a:pt x="134692" y="202150"/>
                </a:lnTo>
                <a:lnTo>
                  <a:pt x="135596" y="204385"/>
                </a:lnTo>
                <a:lnTo>
                  <a:pt x="136500" y="206615"/>
                </a:lnTo>
                <a:lnTo>
                  <a:pt x="137405" y="208841"/>
                </a:lnTo>
                <a:lnTo>
                  <a:pt x="138309" y="211064"/>
                </a:lnTo>
                <a:lnTo>
                  <a:pt x="139212" y="213280"/>
                </a:lnTo>
                <a:lnTo>
                  <a:pt x="140116" y="215491"/>
                </a:lnTo>
                <a:lnTo>
                  <a:pt x="141020" y="217697"/>
                </a:lnTo>
                <a:lnTo>
                  <a:pt x="141924" y="219896"/>
                </a:lnTo>
                <a:lnTo>
                  <a:pt x="142829" y="222089"/>
                </a:lnTo>
                <a:lnTo>
                  <a:pt x="143733" y="224275"/>
                </a:lnTo>
                <a:lnTo>
                  <a:pt x="144636" y="226455"/>
                </a:lnTo>
                <a:lnTo>
                  <a:pt x="145540" y="228627"/>
                </a:lnTo>
                <a:lnTo>
                  <a:pt x="146444" y="230790"/>
                </a:lnTo>
                <a:lnTo>
                  <a:pt x="147347" y="232946"/>
                </a:lnTo>
                <a:lnTo>
                  <a:pt x="148253" y="235094"/>
                </a:lnTo>
                <a:lnTo>
                  <a:pt x="149156" y="237232"/>
                </a:lnTo>
                <a:lnTo>
                  <a:pt x="150060" y="239362"/>
                </a:lnTo>
                <a:lnTo>
                  <a:pt x="150964" y="241483"/>
                </a:lnTo>
                <a:lnTo>
                  <a:pt x="151868" y="243593"/>
                </a:lnTo>
                <a:lnTo>
                  <a:pt x="152771" y="245693"/>
                </a:lnTo>
                <a:lnTo>
                  <a:pt x="153677" y="247783"/>
                </a:lnTo>
                <a:lnTo>
                  <a:pt x="154580" y="249862"/>
                </a:lnTo>
                <a:lnTo>
                  <a:pt x="155484" y="251931"/>
                </a:lnTo>
                <a:lnTo>
                  <a:pt x="156388" y="253986"/>
                </a:lnTo>
                <a:lnTo>
                  <a:pt x="157291" y="256031"/>
                </a:lnTo>
                <a:lnTo>
                  <a:pt x="158195" y="258064"/>
                </a:lnTo>
                <a:lnTo>
                  <a:pt x="159100" y="260084"/>
                </a:lnTo>
                <a:lnTo>
                  <a:pt x="160004" y="262091"/>
                </a:lnTo>
                <a:lnTo>
                  <a:pt x="160908" y="264086"/>
                </a:lnTo>
                <a:lnTo>
                  <a:pt x="161812" y="266066"/>
                </a:lnTo>
                <a:lnTo>
                  <a:pt x="162715" y="268033"/>
                </a:lnTo>
                <a:lnTo>
                  <a:pt x="163619" y="269986"/>
                </a:lnTo>
                <a:lnTo>
                  <a:pt x="164524" y="271925"/>
                </a:lnTo>
                <a:lnTo>
                  <a:pt x="165428" y="273849"/>
                </a:lnTo>
                <a:lnTo>
                  <a:pt x="166332" y="275759"/>
                </a:lnTo>
                <a:lnTo>
                  <a:pt x="167235" y="277653"/>
                </a:lnTo>
                <a:lnTo>
                  <a:pt x="168139" y="279532"/>
                </a:lnTo>
                <a:lnTo>
                  <a:pt x="169043" y="281394"/>
                </a:lnTo>
                <a:lnTo>
                  <a:pt x="169948" y="283241"/>
                </a:lnTo>
                <a:lnTo>
                  <a:pt x="170852" y="285072"/>
                </a:lnTo>
                <a:lnTo>
                  <a:pt x="171756" y="286886"/>
                </a:lnTo>
                <a:lnTo>
                  <a:pt x="172659" y="288681"/>
                </a:lnTo>
                <a:lnTo>
                  <a:pt x="173563" y="290461"/>
                </a:lnTo>
                <a:lnTo>
                  <a:pt x="174467" y="292223"/>
                </a:lnTo>
                <a:lnTo>
                  <a:pt x="175372" y="293967"/>
                </a:lnTo>
                <a:lnTo>
                  <a:pt x="176276" y="295693"/>
                </a:lnTo>
                <a:lnTo>
                  <a:pt x="177179" y="297401"/>
                </a:lnTo>
                <a:lnTo>
                  <a:pt x="178083" y="299090"/>
                </a:lnTo>
                <a:lnTo>
                  <a:pt x="178987" y="300760"/>
                </a:lnTo>
                <a:lnTo>
                  <a:pt x="179890" y="302411"/>
                </a:lnTo>
                <a:lnTo>
                  <a:pt x="180796" y="304043"/>
                </a:lnTo>
                <a:lnTo>
                  <a:pt x="181700" y="305654"/>
                </a:lnTo>
                <a:lnTo>
                  <a:pt x="182603" y="307245"/>
                </a:lnTo>
                <a:lnTo>
                  <a:pt x="183507" y="308818"/>
                </a:lnTo>
                <a:lnTo>
                  <a:pt x="184411" y="310370"/>
                </a:lnTo>
                <a:lnTo>
                  <a:pt x="185314" y="311900"/>
                </a:lnTo>
                <a:lnTo>
                  <a:pt x="186220" y="313410"/>
                </a:lnTo>
                <a:lnTo>
                  <a:pt x="187123" y="314898"/>
                </a:lnTo>
                <a:lnTo>
                  <a:pt x="188027" y="316365"/>
                </a:lnTo>
                <a:lnTo>
                  <a:pt x="188931" y="317811"/>
                </a:lnTo>
                <a:lnTo>
                  <a:pt x="189834" y="319234"/>
                </a:lnTo>
                <a:lnTo>
                  <a:pt x="190738" y="320636"/>
                </a:lnTo>
                <a:lnTo>
                  <a:pt x="191644" y="322015"/>
                </a:lnTo>
                <a:lnTo>
                  <a:pt x="192547" y="323372"/>
                </a:lnTo>
                <a:lnTo>
                  <a:pt x="193451" y="324706"/>
                </a:lnTo>
                <a:lnTo>
                  <a:pt x="194355" y="326017"/>
                </a:lnTo>
                <a:lnTo>
                  <a:pt x="195258" y="327304"/>
                </a:lnTo>
                <a:lnTo>
                  <a:pt x="196162" y="328568"/>
                </a:lnTo>
                <a:lnTo>
                  <a:pt x="197067" y="329811"/>
                </a:lnTo>
                <a:lnTo>
                  <a:pt x="197971" y="331027"/>
                </a:lnTo>
                <a:lnTo>
                  <a:pt x="198875" y="332221"/>
                </a:lnTo>
                <a:lnTo>
                  <a:pt x="199778" y="333389"/>
                </a:lnTo>
                <a:lnTo>
                  <a:pt x="200682" y="334535"/>
                </a:lnTo>
                <a:lnTo>
                  <a:pt x="201586" y="335655"/>
                </a:lnTo>
                <a:lnTo>
                  <a:pt x="202491" y="336752"/>
                </a:lnTo>
                <a:lnTo>
                  <a:pt x="203395" y="337821"/>
                </a:lnTo>
                <a:lnTo>
                  <a:pt x="204299" y="338868"/>
                </a:lnTo>
                <a:lnTo>
                  <a:pt x="205202" y="339888"/>
                </a:lnTo>
                <a:lnTo>
                  <a:pt x="206106" y="340883"/>
                </a:lnTo>
                <a:lnTo>
                  <a:pt x="207010" y="341853"/>
                </a:lnTo>
                <a:lnTo>
                  <a:pt x="207913" y="342797"/>
                </a:lnTo>
                <a:lnTo>
                  <a:pt x="208819" y="343715"/>
                </a:lnTo>
                <a:lnTo>
                  <a:pt x="209722" y="344607"/>
                </a:lnTo>
                <a:lnTo>
                  <a:pt x="210626" y="345474"/>
                </a:lnTo>
                <a:lnTo>
                  <a:pt x="211530" y="346315"/>
                </a:lnTo>
                <a:lnTo>
                  <a:pt x="212434" y="347129"/>
                </a:lnTo>
                <a:lnTo>
                  <a:pt x="213337" y="347915"/>
                </a:lnTo>
                <a:lnTo>
                  <a:pt x="214243" y="348676"/>
                </a:lnTo>
                <a:lnTo>
                  <a:pt x="215146" y="349410"/>
                </a:lnTo>
                <a:lnTo>
                  <a:pt x="216050" y="350118"/>
                </a:lnTo>
                <a:lnTo>
                  <a:pt x="216954" y="350797"/>
                </a:lnTo>
                <a:lnTo>
                  <a:pt x="217857" y="351450"/>
                </a:lnTo>
                <a:lnTo>
                  <a:pt x="218761" y="352076"/>
                </a:lnTo>
                <a:lnTo>
                  <a:pt x="219666" y="352674"/>
                </a:lnTo>
                <a:lnTo>
                  <a:pt x="220570" y="353246"/>
                </a:lnTo>
                <a:lnTo>
                  <a:pt x="221474" y="353790"/>
                </a:lnTo>
                <a:lnTo>
                  <a:pt x="222377" y="354305"/>
                </a:lnTo>
                <a:lnTo>
                  <a:pt x="223281" y="354795"/>
                </a:lnTo>
                <a:lnTo>
                  <a:pt x="224185" y="355256"/>
                </a:lnTo>
                <a:lnTo>
                  <a:pt x="225090" y="355689"/>
                </a:lnTo>
                <a:lnTo>
                  <a:pt x="225994" y="356095"/>
                </a:lnTo>
                <a:lnTo>
                  <a:pt x="226898" y="356472"/>
                </a:lnTo>
                <a:lnTo>
                  <a:pt x="227801" y="356822"/>
                </a:lnTo>
                <a:lnTo>
                  <a:pt x="228705" y="357143"/>
                </a:lnTo>
                <a:lnTo>
                  <a:pt x="229609" y="357437"/>
                </a:lnTo>
                <a:lnTo>
                  <a:pt x="230514" y="357701"/>
                </a:lnTo>
                <a:lnTo>
                  <a:pt x="231418" y="357938"/>
                </a:lnTo>
                <a:lnTo>
                  <a:pt x="232321" y="358148"/>
                </a:lnTo>
                <a:lnTo>
                  <a:pt x="233225" y="358329"/>
                </a:lnTo>
                <a:lnTo>
                  <a:pt x="234129" y="358480"/>
                </a:lnTo>
                <a:lnTo>
                  <a:pt x="235033" y="358605"/>
                </a:lnTo>
                <a:lnTo>
                  <a:pt x="235938" y="358701"/>
                </a:lnTo>
                <a:lnTo>
                  <a:pt x="236842" y="358769"/>
                </a:lnTo>
                <a:lnTo>
                  <a:pt x="237745" y="358807"/>
                </a:lnTo>
                <a:lnTo>
                  <a:pt x="238649" y="358819"/>
                </a:lnTo>
                <a:lnTo>
                  <a:pt x="239553" y="358801"/>
                </a:lnTo>
                <a:lnTo>
                  <a:pt x="240456" y="358756"/>
                </a:lnTo>
                <a:lnTo>
                  <a:pt x="241362" y="358681"/>
                </a:lnTo>
                <a:lnTo>
                  <a:pt x="242265" y="358580"/>
                </a:lnTo>
                <a:lnTo>
                  <a:pt x="243169" y="358448"/>
                </a:lnTo>
                <a:lnTo>
                  <a:pt x="244073" y="358289"/>
                </a:lnTo>
                <a:lnTo>
                  <a:pt x="244977" y="358103"/>
                </a:lnTo>
                <a:lnTo>
                  <a:pt x="245880" y="357887"/>
                </a:lnTo>
                <a:lnTo>
                  <a:pt x="246786" y="357643"/>
                </a:lnTo>
                <a:lnTo>
                  <a:pt x="247689" y="357372"/>
                </a:lnTo>
                <a:lnTo>
                  <a:pt x="248593" y="357071"/>
                </a:lnTo>
                <a:lnTo>
                  <a:pt x="249497" y="356744"/>
                </a:lnTo>
                <a:lnTo>
                  <a:pt x="250400" y="356389"/>
                </a:lnTo>
                <a:lnTo>
                  <a:pt x="251306" y="356005"/>
                </a:lnTo>
                <a:lnTo>
                  <a:pt x="252209" y="355593"/>
                </a:lnTo>
                <a:lnTo>
                  <a:pt x="253113" y="355153"/>
                </a:lnTo>
                <a:lnTo>
                  <a:pt x="254017" y="354686"/>
                </a:lnTo>
                <a:lnTo>
                  <a:pt x="254921" y="354191"/>
                </a:lnTo>
                <a:lnTo>
                  <a:pt x="255824" y="353669"/>
                </a:lnTo>
                <a:lnTo>
                  <a:pt x="256728" y="353118"/>
                </a:lnTo>
                <a:lnTo>
                  <a:pt x="257633" y="352541"/>
                </a:lnTo>
                <a:lnTo>
                  <a:pt x="258537" y="351937"/>
                </a:lnTo>
                <a:lnTo>
                  <a:pt x="259441" y="351304"/>
                </a:lnTo>
                <a:lnTo>
                  <a:pt x="260344" y="350644"/>
                </a:lnTo>
                <a:lnTo>
                  <a:pt x="261248" y="349958"/>
                </a:lnTo>
                <a:lnTo>
                  <a:pt x="262153" y="349245"/>
                </a:lnTo>
                <a:lnTo>
                  <a:pt x="263057" y="348505"/>
                </a:lnTo>
                <a:lnTo>
                  <a:pt x="263961" y="347739"/>
                </a:lnTo>
                <a:lnTo>
                  <a:pt x="264865" y="346945"/>
                </a:lnTo>
                <a:lnTo>
                  <a:pt x="265768" y="346126"/>
                </a:lnTo>
                <a:lnTo>
                  <a:pt x="266672" y="345280"/>
                </a:lnTo>
                <a:lnTo>
                  <a:pt x="267576" y="344406"/>
                </a:lnTo>
                <a:lnTo>
                  <a:pt x="268481" y="343509"/>
                </a:lnTo>
                <a:lnTo>
                  <a:pt x="269385" y="342584"/>
                </a:lnTo>
                <a:lnTo>
                  <a:pt x="270288" y="341634"/>
                </a:lnTo>
                <a:lnTo>
                  <a:pt x="271192" y="340659"/>
                </a:lnTo>
                <a:lnTo>
                  <a:pt x="272096" y="339657"/>
                </a:lnTo>
                <a:lnTo>
                  <a:pt x="273001" y="338632"/>
                </a:lnTo>
                <a:lnTo>
                  <a:pt x="273905" y="337579"/>
                </a:lnTo>
                <a:lnTo>
                  <a:pt x="274809" y="336502"/>
                </a:lnTo>
                <a:lnTo>
                  <a:pt x="275712" y="335403"/>
                </a:lnTo>
                <a:lnTo>
                  <a:pt x="276616" y="334276"/>
                </a:lnTo>
                <a:lnTo>
                  <a:pt x="277520" y="333125"/>
                </a:lnTo>
                <a:lnTo>
                  <a:pt x="278423" y="331951"/>
                </a:lnTo>
                <a:lnTo>
                  <a:pt x="279329" y="330751"/>
                </a:lnTo>
                <a:lnTo>
                  <a:pt x="280232" y="329529"/>
                </a:lnTo>
                <a:lnTo>
                  <a:pt x="281136" y="328283"/>
                </a:lnTo>
                <a:lnTo>
                  <a:pt x="282040" y="327014"/>
                </a:lnTo>
                <a:lnTo>
                  <a:pt x="282943" y="325719"/>
                </a:lnTo>
                <a:lnTo>
                  <a:pt x="283849" y="324404"/>
                </a:lnTo>
                <a:lnTo>
                  <a:pt x="284753" y="323065"/>
                </a:lnTo>
                <a:lnTo>
                  <a:pt x="285656" y="321703"/>
                </a:lnTo>
                <a:lnTo>
                  <a:pt x="286560" y="320319"/>
                </a:lnTo>
                <a:lnTo>
                  <a:pt x="287464" y="318912"/>
                </a:lnTo>
                <a:lnTo>
                  <a:pt x="288367" y="317483"/>
                </a:lnTo>
                <a:lnTo>
                  <a:pt x="289271" y="316033"/>
                </a:lnTo>
                <a:lnTo>
                  <a:pt x="290176" y="314560"/>
                </a:lnTo>
                <a:lnTo>
                  <a:pt x="291080" y="313066"/>
                </a:lnTo>
                <a:lnTo>
                  <a:pt x="291984" y="311553"/>
                </a:lnTo>
                <a:lnTo>
                  <a:pt x="292887" y="310018"/>
                </a:lnTo>
                <a:lnTo>
                  <a:pt x="293791" y="308461"/>
                </a:lnTo>
                <a:lnTo>
                  <a:pt x="294696" y="306885"/>
                </a:lnTo>
                <a:lnTo>
                  <a:pt x="295600" y="305288"/>
                </a:lnTo>
                <a:lnTo>
                  <a:pt x="296504" y="303672"/>
                </a:lnTo>
                <a:lnTo>
                  <a:pt x="297408" y="302036"/>
                </a:lnTo>
                <a:lnTo>
                  <a:pt x="298311" y="300381"/>
                </a:lnTo>
                <a:lnTo>
                  <a:pt x="299215" y="298707"/>
                </a:lnTo>
                <a:lnTo>
                  <a:pt x="300119" y="297012"/>
                </a:lnTo>
                <a:lnTo>
                  <a:pt x="301024" y="295301"/>
                </a:lnTo>
                <a:lnTo>
                  <a:pt x="301928" y="293572"/>
                </a:lnTo>
                <a:lnTo>
                  <a:pt x="302831" y="291823"/>
                </a:lnTo>
                <a:lnTo>
                  <a:pt x="303735" y="290057"/>
                </a:lnTo>
                <a:lnTo>
                  <a:pt x="304639" y="288273"/>
                </a:lnTo>
                <a:lnTo>
                  <a:pt x="305544" y="286474"/>
                </a:lnTo>
                <a:lnTo>
                  <a:pt x="306448" y="284655"/>
                </a:lnTo>
                <a:lnTo>
                  <a:pt x="307352" y="282821"/>
                </a:lnTo>
                <a:lnTo>
                  <a:pt x="308255" y="280970"/>
                </a:lnTo>
                <a:lnTo>
                  <a:pt x="309159" y="279105"/>
                </a:lnTo>
                <a:lnTo>
                  <a:pt x="310063" y="277222"/>
                </a:lnTo>
                <a:lnTo>
                  <a:pt x="310966" y="275325"/>
                </a:lnTo>
                <a:lnTo>
                  <a:pt x="311872" y="273412"/>
                </a:lnTo>
                <a:lnTo>
                  <a:pt x="312775" y="271485"/>
                </a:lnTo>
                <a:lnTo>
                  <a:pt x="313679" y="269543"/>
                </a:lnTo>
                <a:lnTo>
                  <a:pt x="314583" y="267586"/>
                </a:lnTo>
                <a:lnTo>
                  <a:pt x="315487" y="265616"/>
                </a:lnTo>
                <a:lnTo>
                  <a:pt x="316392" y="263631"/>
                </a:lnTo>
                <a:lnTo>
                  <a:pt x="317296" y="261634"/>
                </a:lnTo>
                <a:lnTo>
                  <a:pt x="318199" y="259624"/>
                </a:lnTo>
                <a:lnTo>
                  <a:pt x="319103" y="257600"/>
                </a:lnTo>
                <a:lnTo>
                  <a:pt x="320007" y="255565"/>
                </a:lnTo>
                <a:lnTo>
                  <a:pt x="320910" y="253519"/>
                </a:lnTo>
                <a:lnTo>
                  <a:pt x="321814" y="251459"/>
                </a:lnTo>
                <a:lnTo>
                  <a:pt x="322719" y="249389"/>
                </a:lnTo>
                <a:lnTo>
                  <a:pt x="323623" y="247308"/>
                </a:lnTo>
                <a:lnTo>
                  <a:pt x="324527" y="245214"/>
                </a:lnTo>
                <a:lnTo>
                  <a:pt x="325430" y="243113"/>
                </a:lnTo>
                <a:lnTo>
                  <a:pt x="326334" y="241000"/>
                </a:lnTo>
                <a:lnTo>
                  <a:pt x="327240" y="238877"/>
                </a:lnTo>
                <a:lnTo>
                  <a:pt x="328143" y="236746"/>
                </a:lnTo>
                <a:lnTo>
                  <a:pt x="329047" y="234606"/>
                </a:lnTo>
                <a:lnTo>
                  <a:pt x="329951" y="232456"/>
                </a:lnTo>
                <a:lnTo>
                  <a:pt x="330854" y="230299"/>
                </a:lnTo>
                <a:lnTo>
                  <a:pt x="331758" y="228132"/>
                </a:lnTo>
                <a:lnTo>
                  <a:pt x="332662" y="225958"/>
                </a:lnTo>
                <a:lnTo>
                  <a:pt x="333567" y="223778"/>
                </a:lnTo>
                <a:lnTo>
                  <a:pt x="334471" y="221589"/>
                </a:lnTo>
                <a:lnTo>
                  <a:pt x="335374" y="219394"/>
                </a:lnTo>
                <a:lnTo>
                  <a:pt x="336278" y="217193"/>
                </a:lnTo>
                <a:lnTo>
                  <a:pt x="337182" y="214987"/>
                </a:lnTo>
                <a:lnTo>
                  <a:pt x="338086" y="212775"/>
                </a:lnTo>
                <a:lnTo>
                  <a:pt x="338991" y="210557"/>
                </a:lnTo>
                <a:lnTo>
                  <a:pt x="339895" y="208334"/>
                </a:lnTo>
                <a:lnTo>
                  <a:pt x="340798" y="206106"/>
                </a:lnTo>
                <a:lnTo>
                  <a:pt x="341702" y="203875"/>
                </a:lnTo>
                <a:lnTo>
                  <a:pt x="342606" y="201640"/>
                </a:lnTo>
                <a:lnTo>
                  <a:pt x="343511" y="199402"/>
                </a:lnTo>
                <a:lnTo>
                  <a:pt x="344415" y="197159"/>
                </a:lnTo>
                <a:lnTo>
                  <a:pt x="345318" y="194915"/>
                </a:lnTo>
                <a:lnTo>
                  <a:pt x="346222" y="192667"/>
                </a:lnTo>
                <a:lnTo>
                  <a:pt x="347126" y="190418"/>
                </a:lnTo>
                <a:lnTo>
                  <a:pt x="348030" y="188167"/>
                </a:lnTo>
                <a:lnTo>
                  <a:pt x="348933" y="185915"/>
                </a:lnTo>
                <a:lnTo>
                  <a:pt x="349839" y="183660"/>
                </a:lnTo>
                <a:lnTo>
                  <a:pt x="350742" y="181406"/>
                </a:lnTo>
                <a:lnTo>
                  <a:pt x="351646" y="179152"/>
                </a:lnTo>
                <a:lnTo>
                  <a:pt x="352550" y="176898"/>
                </a:lnTo>
                <a:lnTo>
                  <a:pt x="353453" y="174643"/>
                </a:lnTo>
                <a:lnTo>
                  <a:pt x="354359" y="172391"/>
                </a:lnTo>
                <a:lnTo>
                  <a:pt x="355262" y="170138"/>
                </a:lnTo>
                <a:lnTo>
                  <a:pt x="356166" y="167887"/>
                </a:lnTo>
                <a:lnTo>
                  <a:pt x="357070" y="165638"/>
                </a:lnTo>
                <a:lnTo>
                  <a:pt x="357974" y="163392"/>
                </a:lnTo>
                <a:lnTo>
                  <a:pt x="358877" y="161148"/>
                </a:lnTo>
                <a:lnTo>
                  <a:pt x="359781" y="158907"/>
                </a:lnTo>
                <a:lnTo>
                  <a:pt x="360686" y="156669"/>
                </a:lnTo>
                <a:lnTo>
                  <a:pt x="361590" y="154433"/>
                </a:lnTo>
                <a:lnTo>
                  <a:pt x="362494" y="152204"/>
                </a:lnTo>
                <a:lnTo>
                  <a:pt x="363397" y="149978"/>
                </a:lnTo>
                <a:lnTo>
                  <a:pt x="364301" y="147755"/>
                </a:lnTo>
                <a:lnTo>
                  <a:pt x="365206" y="145539"/>
                </a:lnTo>
                <a:lnTo>
                  <a:pt x="366110" y="143328"/>
                </a:lnTo>
                <a:lnTo>
                  <a:pt x="367014" y="141122"/>
                </a:lnTo>
                <a:lnTo>
                  <a:pt x="367917" y="138923"/>
                </a:lnTo>
                <a:lnTo>
                  <a:pt x="368821" y="136730"/>
                </a:lnTo>
                <a:lnTo>
                  <a:pt x="369725" y="134544"/>
                </a:lnTo>
                <a:lnTo>
                  <a:pt x="370629" y="132364"/>
                </a:lnTo>
                <a:lnTo>
                  <a:pt x="371534" y="130192"/>
                </a:lnTo>
                <a:lnTo>
                  <a:pt x="372438" y="128028"/>
                </a:lnTo>
                <a:lnTo>
                  <a:pt x="373341" y="125872"/>
                </a:lnTo>
                <a:lnTo>
                  <a:pt x="374245" y="123724"/>
                </a:lnTo>
                <a:lnTo>
                  <a:pt x="375149" y="121586"/>
                </a:lnTo>
                <a:lnTo>
                  <a:pt x="376054" y="119456"/>
                </a:lnTo>
                <a:lnTo>
                  <a:pt x="376958" y="117336"/>
                </a:lnTo>
                <a:lnTo>
                  <a:pt x="377862" y="115226"/>
                </a:lnTo>
                <a:lnTo>
                  <a:pt x="378765" y="113125"/>
                </a:lnTo>
                <a:lnTo>
                  <a:pt x="379669" y="111036"/>
                </a:lnTo>
                <a:lnTo>
                  <a:pt x="380573" y="108957"/>
                </a:lnTo>
                <a:lnTo>
                  <a:pt x="381476" y="106889"/>
                </a:lnTo>
                <a:lnTo>
                  <a:pt x="382382" y="104832"/>
                </a:lnTo>
                <a:lnTo>
                  <a:pt x="383285" y="102788"/>
                </a:lnTo>
                <a:lnTo>
                  <a:pt x="384189" y="100756"/>
                </a:lnTo>
                <a:lnTo>
                  <a:pt x="385093" y="98735"/>
                </a:lnTo>
                <a:lnTo>
                  <a:pt x="385996" y="96728"/>
                </a:lnTo>
                <a:lnTo>
                  <a:pt x="386902" y="94734"/>
                </a:lnTo>
                <a:lnTo>
                  <a:pt x="387805" y="92753"/>
                </a:lnTo>
                <a:lnTo>
                  <a:pt x="388709" y="90786"/>
                </a:lnTo>
                <a:lnTo>
                  <a:pt x="389613" y="88833"/>
                </a:lnTo>
                <a:lnTo>
                  <a:pt x="390517" y="86894"/>
                </a:lnTo>
                <a:lnTo>
                  <a:pt x="391420" y="84969"/>
                </a:lnTo>
                <a:lnTo>
                  <a:pt x="392324" y="83060"/>
                </a:lnTo>
                <a:lnTo>
                  <a:pt x="393229" y="81166"/>
                </a:lnTo>
                <a:lnTo>
                  <a:pt x="394133" y="79287"/>
                </a:lnTo>
                <a:lnTo>
                  <a:pt x="395037" y="77424"/>
                </a:lnTo>
                <a:lnTo>
                  <a:pt x="395940" y="75578"/>
                </a:lnTo>
                <a:lnTo>
                  <a:pt x="396844" y="73747"/>
                </a:lnTo>
                <a:lnTo>
                  <a:pt x="397749" y="71934"/>
                </a:lnTo>
                <a:lnTo>
                  <a:pt x="398653" y="70137"/>
                </a:lnTo>
                <a:lnTo>
                  <a:pt x="399557" y="68358"/>
                </a:lnTo>
                <a:lnTo>
                  <a:pt x="400461" y="66595"/>
                </a:lnTo>
                <a:lnTo>
                  <a:pt x="401364" y="64851"/>
                </a:lnTo>
                <a:lnTo>
                  <a:pt x="402268" y="63125"/>
                </a:lnTo>
                <a:lnTo>
                  <a:pt x="403172" y="61418"/>
                </a:lnTo>
                <a:lnTo>
                  <a:pt x="404077" y="59729"/>
                </a:lnTo>
                <a:lnTo>
                  <a:pt x="404981" y="58059"/>
                </a:lnTo>
                <a:lnTo>
                  <a:pt x="405884" y="56408"/>
                </a:lnTo>
                <a:lnTo>
                  <a:pt x="406788" y="54776"/>
                </a:lnTo>
                <a:lnTo>
                  <a:pt x="407692" y="53165"/>
                </a:lnTo>
                <a:lnTo>
                  <a:pt x="408597" y="51573"/>
                </a:lnTo>
                <a:lnTo>
                  <a:pt x="409501" y="50001"/>
                </a:lnTo>
                <a:lnTo>
                  <a:pt x="410405" y="48450"/>
                </a:lnTo>
                <a:lnTo>
                  <a:pt x="411308" y="46919"/>
                </a:lnTo>
                <a:lnTo>
                  <a:pt x="412212" y="45409"/>
                </a:lnTo>
                <a:lnTo>
                  <a:pt x="413116" y="43921"/>
                </a:lnTo>
                <a:lnTo>
                  <a:pt x="414019" y="42454"/>
                </a:lnTo>
                <a:lnTo>
                  <a:pt x="414925" y="41008"/>
                </a:lnTo>
                <a:lnTo>
                  <a:pt x="415828" y="39585"/>
                </a:lnTo>
                <a:lnTo>
                  <a:pt x="416732" y="38183"/>
                </a:lnTo>
                <a:lnTo>
                  <a:pt x="417636" y="36804"/>
                </a:lnTo>
                <a:lnTo>
                  <a:pt x="418539" y="35447"/>
                </a:lnTo>
                <a:lnTo>
                  <a:pt x="419445" y="34113"/>
                </a:lnTo>
                <a:lnTo>
                  <a:pt x="420349" y="32802"/>
                </a:lnTo>
                <a:lnTo>
                  <a:pt x="421252" y="31514"/>
                </a:lnTo>
                <a:lnTo>
                  <a:pt x="422156" y="30250"/>
                </a:lnTo>
                <a:lnTo>
                  <a:pt x="423060" y="29009"/>
                </a:lnTo>
                <a:lnTo>
                  <a:pt x="423963" y="27791"/>
                </a:lnTo>
                <a:lnTo>
                  <a:pt x="424867" y="26598"/>
                </a:lnTo>
                <a:lnTo>
                  <a:pt x="425772" y="25429"/>
                </a:lnTo>
                <a:lnTo>
                  <a:pt x="426676" y="24284"/>
                </a:lnTo>
                <a:lnTo>
                  <a:pt x="427580" y="23164"/>
                </a:lnTo>
                <a:lnTo>
                  <a:pt x="428483" y="22068"/>
                </a:lnTo>
                <a:lnTo>
                  <a:pt x="429387" y="20997"/>
                </a:lnTo>
                <a:lnTo>
                  <a:pt x="430293" y="19951"/>
                </a:lnTo>
                <a:lnTo>
                  <a:pt x="431196" y="18931"/>
                </a:lnTo>
                <a:lnTo>
                  <a:pt x="432100" y="17935"/>
                </a:lnTo>
                <a:lnTo>
                  <a:pt x="433004" y="16965"/>
                </a:lnTo>
                <a:lnTo>
                  <a:pt x="433907" y="16021"/>
                </a:lnTo>
                <a:lnTo>
                  <a:pt x="434811" y="15103"/>
                </a:lnTo>
                <a:lnTo>
                  <a:pt x="435715" y="14211"/>
                </a:lnTo>
                <a:lnTo>
                  <a:pt x="436620" y="13344"/>
                </a:lnTo>
                <a:lnTo>
                  <a:pt x="437524" y="12504"/>
                </a:lnTo>
                <a:lnTo>
                  <a:pt x="438427" y="11690"/>
                </a:lnTo>
                <a:lnTo>
                  <a:pt x="439331" y="10903"/>
                </a:lnTo>
                <a:lnTo>
                  <a:pt x="440235" y="10142"/>
                </a:lnTo>
                <a:lnTo>
                  <a:pt x="441140" y="9409"/>
                </a:lnTo>
                <a:lnTo>
                  <a:pt x="442044" y="8702"/>
                </a:lnTo>
                <a:lnTo>
                  <a:pt x="442948" y="8021"/>
                </a:lnTo>
                <a:lnTo>
                  <a:pt x="443851" y="7368"/>
                </a:lnTo>
                <a:lnTo>
                  <a:pt x="444755" y="6742"/>
                </a:lnTo>
                <a:lnTo>
                  <a:pt x="445659" y="6144"/>
                </a:lnTo>
                <a:lnTo>
                  <a:pt x="446562" y="5572"/>
                </a:lnTo>
                <a:lnTo>
                  <a:pt x="447468" y="5029"/>
                </a:lnTo>
                <a:lnTo>
                  <a:pt x="448371" y="4512"/>
                </a:lnTo>
                <a:lnTo>
                  <a:pt x="449275" y="4024"/>
                </a:lnTo>
                <a:lnTo>
                  <a:pt x="450179" y="3563"/>
                </a:lnTo>
                <a:lnTo>
                  <a:pt x="451083" y="3130"/>
                </a:lnTo>
                <a:lnTo>
                  <a:pt x="451988" y="2724"/>
                </a:lnTo>
                <a:lnTo>
                  <a:pt x="452892" y="2347"/>
                </a:lnTo>
                <a:lnTo>
                  <a:pt x="453795" y="1997"/>
                </a:lnTo>
                <a:lnTo>
                  <a:pt x="454699" y="1676"/>
                </a:lnTo>
                <a:lnTo>
                  <a:pt x="455603" y="1382"/>
                </a:lnTo>
                <a:lnTo>
                  <a:pt x="456506" y="1117"/>
                </a:lnTo>
                <a:lnTo>
                  <a:pt x="457410" y="880"/>
                </a:lnTo>
                <a:lnTo>
                  <a:pt x="458315" y="671"/>
                </a:lnTo>
                <a:lnTo>
                  <a:pt x="459219" y="490"/>
                </a:lnTo>
                <a:lnTo>
                  <a:pt x="460123" y="338"/>
                </a:lnTo>
                <a:lnTo>
                  <a:pt x="461027" y="214"/>
                </a:lnTo>
                <a:lnTo>
                  <a:pt x="461930" y="118"/>
                </a:lnTo>
                <a:lnTo>
                  <a:pt x="462836" y="50"/>
                </a:lnTo>
                <a:lnTo>
                  <a:pt x="463739" y="11"/>
                </a:lnTo>
                <a:lnTo>
                  <a:pt x="464643" y="0"/>
                </a:lnTo>
                <a:lnTo>
                  <a:pt x="465547" y="17"/>
                </a:lnTo>
                <a:lnTo>
                  <a:pt x="466450" y="63"/>
                </a:lnTo>
                <a:lnTo>
                  <a:pt x="467354" y="137"/>
                </a:lnTo>
                <a:lnTo>
                  <a:pt x="468258" y="240"/>
                </a:lnTo>
                <a:lnTo>
                  <a:pt x="469163" y="370"/>
                </a:lnTo>
                <a:lnTo>
                  <a:pt x="470067" y="529"/>
                </a:lnTo>
                <a:lnTo>
                  <a:pt x="470970" y="716"/>
                </a:lnTo>
                <a:lnTo>
                  <a:pt x="471874" y="932"/>
                </a:lnTo>
                <a:lnTo>
                  <a:pt x="472778" y="1175"/>
                </a:lnTo>
                <a:lnTo>
                  <a:pt x="473683" y="1447"/>
                </a:lnTo>
                <a:lnTo>
                  <a:pt x="474587" y="1747"/>
                </a:lnTo>
                <a:lnTo>
                  <a:pt x="475491" y="2075"/>
                </a:lnTo>
                <a:lnTo>
                  <a:pt x="476394" y="2431"/>
                </a:lnTo>
                <a:lnTo>
                  <a:pt x="477298" y="2814"/>
                </a:lnTo>
                <a:lnTo>
                  <a:pt x="478202" y="3226"/>
                </a:lnTo>
                <a:lnTo>
                  <a:pt x="479107" y="3666"/>
                </a:lnTo>
                <a:lnTo>
                  <a:pt x="480011" y="4133"/>
                </a:lnTo>
                <a:lnTo>
                  <a:pt x="480914" y="4628"/>
                </a:lnTo>
                <a:lnTo>
                  <a:pt x="481818" y="5150"/>
                </a:lnTo>
                <a:lnTo>
                  <a:pt x="482722" y="5700"/>
                </a:lnTo>
                <a:lnTo>
                  <a:pt x="483626" y="6278"/>
                </a:lnTo>
                <a:lnTo>
                  <a:pt x="484529" y="6883"/>
                </a:lnTo>
                <a:lnTo>
                  <a:pt x="485435" y="7515"/>
                </a:lnTo>
                <a:lnTo>
                  <a:pt x="486338" y="8174"/>
                </a:lnTo>
                <a:lnTo>
                  <a:pt x="487242" y="8860"/>
                </a:lnTo>
                <a:lnTo>
                  <a:pt x="488146" y="9574"/>
                </a:lnTo>
                <a:lnTo>
                  <a:pt x="489049" y="10314"/>
                </a:lnTo>
                <a:lnTo>
                  <a:pt x="489955" y="11080"/>
                </a:lnTo>
                <a:lnTo>
                  <a:pt x="490858" y="11874"/>
                </a:lnTo>
                <a:lnTo>
                  <a:pt x="491762" y="12693"/>
                </a:lnTo>
                <a:lnTo>
                  <a:pt x="492666" y="13539"/>
                </a:lnTo>
                <a:lnTo>
                  <a:pt x="493570" y="14412"/>
                </a:lnTo>
                <a:lnTo>
                  <a:pt x="494473" y="15310"/>
                </a:lnTo>
                <a:lnTo>
                  <a:pt x="495377" y="16234"/>
                </a:lnTo>
                <a:lnTo>
                  <a:pt x="496282" y="17184"/>
                </a:lnTo>
                <a:lnTo>
                  <a:pt x="497186" y="18160"/>
                </a:lnTo>
                <a:lnTo>
                  <a:pt x="498090" y="19161"/>
                </a:lnTo>
                <a:lnTo>
                  <a:pt x="498993" y="20188"/>
                </a:lnTo>
                <a:lnTo>
                  <a:pt x="499897" y="21239"/>
                </a:lnTo>
                <a:lnTo>
                  <a:pt x="500802" y="22316"/>
                </a:lnTo>
                <a:lnTo>
                  <a:pt x="501706" y="23417"/>
                </a:lnTo>
                <a:lnTo>
                  <a:pt x="502610" y="24543"/>
                </a:lnTo>
                <a:lnTo>
                  <a:pt x="503514" y="25693"/>
                </a:lnTo>
                <a:lnTo>
                  <a:pt x="504417" y="26868"/>
                </a:lnTo>
                <a:lnTo>
                  <a:pt x="505321" y="28067"/>
                </a:lnTo>
                <a:lnTo>
                  <a:pt x="506225" y="29289"/>
                </a:lnTo>
                <a:lnTo>
                  <a:pt x="507130" y="30536"/>
                </a:lnTo>
                <a:lnTo>
                  <a:pt x="508034" y="31806"/>
                </a:lnTo>
                <a:lnTo>
                  <a:pt x="508937" y="33099"/>
                </a:lnTo>
                <a:lnTo>
                  <a:pt x="509841" y="34415"/>
                </a:lnTo>
                <a:lnTo>
                  <a:pt x="510745" y="35754"/>
                </a:lnTo>
                <a:lnTo>
                  <a:pt x="511650" y="37116"/>
                </a:lnTo>
                <a:lnTo>
                  <a:pt x="512554" y="38501"/>
                </a:lnTo>
                <a:lnTo>
                  <a:pt x="513458" y="39907"/>
                </a:lnTo>
                <a:lnTo>
                  <a:pt x="514361" y="41336"/>
                </a:lnTo>
                <a:lnTo>
                  <a:pt x="515265" y="42786"/>
                </a:lnTo>
                <a:lnTo>
                  <a:pt x="516169" y="44258"/>
                </a:lnTo>
                <a:lnTo>
                  <a:pt x="517072" y="45752"/>
                </a:lnTo>
                <a:lnTo>
                  <a:pt x="517978" y="47266"/>
                </a:lnTo>
                <a:lnTo>
                  <a:pt x="518881" y="48802"/>
                </a:lnTo>
                <a:lnTo>
                  <a:pt x="519785" y="50357"/>
                </a:lnTo>
                <a:lnTo>
                  <a:pt x="520689" y="51934"/>
                </a:lnTo>
                <a:lnTo>
                  <a:pt x="521592" y="53530"/>
                </a:lnTo>
                <a:lnTo>
                  <a:pt x="522498" y="55147"/>
                </a:lnTo>
                <a:lnTo>
                  <a:pt x="523402" y="56783"/>
                </a:lnTo>
                <a:lnTo>
                  <a:pt x="524305" y="58438"/>
                </a:lnTo>
                <a:lnTo>
                  <a:pt x="525209" y="60112"/>
                </a:lnTo>
                <a:lnTo>
                  <a:pt x="526113" y="61806"/>
                </a:lnTo>
                <a:lnTo>
                  <a:pt x="527016" y="63517"/>
                </a:lnTo>
                <a:lnTo>
                  <a:pt x="527920" y="65248"/>
                </a:lnTo>
                <a:lnTo>
                  <a:pt x="528825" y="66996"/>
                </a:lnTo>
                <a:lnTo>
                  <a:pt x="529729" y="68762"/>
                </a:lnTo>
                <a:lnTo>
                  <a:pt x="530633" y="70545"/>
                </a:lnTo>
                <a:lnTo>
                  <a:pt x="531536" y="72346"/>
                </a:lnTo>
                <a:lnTo>
                  <a:pt x="532440" y="74163"/>
                </a:lnTo>
                <a:lnTo>
                  <a:pt x="533346" y="75997"/>
                </a:lnTo>
                <a:lnTo>
                  <a:pt x="534249" y="77848"/>
                </a:lnTo>
                <a:lnTo>
                  <a:pt x="535153" y="79714"/>
                </a:lnTo>
                <a:lnTo>
                  <a:pt x="536057" y="81596"/>
                </a:lnTo>
                <a:lnTo>
                  <a:pt x="536960" y="83494"/>
                </a:lnTo>
                <a:lnTo>
                  <a:pt x="537864" y="85407"/>
                </a:lnTo>
                <a:lnTo>
                  <a:pt x="538768" y="87335"/>
                </a:lnTo>
                <a:lnTo>
                  <a:pt x="539673" y="89277"/>
                </a:lnTo>
                <a:lnTo>
                  <a:pt x="540577" y="91233"/>
                </a:lnTo>
                <a:lnTo>
                  <a:pt x="541480" y="93204"/>
                </a:lnTo>
                <a:lnTo>
                  <a:pt x="542384" y="95188"/>
                </a:lnTo>
                <a:lnTo>
                  <a:pt x="543288" y="97185"/>
                </a:lnTo>
                <a:lnTo>
                  <a:pt x="544193" y="99195"/>
                </a:lnTo>
                <a:lnTo>
                  <a:pt x="545097" y="101218"/>
                </a:lnTo>
                <a:lnTo>
                  <a:pt x="546001" y="103253"/>
                </a:lnTo>
                <a:lnTo>
                  <a:pt x="546904" y="105300"/>
                </a:lnTo>
                <a:lnTo>
                  <a:pt x="547808" y="107359"/>
                </a:lnTo>
                <a:lnTo>
                  <a:pt x="548712" y="109430"/>
                </a:lnTo>
                <a:lnTo>
                  <a:pt x="549615" y="111511"/>
                </a:lnTo>
                <a:lnTo>
                  <a:pt x="550521" y="113603"/>
                </a:lnTo>
                <a:lnTo>
                  <a:pt x="551424" y="115706"/>
                </a:lnTo>
                <a:lnTo>
                  <a:pt x="552328" y="117819"/>
                </a:lnTo>
                <a:lnTo>
                  <a:pt x="553232" y="119941"/>
                </a:lnTo>
                <a:lnTo>
                  <a:pt x="554136" y="122073"/>
                </a:lnTo>
                <a:lnTo>
                  <a:pt x="555041" y="124213"/>
                </a:lnTo>
                <a:lnTo>
                  <a:pt x="555945" y="126363"/>
                </a:lnTo>
                <a:lnTo>
                  <a:pt x="556848" y="128521"/>
                </a:lnTo>
                <a:lnTo>
                  <a:pt x="557752" y="130687"/>
                </a:lnTo>
                <a:lnTo>
                  <a:pt x="558656" y="132860"/>
                </a:lnTo>
                <a:lnTo>
                  <a:pt x="559559" y="135040"/>
                </a:lnTo>
                <a:lnTo>
                  <a:pt x="560463" y="137228"/>
                </a:lnTo>
                <a:lnTo>
                  <a:pt x="561368" y="139424"/>
                </a:lnTo>
                <a:lnTo>
                  <a:pt x="562272" y="141625"/>
                </a:lnTo>
                <a:lnTo>
                  <a:pt x="563176" y="143831"/>
                </a:lnTo>
                <a:lnTo>
                  <a:pt x="564080" y="146044"/>
                </a:lnTo>
                <a:lnTo>
                  <a:pt x="564983" y="148262"/>
                </a:lnTo>
                <a:lnTo>
                  <a:pt x="565889" y="150485"/>
                </a:lnTo>
                <a:lnTo>
                  <a:pt x="566792" y="152712"/>
                </a:lnTo>
                <a:lnTo>
                  <a:pt x="567696" y="154943"/>
                </a:lnTo>
                <a:lnTo>
                  <a:pt x="568600" y="157179"/>
                </a:lnTo>
                <a:lnTo>
                  <a:pt x="569503" y="159417"/>
                </a:lnTo>
                <a:lnTo>
                  <a:pt x="570407" y="161659"/>
                </a:lnTo>
                <a:lnTo>
                  <a:pt x="571311" y="163904"/>
                </a:lnTo>
                <a:lnTo>
                  <a:pt x="572216" y="166151"/>
                </a:lnTo>
                <a:lnTo>
                  <a:pt x="573120" y="168401"/>
                </a:lnTo>
                <a:lnTo>
                  <a:pt x="574023" y="170652"/>
                </a:lnTo>
                <a:lnTo>
                  <a:pt x="574927" y="172904"/>
                </a:lnTo>
                <a:lnTo>
                  <a:pt x="575831" y="175158"/>
                </a:lnTo>
                <a:lnTo>
                  <a:pt x="576736" y="177413"/>
                </a:lnTo>
                <a:lnTo>
                  <a:pt x="577640" y="179667"/>
                </a:lnTo>
                <a:lnTo>
                  <a:pt x="578544" y="181921"/>
                </a:lnTo>
                <a:lnTo>
                  <a:pt x="579447" y="184175"/>
                </a:lnTo>
                <a:lnTo>
                  <a:pt x="580351" y="186428"/>
                </a:lnTo>
                <a:lnTo>
                  <a:pt x="581255" y="188681"/>
                </a:lnTo>
                <a:lnTo>
                  <a:pt x="582158" y="190931"/>
                </a:lnTo>
                <a:lnTo>
                  <a:pt x="583064" y="193181"/>
                </a:lnTo>
                <a:lnTo>
                  <a:pt x="583967" y="195427"/>
                </a:lnTo>
                <a:lnTo>
                  <a:pt x="584871" y="197671"/>
                </a:lnTo>
                <a:lnTo>
                  <a:pt x="585775" y="199912"/>
                </a:lnTo>
                <a:lnTo>
                  <a:pt x="586679" y="202150"/>
                </a:lnTo>
                <a:lnTo>
                  <a:pt x="587584" y="204385"/>
                </a:lnTo>
                <a:lnTo>
                  <a:pt x="588488" y="206615"/>
                </a:lnTo>
                <a:lnTo>
                  <a:pt x="589391" y="208841"/>
                </a:lnTo>
                <a:lnTo>
                  <a:pt x="590295" y="211064"/>
                </a:lnTo>
                <a:lnTo>
                  <a:pt x="591199" y="213280"/>
                </a:lnTo>
                <a:lnTo>
                  <a:pt x="592102" y="215491"/>
                </a:lnTo>
                <a:lnTo>
                  <a:pt x="593006" y="217697"/>
                </a:lnTo>
                <a:lnTo>
                  <a:pt x="593911" y="219896"/>
                </a:lnTo>
                <a:lnTo>
                  <a:pt x="594815" y="222089"/>
                </a:lnTo>
                <a:lnTo>
                  <a:pt x="595719" y="224275"/>
                </a:lnTo>
                <a:lnTo>
                  <a:pt x="596623" y="226455"/>
                </a:lnTo>
                <a:lnTo>
                  <a:pt x="597526" y="228627"/>
                </a:lnTo>
                <a:lnTo>
                  <a:pt x="598432" y="230790"/>
                </a:lnTo>
                <a:lnTo>
                  <a:pt x="599335" y="232946"/>
                </a:lnTo>
                <a:lnTo>
                  <a:pt x="600239" y="235094"/>
                </a:lnTo>
                <a:lnTo>
                  <a:pt x="601143" y="237232"/>
                </a:lnTo>
                <a:lnTo>
                  <a:pt x="602046" y="239362"/>
                </a:lnTo>
                <a:lnTo>
                  <a:pt x="602950" y="241483"/>
                </a:lnTo>
                <a:lnTo>
                  <a:pt x="603854" y="243593"/>
                </a:lnTo>
                <a:lnTo>
                  <a:pt x="604759" y="245693"/>
                </a:lnTo>
                <a:lnTo>
                  <a:pt x="605663" y="247783"/>
                </a:lnTo>
                <a:lnTo>
                  <a:pt x="606567" y="249862"/>
                </a:lnTo>
                <a:lnTo>
                  <a:pt x="607470" y="251931"/>
                </a:lnTo>
                <a:lnTo>
                  <a:pt x="608374" y="253986"/>
                </a:lnTo>
                <a:lnTo>
                  <a:pt x="609278" y="256031"/>
                </a:lnTo>
                <a:lnTo>
                  <a:pt x="610183" y="258064"/>
                </a:lnTo>
                <a:lnTo>
                  <a:pt x="611087" y="260084"/>
                </a:lnTo>
                <a:lnTo>
                  <a:pt x="611990" y="262091"/>
                </a:lnTo>
                <a:lnTo>
                  <a:pt x="612894" y="264086"/>
                </a:lnTo>
                <a:lnTo>
                  <a:pt x="613798" y="266066"/>
                </a:lnTo>
                <a:lnTo>
                  <a:pt x="614703" y="268033"/>
                </a:lnTo>
                <a:lnTo>
                  <a:pt x="615607" y="269986"/>
                </a:lnTo>
                <a:lnTo>
                  <a:pt x="616510" y="271925"/>
                </a:lnTo>
                <a:lnTo>
                  <a:pt x="617414" y="273849"/>
                </a:lnTo>
                <a:lnTo>
                  <a:pt x="618318" y="275759"/>
                </a:lnTo>
                <a:lnTo>
                  <a:pt x="619222" y="277653"/>
                </a:lnTo>
                <a:lnTo>
                  <a:pt x="620125" y="279532"/>
                </a:lnTo>
                <a:lnTo>
                  <a:pt x="621031" y="281394"/>
                </a:lnTo>
                <a:lnTo>
                  <a:pt x="621934" y="283241"/>
                </a:lnTo>
                <a:lnTo>
                  <a:pt x="622838" y="285072"/>
                </a:lnTo>
                <a:lnTo>
                  <a:pt x="623742" y="286886"/>
                </a:lnTo>
                <a:lnTo>
                  <a:pt x="624645" y="288681"/>
                </a:lnTo>
                <a:lnTo>
                  <a:pt x="625551" y="290461"/>
                </a:lnTo>
                <a:lnTo>
                  <a:pt x="626455" y="292223"/>
                </a:lnTo>
                <a:lnTo>
                  <a:pt x="627358" y="293967"/>
                </a:lnTo>
                <a:lnTo>
                  <a:pt x="628262" y="295693"/>
                </a:lnTo>
                <a:lnTo>
                  <a:pt x="629166" y="297401"/>
                </a:lnTo>
                <a:lnTo>
                  <a:pt x="630069" y="299090"/>
                </a:lnTo>
                <a:lnTo>
                  <a:pt x="630973" y="300760"/>
                </a:lnTo>
                <a:lnTo>
                  <a:pt x="631878" y="302411"/>
                </a:lnTo>
                <a:lnTo>
                  <a:pt x="632782" y="304043"/>
                </a:lnTo>
                <a:lnTo>
                  <a:pt x="633686" y="305654"/>
                </a:lnTo>
                <a:lnTo>
                  <a:pt x="634589" y="307245"/>
                </a:lnTo>
                <a:lnTo>
                  <a:pt x="635493" y="308818"/>
                </a:lnTo>
                <a:lnTo>
                  <a:pt x="636398" y="310370"/>
                </a:lnTo>
                <a:lnTo>
                  <a:pt x="637302" y="311900"/>
                </a:lnTo>
                <a:lnTo>
                  <a:pt x="638206" y="313410"/>
                </a:lnTo>
                <a:lnTo>
                  <a:pt x="639110" y="314898"/>
                </a:lnTo>
                <a:lnTo>
                  <a:pt x="640013" y="316365"/>
                </a:lnTo>
                <a:lnTo>
                  <a:pt x="640917" y="317811"/>
                </a:lnTo>
                <a:lnTo>
                  <a:pt x="641821" y="319234"/>
                </a:lnTo>
                <a:lnTo>
                  <a:pt x="642726" y="320636"/>
                </a:lnTo>
                <a:lnTo>
                  <a:pt x="643630" y="322015"/>
                </a:lnTo>
                <a:lnTo>
                  <a:pt x="644533" y="323372"/>
                </a:lnTo>
                <a:lnTo>
                  <a:pt x="645437" y="324706"/>
                </a:lnTo>
                <a:lnTo>
                  <a:pt x="646341" y="326017"/>
                </a:lnTo>
                <a:lnTo>
                  <a:pt x="647246" y="327304"/>
                </a:lnTo>
                <a:lnTo>
                  <a:pt x="648150" y="328568"/>
                </a:lnTo>
                <a:lnTo>
                  <a:pt x="649054" y="329811"/>
                </a:lnTo>
                <a:lnTo>
                  <a:pt x="649957" y="331027"/>
                </a:lnTo>
                <a:lnTo>
                  <a:pt x="650861" y="332221"/>
                </a:lnTo>
                <a:lnTo>
                  <a:pt x="651765" y="333389"/>
                </a:lnTo>
                <a:lnTo>
                  <a:pt x="652668" y="334535"/>
                </a:lnTo>
                <a:lnTo>
                  <a:pt x="653574" y="335655"/>
                </a:lnTo>
                <a:lnTo>
                  <a:pt x="654477" y="336752"/>
                </a:lnTo>
                <a:lnTo>
                  <a:pt x="655381" y="337821"/>
                </a:lnTo>
                <a:lnTo>
                  <a:pt x="656285" y="338868"/>
                </a:lnTo>
                <a:lnTo>
                  <a:pt x="657189" y="339888"/>
                </a:lnTo>
                <a:lnTo>
                  <a:pt x="658094" y="340883"/>
                </a:lnTo>
                <a:lnTo>
                  <a:pt x="658998" y="341853"/>
                </a:lnTo>
                <a:lnTo>
                  <a:pt x="659901" y="342797"/>
                </a:lnTo>
                <a:lnTo>
                  <a:pt x="660805" y="343715"/>
                </a:lnTo>
                <a:lnTo>
                  <a:pt x="661709" y="344607"/>
                </a:lnTo>
                <a:lnTo>
                  <a:pt x="662612" y="345474"/>
                </a:lnTo>
                <a:lnTo>
                  <a:pt x="663516" y="346315"/>
                </a:lnTo>
                <a:lnTo>
                  <a:pt x="664421" y="347129"/>
                </a:lnTo>
                <a:lnTo>
                  <a:pt x="665325" y="347915"/>
                </a:lnTo>
                <a:lnTo>
                  <a:pt x="666229" y="348676"/>
                </a:lnTo>
                <a:lnTo>
                  <a:pt x="667132" y="349410"/>
                </a:lnTo>
                <a:lnTo>
                  <a:pt x="668036" y="350118"/>
                </a:lnTo>
                <a:lnTo>
                  <a:pt x="668940" y="350797"/>
                </a:lnTo>
                <a:lnTo>
                  <a:pt x="669845" y="351450"/>
                </a:lnTo>
                <a:lnTo>
                  <a:pt x="670749" y="352076"/>
                </a:lnTo>
                <a:lnTo>
                  <a:pt x="671653" y="352674"/>
                </a:lnTo>
                <a:lnTo>
                  <a:pt x="672556" y="353246"/>
                </a:lnTo>
                <a:lnTo>
                  <a:pt x="673460" y="353790"/>
                </a:lnTo>
                <a:lnTo>
                  <a:pt x="674364" y="354305"/>
                </a:lnTo>
                <a:lnTo>
                  <a:pt x="675269" y="354795"/>
                </a:lnTo>
                <a:lnTo>
                  <a:pt x="676173" y="355256"/>
                </a:lnTo>
                <a:lnTo>
                  <a:pt x="677076" y="355689"/>
                </a:lnTo>
                <a:lnTo>
                  <a:pt x="677980" y="356095"/>
                </a:lnTo>
                <a:lnTo>
                  <a:pt x="678884" y="356472"/>
                </a:lnTo>
                <a:lnTo>
                  <a:pt x="679789" y="356822"/>
                </a:lnTo>
                <a:lnTo>
                  <a:pt x="680693" y="357143"/>
                </a:lnTo>
                <a:lnTo>
                  <a:pt x="681597" y="357437"/>
                </a:lnTo>
                <a:lnTo>
                  <a:pt x="682500" y="357701"/>
                </a:lnTo>
                <a:lnTo>
                  <a:pt x="683404" y="357938"/>
                </a:lnTo>
                <a:lnTo>
                  <a:pt x="684308" y="358148"/>
                </a:lnTo>
                <a:lnTo>
                  <a:pt x="685213" y="358329"/>
                </a:lnTo>
                <a:lnTo>
                  <a:pt x="686117" y="358480"/>
                </a:lnTo>
                <a:lnTo>
                  <a:pt x="687020" y="358605"/>
                </a:lnTo>
                <a:lnTo>
                  <a:pt x="687924" y="358701"/>
                </a:lnTo>
                <a:lnTo>
                  <a:pt x="688828" y="358769"/>
                </a:lnTo>
                <a:lnTo>
                  <a:pt x="689732" y="358807"/>
                </a:lnTo>
                <a:lnTo>
                  <a:pt x="690635" y="358819"/>
                </a:lnTo>
                <a:lnTo>
                  <a:pt x="691541" y="358801"/>
                </a:lnTo>
                <a:lnTo>
                  <a:pt x="692444" y="358756"/>
                </a:lnTo>
                <a:lnTo>
                  <a:pt x="693348" y="358681"/>
                </a:lnTo>
                <a:lnTo>
                  <a:pt x="694252" y="358580"/>
                </a:lnTo>
                <a:lnTo>
                  <a:pt x="695155" y="358448"/>
                </a:lnTo>
                <a:lnTo>
                  <a:pt x="696059" y="358289"/>
                </a:lnTo>
                <a:lnTo>
                  <a:pt x="696964" y="358103"/>
                </a:lnTo>
                <a:lnTo>
                  <a:pt x="697868" y="357887"/>
                </a:lnTo>
                <a:lnTo>
                  <a:pt x="698772" y="357643"/>
                </a:lnTo>
                <a:lnTo>
                  <a:pt x="699676" y="357372"/>
                </a:lnTo>
                <a:lnTo>
                  <a:pt x="700579" y="357071"/>
                </a:lnTo>
                <a:lnTo>
                  <a:pt x="701485" y="356744"/>
                </a:lnTo>
                <a:lnTo>
                  <a:pt x="702388" y="356389"/>
                </a:lnTo>
                <a:lnTo>
                  <a:pt x="703292" y="356005"/>
                </a:lnTo>
                <a:lnTo>
                  <a:pt x="704196" y="355593"/>
                </a:lnTo>
                <a:lnTo>
                  <a:pt x="705099" y="355153"/>
                </a:lnTo>
                <a:lnTo>
                  <a:pt x="706003" y="354686"/>
                </a:lnTo>
                <a:lnTo>
                  <a:pt x="706908" y="354191"/>
                </a:lnTo>
                <a:lnTo>
                  <a:pt x="707812" y="353669"/>
                </a:lnTo>
                <a:lnTo>
                  <a:pt x="708716" y="353118"/>
                </a:lnTo>
                <a:lnTo>
                  <a:pt x="709620" y="352541"/>
                </a:lnTo>
                <a:lnTo>
                  <a:pt x="710523" y="351937"/>
                </a:lnTo>
                <a:lnTo>
                  <a:pt x="711427" y="351304"/>
                </a:lnTo>
                <a:lnTo>
                  <a:pt x="712331" y="350644"/>
                </a:lnTo>
                <a:lnTo>
                  <a:pt x="713236" y="349958"/>
                </a:lnTo>
                <a:lnTo>
                  <a:pt x="714140" y="349245"/>
                </a:lnTo>
                <a:lnTo>
                  <a:pt x="715043" y="348505"/>
                </a:lnTo>
                <a:lnTo>
                  <a:pt x="715947" y="347739"/>
                </a:lnTo>
                <a:lnTo>
                  <a:pt x="716851" y="346945"/>
                </a:lnTo>
                <a:lnTo>
                  <a:pt x="717754" y="346126"/>
                </a:lnTo>
                <a:lnTo>
                  <a:pt x="718660" y="345280"/>
                </a:lnTo>
                <a:lnTo>
                  <a:pt x="719563" y="344406"/>
                </a:lnTo>
                <a:lnTo>
                  <a:pt x="720467" y="343509"/>
                </a:lnTo>
                <a:lnTo>
                  <a:pt x="721371" y="342584"/>
                </a:lnTo>
                <a:lnTo>
                  <a:pt x="722275" y="341634"/>
                </a:lnTo>
                <a:lnTo>
                  <a:pt x="723180" y="340659"/>
                </a:lnTo>
                <a:lnTo>
                  <a:pt x="724084" y="339657"/>
                </a:lnTo>
                <a:lnTo>
                  <a:pt x="724987" y="338632"/>
                </a:lnTo>
                <a:lnTo>
                  <a:pt x="725891" y="337579"/>
                </a:lnTo>
                <a:lnTo>
                  <a:pt x="726795" y="336502"/>
                </a:lnTo>
                <a:lnTo>
                  <a:pt x="727698" y="335403"/>
                </a:lnTo>
                <a:lnTo>
                  <a:pt x="728604" y="334276"/>
                </a:lnTo>
                <a:lnTo>
                  <a:pt x="729508" y="333125"/>
                </a:lnTo>
                <a:lnTo>
                  <a:pt x="730411" y="331951"/>
                </a:lnTo>
                <a:lnTo>
                  <a:pt x="731315" y="330751"/>
                </a:lnTo>
                <a:lnTo>
                  <a:pt x="732219" y="329529"/>
                </a:lnTo>
                <a:lnTo>
                  <a:pt x="733122" y="328283"/>
                </a:lnTo>
                <a:lnTo>
                  <a:pt x="734026" y="327014"/>
                </a:lnTo>
                <a:lnTo>
                  <a:pt x="734931" y="325719"/>
                </a:lnTo>
                <a:lnTo>
                  <a:pt x="735835" y="324404"/>
                </a:lnTo>
                <a:lnTo>
                  <a:pt x="736739" y="323065"/>
                </a:lnTo>
                <a:lnTo>
                  <a:pt x="737642" y="321703"/>
                </a:lnTo>
                <a:lnTo>
                  <a:pt x="738546" y="320319"/>
                </a:lnTo>
                <a:lnTo>
                  <a:pt x="739450" y="318912"/>
                </a:lnTo>
                <a:lnTo>
                  <a:pt x="740355" y="317483"/>
                </a:lnTo>
                <a:lnTo>
                  <a:pt x="741259" y="316033"/>
                </a:lnTo>
                <a:lnTo>
                  <a:pt x="742163" y="314560"/>
                </a:lnTo>
                <a:lnTo>
                  <a:pt x="743066" y="313066"/>
                </a:lnTo>
                <a:lnTo>
                  <a:pt x="743970" y="311553"/>
                </a:lnTo>
                <a:lnTo>
                  <a:pt x="744875" y="310018"/>
                </a:lnTo>
                <a:lnTo>
                  <a:pt x="745779" y="308461"/>
                </a:lnTo>
                <a:lnTo>
                  <a:pt x="746683" y="306885"/>
                </a:lnTo>
                <a:lnTo>
                  <a:pt x="747586" y="305288"/>
                </a:lnTo>
                <a:lnTo>
                  <a:pt x="748490" y="303672"/>
                </a:lnTo>
                <a:lnTo>
                  <a:pt x="749394" y="302036"/>
                </a:lnTo>
                <a:lnTo>
                  <a:pt x="750299" y="300381"/>
                </a:lnTo>
                <a:lnTo>
                  <a:pt x="751203" y="298707"/>
                </a:lnTo>
                <a:lnTo>
                  <a:pt x="752107" y="297012"/>
                </a:lnTo>
                <a:lnTo>
                  <a:pt x="753010" y="295301"/>
                </a:lnTo>
                <a:lnTo>
                  <a:pt x="753914" y="293572"/>
                </a:lnTo>
                <a:lnTo>
                  <a:pt x="754818" y="291823"/>
                </a:lnTo>
                <a:lnTo>
                  <a:pt x="755723" y="290057"/>
                </a:lnTo>
                <a:lnTo>
                  <a:pt x="756627" y="288273"/>
                </a:lnTo>
                <a:lnTo>
                  <a:pt x="757530" y="286474"/>
                </a:lnTo>
                <a:lnTo>
                  <a:pt x="758434" y="284655"/>
                </a:lnTo>
                <a:lnTo>
                  <a:pt x="759338" y="282821"/>
                </a:lnTo>
                <a:lnTo>
                  <a:pt x="760241" y="280970"/>
                </a:lnTo>
                <a:lnTo>
                  <a:pt x="761145" y="279105"/>
                </a:lnTo>
                <a:lnTo>
                  <a:pt x="762050" y="277222"/>
                </a:lnTo>
                <a:lnTo>
                  <a:pt x="762954" y="275325"/>
                </a:lnTo>
                <a:lnTo>
                  <a:pt x="763858" y="273412"/>
                </a:lnTo>
                <a:lnTo>
                  <a:pt x="764762" y="271485"/>
                </a:lnTo>
                <a:lnTo>
                  <a:pt x="765665" y="269543"/>
                </a:lnTo>
                <a:lnTo>
                  <a:pt x="766569" y="267586"/>
                </a:lnTo>
                <a:lnTo>
                  <a:pt x="767474" y="265616"/>
                </a:lnTo>
                <a:lnTo>
                  <a:pt x="768378" y="263631"/>
                </a:lnTo>
                <a:lnTo>
                  <a:pt x="769282" y="261634"/>
                </a:lnTo>
                <a:lnTo>
                  <a:pt x="770185" y="259624"/>
                </a:lnTo>
                <a:lnTo>
                  <a:pt x="771089" y="257600"/>
                </a:lnTo>
                <a:lnTo>
                  <a:pt x="771995" y="255565"/>
                </a:lnTo>
                <a:lnTo>
                  <a:pt x="772898" y="253519"/>
                </a:lnTo>
                <a:lnTo>
                  <a:pt x="773802" y="251459"/>
                </a:lnTo>
                <a:lnTo>
                  <a:pt x="774706" y="249389"/>
                </a:lnTo>
                <a:lnTo>
                  <a:pt x="775609" y="247308"/>
                </a:lnTo>
                <a:lnTo>
                  <a:pt x="776513" y="245214"/>
                </a:lnTo>
                <a:lnTo>
                  <a:pt x="777418" y="243113"/>
                </a:lnTo>
                <a:lnTo>
                  <a:pt x="778322" y="241000"/>
                </a:lnTo>
                <a:lnTo>
                  <a:pt x="779226" y="238877"/>
                </a:lnTo>
                <a:lnTo>
                  <a:pt x="780129" y="236746"/>
                </a:lnTo>
                <a:lnTo>
                  <a:pt x="781033" y="234606"/>
                </a:lnTo>
                <a:lnTo>
                  <a:pt x="781937" y="232456"/>
                </a:lnTo>
                <a:lnTo>
                  <a:pt x="782841" y="230299"/>
                </a:lnTo>
                <a:lnTo>
                  <a:pt x="783746" y="228132"/>
                </a:lnTo>
                <a:lnTo>
                  <a:pt x="784650" y="225958"/>
                </a:lnTo>
                <a:lnTo>
                  <a:pt x="785553" y="223778"/>
                </a:lnTo>
                <a:lnTo>
                  <a:pt x="786457" y="221589"/>
                </a:lnTo>
                <a:lnTo>
                  <a:pt x="787361" y="219394"/>
                </a:lnTo>
                <a:lnTo>
                  <a:pt x="788264" y="217193"/>
                </a:lnTo>
                <a:lnTo>
                  <a:pt x="789170" y="214987"/>
                </a:lnTo>
                <a:lnTo>
                  <a:pt x="790073" y="212775"/>
                </a:lnTo>
                <a:lnTo>
                  <a:pt x="790977" y="210557"/>
                </a:lnTo>
                <a:lnTo>
                  <a:pt x="791881" y="208334"/>
                </a:lnTo>
                <a:lnTo>
                  <a:pt x="792785" y="206106"/>
                </a:lnTo>
                <a:lnTo>
                  <a:pt x="793690" y="203875"/>
                </a:lnTo>
                <a:lnTo>
                  <a:pt x="794594" y="201640"/>
                </a:lnTo>
                <a:lnTo>
                  <a:pt x="795497" y="199402"/>
                </a:lnTo>
                <a:lnTo>
                  <a:pt x="796401" y="197159"/>
                </a:lnTo>
                <a:lnTo>
                  <a:pt x="797305" y="194915"/>
                </a:lnTo>
                <a:lnTo>
                  <a:pt x="798208" y="192667"/>
                </a:lnTo>
                <a:lnTo>
                  <a:pt x="799114" y="190418"/>
                </a:lnTo>
                <a:lnTo>
                  <a:pt x="800017" y="188167"/>
                </a:lnTo>
                <a:lnTo>
                  <a:pt x="800921" y="185915"/>
                </a:lnTo>
                <a:lnTo>
                  <a:pt x="801825" y="183660"/>
                </a:lnTo>
                <a:lnTo>
                  <a:pt x="802728" y="181406"/>
                </a:lnTo>
                <a:lnTo>
                  <a:pt x="803632" y="179152"/>
                </a:lnTo>
                <a:lnTo>
                  <a:pt x="804536" y="176898"/>
                </a:lnTo>
                <a:lnTo>
                  <a:pt x="805441" y="174643"/>
                </a:lnTo>
                <a:lnTo>
                  <a:pt x="806345" y="172391"/>
                </a:lnTo>
                <a:lnTo>
                  <a:pt x="807249" y="170138"/>
                </a:lnTo>
                <a:lnTo>
                  <a:pt x="808152" y="167887"/>
                </a:lnTo>
                <a:lnTo>
                  <a:pt x="809056" y="165638"/>
                </a:lnTo>
                <a:lnTo>
                  <a:pt x="809960" y="163392"/>
                </a:lnTo>
                <a:lnTo>
                  <a:pt x="810865" y="161148"/>
                </a:lnTo>
                <a:lnTo>
                  <a:pt x="811769" y="158907"/>
                </a:lnTo>
                <a:lnTo>
                  <a:pt x="812672" y="156669"/>
                </a:lnTo>
                <a:lnTo>
                  <a:pt x="813576" y="154433"/>
                </a:lnTo>
                <a:lnTo>
                  <a:pt x="814480" y="152204"/>
                </a:lnTo>
                <a:lnTo>
                  <a:pt x="815385" y="149978"/>
                </a:lnTo>
                <a:lnTo>
                  <a:pt x="816289" y="147755"/>
                </a:lnTo>
                <a:lnTo>
                  <a:pt x="817193" y="145539"/>
                </a:lnTo>
                <a:lnTo>
                  <a:pt x="818096" y="143328"/>
                </a:lnTo>
                <a:lnTo>
                  <a:pt x="819000" y="141122"/>
                </a:lnTo>
                <a:lnTo>
                  <a:pt x="819904" y="138923"/>
                </a:lnTo>
                <a:lnTo>
                  <a:pt x="820809" y="136730"/>
                </a:lnTo>
                <a:lnTo>
                  <a:pt x="821713" y="134544"/>
                </a:lnTo>
                <a:lnTo>
                  <a:pt x="822617" y="132364"/>
                </a:lnTo>
                <a:lnTo>
                  <a:pt x="823520" y="130192"/>
                </a:lnTo>
                <a:lnTo>
                  <a:pt x="824424" y="128028"/>
                </a:lnTo>
                <a:lnTo>
                  <a:pt x="825328" y="125872"/>
                </a:lnTo>
                <a:lnTo>
                  <a:pt x="826231" y="123724"/>
                </a:lnTo>
                <a:lnTo>
                  <a:pt x="827137" y="121586"/>
                </a:lnTo>
                <a:lnTo>
                  <a:pt x="828040" y="119456"/>
                </a:lnTo>
                <a:lnTo>
                  <a:pt x="828944" y="117336"/>
                </a:lnTo>
                <a:lnTo>
                  <a:pt x="829848" y="115226"/>
                </a:lnTo>
                <a:lnTo>
                  <a:pt x="830751" y="113125"/>
                </a:lnTo>
                <a:lnTo>
                  <a:pt x="831655" y="111036"/>
                </a:lnTo>
                <a:lnTo>
                  <a:pt x="832560" y="108957"/>
                </a:lnTo>
                <a:lnTo>
                  <a:pt x="833464" y="106889"/>
                </a:lnTo>
                <a:lnTo>
                  <a:pt x="834368" y="104832"/>
                </a:lnTo>
                <a:lnTo>
                  <a:pt x="835272" y="102788"/>
                </a:lnTo>
                <a:lnTo>
                  <a:pt x="836175" y="100756"/>
                </a:lnTo>
                <a:lnTo>
                  <a:pt x="837081" y="98735"/>
                </a:lnTo>
                <a:lnTo>
                  <a:pt x="837984" y="96728"/>
                </a:lnTo>
                <a:lnTo>
                  <a:pt x="838888" y="94734"/>
                </a:lnTo>
                <a:lnTo>
                  <a:pt x="839792" y="92753"/>
                </a:lnTo>
                <a:lnTo>
                  <a:pt x="840695" y="90786"/>
                </a:lnTo>
                <a:lnTo>
                  <a:pt x="841599" y="88833"/>
                </a:lnTo>
                <a:lnTo>
                  <a:pt x="842504" y="86894"/>
                </a:lnTo>
                <a:lnTo>
                  <a:pt x="843408" y="84969"/>
                </a:lnTo>
                <a:lnTo>
                  <a:pt x="844312" y="83060"/>
                </a:lnTo>
                <a:lnTo>
                  <a:pt x="845216" y="81166"/>
                </a:lnTo>
                <a:lnTo>
                  <a:pt x="846119" y="79287"/>
                </a:lnTo>
                <a:lnTo>
                  <a:pt x="847023" y="77424"/>
                </a:lnTo>
                <a:lnTo>
                  <a:pt x="847927" y="75578"/>
                </a:lnTo>
                <a:lnTo>
                  <a:pt x="848832" y="73747"/>
                </a:lnTo>
                <a:lnTo>
                  <a:pt x="849736" y="71934"/>
                </a:lnTo>
                <a:lnTo>
                  <a:pt x="850639" y="70137"/>
                </a:lnTo>
                <a:lnTo>
                  <a:pt x="851543" y="68358"/>
                </a:lnTo>
                <a:lnTo>
                  <a:pt x="852447" y="66595"/>
                </a:lnTo>
                <a:lnTo>
                  <a:pt x="853350" y="64851"/>
                </a:lnTo>
                <a:lnTo>
                  <a:pt x="854256" y="63125"/>
                </a:lnTo>
                <a:lnTo>
                  <a:pt x="855160" y="61418"/>
                </a:lnTo>
                <a:lnTo>
                  <a:pt x="856063" y="59729"/>
                </a:lnTo>
                <a:lnTo>
                  <a:pt x="856967" y="58059"/>
                </a:lnTo>
                <a:lnTo>
                  <a:pt x="857871" y="56408"/>
                </a:lnTo>
                <a:lnTo>
                  <a:pt x="858776" y="54776"/>
                </a:lnTo>
                <a:lnTo>
                  <a:pt x="859680" y="53165"/>
                </a:lnTo>
                <a:lnTo>
                  <a:pt x="860583" y="51573"/>
                </a:lnTo>
                <a:lnTo>
                  <a:pt x="861487" y="50001"/>
                </a:lnTo>
                <a:lnTo>
                  <a:pt x="862391" y="48450"/>
                </a:lnTo>
                <a:lnTo>
                  <a:pt x="863294" y="46919"/>
                </a:lnTo>
                <a:lnTo>
                  <a:pt x="864200" y="45409"/>
                </a:lnTo>
                <a:lnTo>
                  <a:pt x="865104" y="43921"/>
                </a:lnTo>
                <a:lnTo>
                  <a:pt x="866007" y="42454"/>
                </a:lnTo>
                <a:lnTo>
                  <a:pt x="866911" y="41008"/>
                </a:lnTo>
                <a:lnTo>
                  <a:pt x="867815" y="39585"/>
                </a:lnTo>
                <a:lnTo>
                  <a:pt x="868718" y="38183"/>
                </a:lnTo>
                <a:lnTo>
                  <a:pt x="869622" y="36804"/>
                </a:lnTo>
                <a:lnTo>
                  <a:pt x="870527" y="35447"/>
                </a:lnTo>
                <a:lnTo>
                  <a:pt x="871431" y="34113"/>
                </a:lnTo>
                <a:lnTo>
                  <a:pt x="872335" y="32802"/>
                </a:lnTo>
                <a:lnTo>
                  <a:pt x="873238" y="31514"/>
                </a:lnTo>
                <a:lnTo>
                  <a:pt x="874142" y="30250"/>
                </a:lnTo>
                <a:lnTo>
                  <a:pt x="875046" y="29009"/>
                </a:lnTo>
                <a:lnTo>
                  <a:pt x="875951" y="27791"/>
                </a:lnTo>
                <a:lnTo>
                  <a:pt x="876855" y="26598"/>
                </a:lnTo>
                <a:lnTo>
                  <a:pt x="877759" y="25429"/>
                </a:lnTo>
                <a:lnTo>
                  <a:pt x="878662" y="24284"/>
                </a:lnTo>
                <a:lnTo>
                  <a:pt x="879566" y="23164"/>
                </a:lnTo>
                <a:lnTo>
                  <a:pt x="880470" y="22068"/>
                </a:lnTo>
                <a:lnTo>
                  <a:pt x="881375" y="20997"/>
                </a:lnTo>
                <a:lnTo>
                  <a:pt x="882279" y="19951"/>
                </a:lnTo>
                <a:lnTo>
                  <a:pt x="883182" y="18931"/>
                </a:lnTo>
                <a:lnTo>
                  <a:pt x="884086" y="17935"/>
                </a:lnTo>
                <a:lnTo>
                  <a:pt x="884990" y="16965"/>
                </a:lnTo>
                <a:lnTo>
                  <a:pt x="885895" y="16021"/>
                </a:lnTo>
                <a:lnTo>
                  <a:pt x="886799" y="15103"/>
                </a:lnTo>
                <a:lnTo>
                  <a:pt x="887703" y="14211"/>
                </a:lnTo>
                <a:lnTo>
                  <a:pt x="888606" y="13344"/>
                </a:lnTo>
                <a:lnTo>
                  <a:pt x="889510" y="12504"/>
                </a:lnTo>
                <a:lnTo>
                  <a:pt x="890414" y="11690"/>
                </a:lnTo>
                <a:lnTo>
                  <a:pt x="891319" y="10903"/>
                </a:lnTo>
                <a:lnTo>
                  <a:pt x="892223" y="10142"/>
                </a:lnTo>
                <a:lnTo>
                  <a:pt x="893126" y="9409"/>
                </a:lnTo>
                <a:lnTo>
                  <a:pt x="894030" y="8702"/>
                </a:lnTo>
                <a:lnTo>
                  <a:pt x="894934" y="8021"/>
                </a:lnTo>
                <a:lnTo>
                  <a:pt x="895837" y="7368"/>
                </a:lnTo>
                <a:lnTo>
                  <a:pt x="896741" y="6742"/>
                </a:lnTo>
                <a:lnTo>
                  <a:pt x="897647" y="6144"/>
                </a:lnTo>
                <a:lnTo>
                  <a:pt x="898550" y="5572"/>
                </a:lnTo>
                <a:lnTo>
                  <a:pt x="899454" y="5029"/>
                </a:lnTo>
                <a:lnTo>
                  <a:pt x="900358" y="4512"/>
                </a:lnTo>
                <a:lnTo>
                  <a:pt x="901261" y="4024"/>
                </a:lnTo>
                <a:lnTo>
                  <a:pt x="902165" y="3563"/>
                </a:lnTo>
                <a:lnTo>
                  <a:pt x="903070" y="3130"/>
                </a:lnTo>
                <a:lnTo>
                  <a:pt x="903974" y="2724"/>
                </a:lnTo>
                <a:lnTo>
                  <a:pt x="904878" y="2347"/>
                </a:lnTo>
                <a:lnTo>
                  <a:pt x="905782" y="1997"/>
                </a:lnTo>
                <a:lnTo>
                  <a:pt x="906685" y="1676"/>
                </a:lnTo>
                <a:lnTo>
                  <a:pt x="907591" y="1382"/>
                </a:lnTo>
                <a:lnTo>
                  <a:pt x="908494" y="1117"/>
                </a:lnTo>
                <a:lnTo>
                  <a:pt x="909398" y="880"/>
                </a:lnTo>
                <a:lnTo>
                  <a:pt x="910302" y="671"/>
                </a:lnTo>
                <a:lnTo>
                  <a:pt x="911205" y="490"/>
                </a:lnTo>
                <a:lnTo>
                  <a:pt x="912109" y="338"/>
                </a:lnTo>
                <a:lnTo>
                  <a:pt x="913014" y="214"/>
                </a:lnTo>
                <a:lnTo>
                  <a:pt x="913918" y="118"/>
                </a:lnTo>
                <a:lnTo>
                  <a:pt x="914822" y="50"/>
                </a:lnTo>
                <a:lnTo>
                  <a:pt x="915725" y="11"/>
                </a:lnTo>
                <a:lnTo>
                  <a:pt x="916629" y="0"/>
                </a:lnTo>
                <a:lnTo>
                  <a:pt x="917533" y="17"/>
                </a:lnTo>
                <a:lnTo>
                  <a:pt x="918437" y="63"/>
                </a:lnTo>
                <a:lnTo>
                  <a:pt x="919342" y="137"/>
                </a:lnTo>
                <a:lnTo>
                  <a:pt x="920246" y="240"/>
                </a:lnTo>
                <a:lnTo>
                  <a:pt x="921149" y="370"/>
                </a:lnTo>
                <a:lnTo>
                  <a:pt x="922053" y="529"/>
                </a:lnTo>
                <a:lnTo>
                  <a:pt x="922957" y="716"/>
                </a:lnTo>
                <a:lnTo>
                  <a:pt x="923860" y="932"/>
                </a:lnTo>
                <a:lnTo>
                  <a:pt x="924766" y="1175"/>
                </a:lnTo>
                <a:lnTo>
                  <a:pt x="925669" y="1447"/>
                </a:lnTo>
                <a:lnTo>
                  <a:pt x="926573" y="1747"/>
                </a:lnTo>
                <a:lnTo>
                  <a:pt x="927477" y="2075"/>
                </a:lnTo>
                <a:lnTo>
                  <a:pt x="928381" y="2431"/>
                </a:lnTo>
                <a:lnTo>
                  <a:pt x="929286" y="2814"/>
                </a:lnTo>
                <a:lnTo>
                  <a:pt x="930190" y="3226"/>
                </a:lnTo>
                <a:lnTo>
                  <a:pt x="931093" y="3666"/>
                </a:lnTo>
                <a:lnTo>
                  <a:pt x="931997" y="4133"/>
                </a:lnTo>
                <a:lnTo>
                  <a:pt x="932901" y="4628"/>
                </a:lnTo>
                <a:lnTo>
                  <a:pt x="933804" y="5150"/>
                </a:lnTo>
                <a:lnTo>
                  <a:pt x="934710" y="5700"/>
                </a:lnTo>
                <a:lnTo>
                  <a:pt x="935613" y="6278"/>
                </a:lnTo>
                <a:lnTo>
                  <a:pt x="936517" y="6883"/>
                </a:lnTo>
                <a:lnTo>
                  <a:pt x="937421" y="7515"/>
                </a:lnTo>
                <a:lnTo>
                  <a:pt x="938325" y="8174"/>
                </a:lnTo>
                <a:lnTo>
                  <a:pt x="939228" y="8860"/>
                </a:lnTo>
                <a:lnTo>
                  <a:pt x="940132" y="9574"/>
                </a:lnTo>
                <a:lnTo>
                  <a:pt x="941037" y="10314"/>
                </a:lnTo>
                <a:lnTo>
                  <a:pt x="941941" y="11080"/>
                </a:lnTo>
                <a:lnTo>
                  <a:pt x="942845" y="11874"/>
                </a:lnTo>
                <a:lnTo>
                  <a:pt x="943748" y="12693"/>
                </a:lnTo>
                <a:lnTo>
                  <a:pt x="944652" y="13539"/>
                </a:lnTo>
                <a:lnTo>
                  <a:pt x="945556" y="14412"/>
                </a:lnTo>
                <a:lnTo>
                  <a:pt x="946461" y="15310"/>
                </a:lnTo>
                <a:lnTo>
                  <a:pt x="947365" y="16234"/>
                </a:lnTo>
                <a:lnTo>
                  <a:pt x="948269" y="17184"/>
                </a:lnTo>
                <a:lnTo>
                  <a:pt x="949172" y="18160"/>
                </a:lnTo>
                <a:lnTo>
                  <a:pt x="950076" y="19161"/>
                </a:lnTo>
                <a:lnTo>
                  <a:pt x="950981" y="20188"/>
                </a:lnTo>
                <a:lnTo>
                  <a:pt x="951885" y="21239"/>
                </a:lnTo>
                <a:lnTo>
                  <a:pt x="952789" y="22316"/>
                </a:lnTo>
                <a:lnTo>
                  <a:pt x="953692" y="23417"/>
                </a:lnTo>
                <a:lnTo>
                  <a:pt x="954596" y="24543"/>
                </a:lnTo>
                <a:lnTo>
                  <a:pt x="955500" y="25693"/>
                </a:lnTo>
                <a:lnTo>
                  <a:pt x="956405" y="26868"/>
                </a:lnTo>
                <a:lnTo>
                  <a:pt x="957309" y="28067"/>
                </a:lnTo>
                <a:lnTo>
                  <a:pt x="958213" y="29289"/>
                </a:lnTo>
                <a:lnTo>
                  <a:pt x="959116" y="30536"/>
                </a:lnTo>
                <a:lnTo>
                  <a:pt x="960020" y="31806"/>
                </a:lnTo>
                <a:lnTo>
                  <a:pt x="960924" y="33099"/>
                </a:lnTo>
                <a:lnTo>
                  <a:pt x="961827" y="34415"/>
                </a:lnTo>
                <a:lnTo>
                  <a:pt x="962733" y="35754"/>
                </a:lnTo>
                <a:lnTo>
                  <a:pt x="963636" y="37116"/>
                </a:lnTo>
                <a:lnTo>
                  <a:pt x="964540" y="38501"/>
                </a:lnTo>
                <a:lnTo>
                  <a:pt x="965444" y="39907"/>
                </a:lnTo>
                <a:lnTo>
                  <a:pt x="966347" y="41336"/>
                </a:lnTo>
                <a:lnTo>
                  <a:pt x="967251" y="42786"/>
                </a:lnTo>
                <a:lnTo>
                  <a:pt x="968156" y="44258"/>
                </a:lnTo>
                <a:lnTo>
                  <a:pt x="969060" y="45752"/>
                </a:lnTo>
                <a:lnTo>
                  <a:pt x="969964" y="47266"/>
                </a:lnTo>
                <a:lnTo>
                  <a:pt x="970868" y="48802"/>
                </a:lnTo>
                <a:lnTo>
                  <a:pt x="971771" y="50357"/>
                </a:lnTo>
                <a:lnTo>
                  <a:pt x="972677" y="51934"/>
                </a:lnTo>
                <a:lnTo>
                  <a:pt x="973580" y="53530"/>
                </a:lnTo>
                <a:lnTo>
                  <a:pt x="974484" y="55147"/>
                </a:lnTo>
                <a:lnTo>
                  <a:pt x="975388" y="56783"/>
                </a:lnTo>
                <a:lnTo>
                  <a:pt x="976291" y="58438"/>
                </a:lnTo>
                <a:lnTo>
                  <a:pt x="977195" y="60112"/>
                </a:lnTo>
                <a:lnTo>
                  <a:pt x="978100" y="61806"/>
                </a:lnTo>
                <a:lnTo>
                  <a:pt x="979004" y="63517"/>
                </a:lnTo>
                <a:lnTo>
                  <a:pt x="979908" y="65248"/>
                </a:lnTo>
                <a:lnTo>
                  <a:pt x="980812" y="66996"/>
                </a:lnTo>
                <a:lnTo>
                  <a:pt x="981715" y="68762"/>
                </a:lnTo>
                <a:lnTo>
                  <a:pt x="982619" y="70545"/>
                </a:lnTo>
                <a:lnTo>
                  <a:pt x="983523" y="72346"/>
                </a:lnTo>
                <a:lnTo>
                  <a:pt x="984428" y="74163"/>
                </a:lnTo>
                <a:lnTo>
                  <a:pt x="985332" y="75997"/>
                </a:lnTo>
                <a:lnTo>
                  <a:pt x="986235" y="77848"/>
                </a:lnTo>
                <a:lnTo>
                  <a:pt x="987139" y="79714"/>
                </a:lnTo>
                <a:lnTo>
                  <a:pt x="988043" y="81596"/>
                </a:lnTo>
                <a:lnTo>
                  <a:pt x="988947" y="83494"/>
                </a:lnTo>
                <a:lnTo>
                  <a:pt x="989852" y="85407"/>
                </a:lnTo>
                <a:lnTo>
                  <a:pt x="990756" y="87335"/>
                </a:lnTo>
                <a:lnTo>
                  <a:pt x="991659" y="89277"/>
                </a:lnTo>
                <a:lnTo>
                  <a:pt x="992563" y="91233"/>
                </a:lnTo>
                <a:lnTo>
                  <a:pt x="993467" y="93204"/>
                </a:lnTo>
                <a:lnTo>
                  <a:pt x="994372" y="95188"/>
                </a:lnTo>
              </a:path>
            </a:pathLst>
          </a:custGeom>
          <a:noFill/>
          <a:ln w="28575" cap="flat">
            <a:solidFill>
              <a:srgbClr val="0070C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+mn-ea"/>
            </a:endParaRPr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79252320-2BE5-407B-84C5-AF71F8C1FAF8}"/>
              </a:ext>
            </a:extLst>
          </p:cNvPr>
          <p:cNvSpPr/>
          <p:nvPr/>
        </p:nvSpPr>
        <p:spPr>
          <a:xfrm>
            <a:off x="7613906" y="2988892"/>
            <a:ext cx="407556" cy="358818"/>
          </a:xfrm>
          <a:custGeom>
            <a:avLst/>
            <a:gdLst>
              <a:gd name="connsiteX0" fmla="*/ 0 w 994371"/>
              <a:gd name="connsiteY0" fmla="*/ 2724 h 358818"/>
              <a:gd name="connsiteX1" fmla="*/ 904 w 994371"/>
              <a:gd name="connsiteY1" fmla="*/ 2347 h 358818"/>
              <a:gd name="connsiteX2" fmla="*/ 1807 w 994371"/>
              <a:gd name="connsiteY2" fmla="*/ 1997 h 358818"/>
              <a:gd name="connsiteX3" fmla="*/ 2713 w 994371"/>
              <a:gd name="connsiteY3" fmla="*/ 1676 h 358818"/>
              <a:gd name="connsiteX4" fmla="*/ 3616 w 994371"/>
              <a:gd name="connsiteY4" fmla="*/ 1382 h 358818"/>
              <a:gd name="connsiteX5" fmla="*/ 4520 w 994371"/>
              <a:gd name="connsiteY5" fmla="*/ 1117 h 358818"/>
              <a:gd name="connsiteX6" fmla="*/ 5424 w 994371"/>
              <a:gd name="connsiteY6" fmla="*/ 880 h 358818"/>
              <a:gd name="connsiteX7" fmla="*/ 6328 w 994371"/>
              <a:gd name="connsiteY7" fmla="*/ 671 h 358818"/>
              <a:gd name="connsiteX8" fmla="*/ 7231 w 994371"/>
              <a:gd name="connsiteY8" fmla="*/ 490 h 358818"/>
              <a:gd name="connsiteX9" fmla="*/ 8137 w 994371"/>
              <a:gd name="connsiteY9" fmla="*/ 338 h 358818"/>
              <a:gd name="connsiteX10" fmla="*/ 9040 w 994371"/>
              <a:gd name="connsiteY10" fmla="*/ 214 h 358818"/>
              <a:gd name="connsiteX11" fmla="*/ 9944 w 994371"/>
              <a:gd name="connsiteY11" fmla="*/ 118 h 358818"/>
              <a:gd name="connsiteX12" fmla="*/ 10848 w 994371"/>
              <a:gd name="connsiteY12" fmla="*/ 50 h 358818"/>
              <a:gd name="connsiteX13" fmla="*/ 11751 w 994371"/>
              <a:gd name="connsiteY13" fmla="*/ 11 h 358818"/>
              <a:gd name="connsiteX14" fmla="*/ 12655 w 994371"/>
              <a:gd name="connsiteY14" fmla="*/ 0 h 358818"/>
              <a:gd name="connsiteX15" fmla="*/ 13560 w 994371"/>
              <a:gd name="connsiteY15" fmla="*/ 17 h 358818"/>
              <a:gd name="connsiteX16" fmla="*/ 14464 w 994371"/>
              <a:gd name="connsiteY16" fmla="*/ 63 h 358818"/>
              <a:gd name="connsiteX17" fmla="*/ 15368 w 994371"/>
              <a:gd name="connsiteY17" fmla="*/ 137 h 358818"/>
              <a:gd name="connsiteX18" fmla="*/ 16272 w 994371"/>
              <a:gd name="connsiteY18" fmla="*/ 240 h 358818"/>
              <a:gd name="connsiteX19" fmla="*/ 17175 w 994371"/>
              <a:gd name="connsiteY19" fmla="*/ 370 h 358818"/>
              <a:gd name="connsiteX20" fmla="*/ 18079 w 994371"/>
              <a:gd name="connsiteY20" fmla="*/ 529 h 358818"/>
              <a:gd name="connsiteX21" fmla="*/ 18984 w 994371"/>
              <a:gd name="connsiteY21" fmla="*/ 716 h 358818"/>
              <a:gd name="connsiteX22" fmla="*/ 19888 w 994371"/>
              <a:gd name="connsiteY22" fmla="*/ 932 h 358818"/>
              <a:gd name="connsiteX23" fmla="*/ 20792 w 994371"/>
              <a:gd name="connsiteY23" fmla="*/ 1175 h 358818"/>
              <a:gd name="connsiteX24" fmla="*/ 21695 w 994371"/>
              <a:gd name="connsiteY24" fmla="*/ 1447 h 358818"/>
              <a:gd name="connsiteX25" fmla="*/ 22599 w 994371"/>
              <a:gd name="connsiteY25" fmla="*/ 1747 h 358818"/>
              <a:gd name="connsiteX26" fmla="*/ 23503 w 994371"/>
              <a:gd name="connsiteY26" fmla="*/ 2075 h 358818"/>
              <a:gd name="connsiteX27" fmla="*/ 24408 w 994371"/>
              <a:gd name="connsiteY27" fmla="*/ 2431 h 358818"/>
              <a:gd name="connsiteX28" fmla="*/ 25312 w 994371"/>
              <a:gd name="connsiteY28" fmla="*/ 2814 h 358818"/>
              <a:gd name="connsiteX29" fmla="*/ 26216 w 994371"/>
              <a:gd name="connsiteY29" fmla="*/ 3226 h 358818"/>
              <a:gd name="connsiteX30" fmla="*/ 27119 w 994371"/>
              <a:gd name="connsiteY30" fmla="*/ 3666 h 358818"/>
              <a:gd name="connsiteX31" fmla="*/ 28023 w 994371"/>
              <a:gd name="connsiteY31" fmla="*/ 4133 h 358818"/>
              <a:gd name="connsiteX32" fmla="*/ 28927 w 994371"/>
              <a:gd name="connsiteY32" fmla="*/ 4628 h 358818"/>
              <a:gd name="connsiteX33" fmla="*/ 29832 w 994371"/>
              <a:gd name="connsiteY33" fmla="*/ 5150 h 358818"/>
              <a:gd name="connsiteX34" fmla="*/ 30736 w 994371"/>
              <a:gd name="connsiteY34" fmla="*/ 5700 h 358818"/>
              <a:gd name="connsiteX35" fmla="*/ 31639 w 994371"/>
              <a:gd name="connsiteY35" fmla="*/ 6278 h 358818"/>
              <a:gd name="connsiteX36" fmla="*/ 32543 w 994371"/>
              <a:gd name="connsiteY36" fmla="*/ 6883 h 358818"/>
              <a:gd name="connsiteX37" fmla="*/ 33447 w 994371"/>
              <a:gd name="connsiteY37" fmla="*/ 7515 h 358818"/>
              <a:gd name="connsiteX38" fmla="*/ 34352 w 994371"/>
              <a:gd name="connsiteY38" fmla="*/ 8174 h 358818"/>
              <a:gd name="connsiteX39" fmla="*/ 35256 w 994371"/>
              <a:gd name="connsiteY39" fmla="*/ 8860 h 358818"/>
              <a:gd name="connsiteX40" fmla="*/ 36160 w 994371"/>
              <a:gd name="connsiteY40" fmla="*/ 9574 h 358818"/>
              <a:gd name="connsiteX41" fmla="*/ 37063 w 994371"/>
              <a:gd name="connsiteY41" fmla="*/ 10314 h 358818"/>
              <a:gd name="connsiteX42" fmla="*/ 37967 w 994371"/>
              <a:gd name="connsiteY42" fmla="*/ 11080 h 358818"/>
              <a:gd name="connsiteX43" fmla="*/ 38871 w 994371"/>
              <a:gd name="connsiteY43" fmla="*/ 11874 h 358818"/>
              <a:gd name="connsiteX44" fmla="*/ 39776 w 994371"/>
              <a:gd name="connsiteY44" fmla="*/ 12693 h 358818"/>
              <a:gd name="connsiteX45" fmla="*/ 40680 w 994371"/>
              <a:gd name="connsiteY45" fmla="*/ 13539 h 358818"/>
              <a:gd name="connsiteX46" fmla="*/ 41583 w 994371"/>
              <a:gd name="connsiteY46" fmla="*/ 14412 h 358818"/>
              <a:gd name="connsiteX47" fmla="*/ 42487 w 994371"/>
              <a:gd name="connsiteY47" fmla="*/ 15310 h 358818"/>
              <a:gd name="connsiteX48" fmla="*/ 43391 w 994371"/>
              <a:gd name="connsiteY48" fmla="*/ 16234 h 358818"/>
              <a:gd name="connsiteX49" fmla="*/ 44294 w 994371"/>
              <a:gd name="connsiteY49" fmla="*/ 17184 h 358818"/>
              <a:gd name="connsiteX50" fmla="*/ 45200 w 994371"/>
              <a:gd name="connsiteY50" fmla="*/ 18160 h 358818"/>
              <a:gd name="connsiteX51" fmla="*/ 46103 w 994371"/>
              <a:gd name="connsiteY51" fmla="*/ 19161 h 358818"/>
              <a:gd name="connsiteX52" fmla="*/ 47007 w 994371"/>
              <a:gd name="connsiteY52" fmla="*/ 20188 h 358818"/>
              <a:gd name="connsiteX53" fmla="*/ 47911 w 994371"/>
              <a:gd name="connsiteY53" fmla="*/ 21239 h 358818"/>
              <a:gd name="connsiteX54" fmla="*/ 48815 w 994371"/>
              <a:gd name="connsiteY54" fmla="*/ 22316 h 358818"/>
              <a:gd name="connsiteX55" fmla="*/ 49718 w 994371"/>
              <a:gd name="connsiteY55" fmla="*/ 23417 h 358818"/>
              <a:gd name="connsiteX56" fmla="*/ 50624 w 994371"/>
              <a:gd name="connsiteY56" fmla="*/ 24543 h 358818"/>
              <a:gd name="connsiteX57" fmla="*/ 51527 w 994371"/>
              <a:gd name="connsiteY57" fmla="*/ 25693 h 358818"/>
              <a:gd name="connsiteX58" fmla="*/ 52431 w 994371"/>
              <a:gd name="connsiteY58" fmla="*/ 26868 h 358818"/>
              <a:gd name="connsiteX59" fmla="*/ 53335 w 994371"/>
              <a:gd name="connsiteY59" fmla="*/ 28067 h 358818"/>
              <a:gd name="connsiteX60" fmla="*/ 54238 w 994371"/>
              <a:gd name="connsiteY60" fmla="*/ 29289 h 358818"/>
              <a:gd name="connsiteX61" fmla="*/ 55142 w 994371"/>
              <a:gd name="connsiteY61" fmla="*/ 30536 h 358818"/>
              <a:gd name="connsiteX62" fmla="*/ 56047 w 994371"/>
              <a:gd name="connsiteY62" fmla="*/ 31806 h 358818"/>
              <a:gd name="connsiteX63" fmla="*/ 56951 w 994371"/>
              <a:gd name="connsiteY63" fmla="*/ 33099 h 358818"/>
              <a:gd name="connsiteX64" fmla="*/ 57855 w 994371"/>
              <a:gd name="connsiteY64" fmla="*/ 34415 h 358818"/>
              <a:gd name="connsiteX65" fmla="*/ 58759 w 994371"/>
              <a:gd name="connsiteY65" fmla="*/ 35754 h 358818"/>
              <a:gd name="connsiteX66" fmla="*/ 59662 w 994371"/>
              <a:gd name="connsiteY66" fmla="*/ 37116 h 358818"/>
              <a:gd name="connsiteX67" fmla="*/ 60566 w 994371"/>
              <a:gd name="connsiteY67" fmla="*/ 38501 h 358818"/>
              <a:gd name="connsiteX68" fmla="*/ 61471 w 994371"/>
              <a:gd name="connsiteY68" fmla="*/ 39907 h 358818"/>
              <a:gd name="connsiteX69" fmla="*/ 62375 w 994371"/>
              <a:gd name="connsiteY69" fmla="*/ 41336 h 358818"/>
              <a:gd name="connsiteX70" fmla="*/ 63279 w 994371"/>
              <a:gd name="connsiteY70" fmla="*/ 42786 h 358818"/>
              <a:gd name="connsiteX71" fmla="*/ 64182 w 994371"/>
              <a:gd name="connsiteY71" fmla="*/ 44258 h 358818"/>
              <a:gd name="connsiteX72" fmla="*/ 65086 w 994371"/>
              <a:gd name="connsiteY72" fmla="*/ 45752 h 358818"/>
              <a:gd name="connsiteX73" fmla="*/ 65990 w 994371"/>
              <a:gd name="connsiteY73" fmla="*/ 47266 h 358818"/>
              <a:gd name="connsiteX74" fmla="*/ 66893 w 994371"/>
              <a:gd name="connsiteY74" fmla="*/ 48802 h 358818"/>
              <a:gd name="connsiteX75" fmla="*/ 67799 w 994371"/>
              <a:gd name="connsiteY75" fmla="*/ 50357 h 358818"/>
              <a:gd name="connsiteX76" fmla="*/ 68703 w 994371"/>
              <a:gd name="connsiteY76" fmla="*/ 51934 h 358818"/>
              <a:gd name="connsiteX77" fmla="*/ 69606 w 994371"/>
              <a:gd name="connsiteY77" fmla="*/ 53530 h 358818"/>
              <a:gd name="connsiteX78" fmla="*/ 70510 w 994371"/>
              <a:gd name="connsiteY78" fmla="*/ 55147 h 358818"/>
              <a:gd name="connsiteX79" fmla="*/ 71414 w 994371"/>
              <a:gd name="connsiteY79" fmla="*/ 56783 h 358818"/>
              <a:gd name="connsiteX80" fmla="*/ 72317 w 994371"/>
              <a:gd name="connsiteY80" fmla="*/ 58438 h 358818"/>
              <a:gd name="connsiteX81" fmla="*/ 73223 w 994371"/>
              <a:gd name="connsiteY81" fmla="*/ 60112 h 358818"/>
              <a:gd name="connsiteX82" fmla="*/ 74126 w 994371"/>
              <a:gd name="connsiteY82" fmla="*/ 61806 h 358818"/>
              <a:gd name="connsiteX83" fmla="*/ 75030 w 994371"/>
              <a:gd name="connsiteY83" fmla="*/ 63517 h 358818"/>
              <a:gd name="connsiteX84" fmla="*/ 75934 w 994371"/>
              <a:gd name="connsiteY84" fmla="*/ 65248 h 358818"/>
              <a:gd name="connsiteX85" fmla="*/ 76837 w 994371"/>
              <a:gd name="connsiteY85" fmla="*/ 66996 h 358818"/>
              <a:gd name="connsiteX86" fmla="*/ 77741 w 994371"/>
              <a:gd name="connsiteY86" fmla="*/ 68762 h 358818"/>
              <a:gd name="connsiteX87" fmla="*/ 78647 w 994371"/>
              <a:gd name="connsiteY87" fmla="*/ 70545 h 358818"/>
              <a:gd name="connsiteX88" fmla="*/ 79550 w 994371"/>
              <a:gd name="connsiteY88" fmla="*/ 72346 h 358818"/>
              <a:gd name="connsiteX89" fmla="*/ 80454 w 994371"/>
              <a:gd name="connsiteY89" fmla="*/ 74163 h 358818"/>
              <a:gd name="connsiteX90" fmla="*/ 81358 w 994371"/>
              <a:gd name="connsiteY90" fmla="*/ 75997 h 358818"/>
              <a:gd name="connsiteX91" fmla="*/ 82261 w 994371"/>
              <a:gd name="connsiteY91" fmla="*/ 77848 h 358818"/>
              <a:gd name="connsiteX92" fmla="*/ 83165 w 994371"/>
              <a:gd name="connsiteY92" fmla="*/ 79714 h 358818"/>
              <a:gd name="connsiteX93" fmla="*/ 84070 w 994371"/>
              <a:gd name="connsiteY93" fmla="*/ 81596 h 358818"/>
              <a:gd name="connsiteX94" fmla="*/ 84974 w 994371"/>
              <a:gd name="connsiteY94" fmla="*/ 83494 h 358818"/>
              <a:gd name="connsiteX95" fmla="*/ 85878 w 994371"/>
              <a:gd name="connsiteY95" fmla="*/ 85407 h 358818"/>
              <a:gd name="connsiteX96" fmla="*/ 86781 w 994371"/>
              <a:gd name="connsiteY96" fmla="*/ 87335 h 358818"/>
              <a:gd name="connsiteX97" fmla="*/ 87685 w 994371"/>
              <a:gd name="connsiteY97" fmla="*/ 89277 h 358818"/>
              <a:gd name="connsiteX98" fmla="*/ 88589 w 994371"/>
              <a:gd name="connsiteY98" fmla="*/ 91233 h 358818"/>
              <a:gd name="connsiteX99" fmla="*/ 89494 w 994371"/>
              <a:gd name="connsiteY99" fmla="*/ 93204 h 358818"/>
              <a:gd name="connsiteX100" fmla="*/ 90398 w 994371"/>
              <a:gd name="connsiteY100" fmla="*/ 95188 h 358818"/>
              <a:gd name="connsiteX101" fmla="*/ 91302 w 994371"/>
              <a:gd name="connsiteY101" fmla="*/ 97185 h 358818"/>
              <a:gd name="connsiteX102" fmla="*/ 92205 w 994371"/>
              <a:gd name="connsiteY102" fmla="*/ 99195 h 358818"/>
              <a:gd name="connsiteX103" fmla="*/ 93109 w 994371"/>
              <a:gd name="connsiteY103" fmla="*/ 101218 h 358818"/>
              <a:gd name="connsiteX104" fmla="*/ 94013 w 994371"/>
              <a:gd name="connsiteY104" fmla="*/ 103253 h 358818"/>
              <a:gd name="connsiteX105" fmla="*/ 94918 w 994371"/>
              <a:gd name="connsiteY105" fmla="*/ 105300 h 358818"/>
              <a:gd name="connsiteX106" fmla="*/ 95822 w 994371"/>
              <a:gd name="connsiteY106" fmla="*/ 107359 h 358818"/>
              <a:gd name="connsiteX107" fmla="*/ 96725 w 994371"/>
              <a:gd name="connsiteY107" fmla="*/ 109430 h 358818"/>
              <a:gd name="connsiteX108" fmla="*/ 97629 w 994371"/>
              <a:gd name="connsiteY108" fmla="*/ 111511 h 358818"/>
              <a:gd name="connsiteX109" fmla="*/ 98533 w 994371"/>
              <a:gd name="connsiteY109" fmla="*/ 113603 h 358818"/>
              <a:gd name="connsiteX110" fmla="*/ 99437 w 994371"/>
              <a:gd name="connsiteY110" fmla="*/ 115706 h 358818"/>
              <a:gd name="connsiteX111" fmla="*/ 100342 w 994371"/>
              <a:gd name="connsiteY111" fmla="*/ 117819 h 358818"/>
              <a:gd name="connsiteX112" fmla="*/ 101246 w 994371"/>
              <a:gd name="connsiteY112" fmla="*/ 119941 h 358818"/>
              <a:gd name="connsiteX113" fmla="*/ 102149 w 994371"/>
              <a:gd name="connsiteY113" fmla="*/ 122073 h 358818"/>
              <a:gd name="connsiteX114" fmla="*/ 103053 w 994371"/>
              <a:gd name="connsiteY114" fmla="*/ 124213 h 358818"/>
              <a:gd name="connsiteX115" fmla="*/ 103957 w 994371"/>
              <a:gd name="connsiteY115" fmla="*/ 126363 h 358818"/>
              <a:gd name="connsiteX116" fmla="*/ 104860 w 994371"/>
              <a:gd name="connsiteY116" fmla="*/ 128521 h 358818"/>
              <a:gd name="connsiteX117" fmla="*/ 105766 w 994371"/>
              <a:gd name="connsiteY117" fmla="*/ 130687 h 358818"/>
              <a:gd name="connsiteX118" fmla="*/ 106669 w 994371"/>
              <a:gd name="connsiteY118" fmla="*/ 132860 h 358818"/>
              <a:gd name="connsiteX119" fmla="*/ 107573 w 994371"/>
              <a:gd name="connsiteY119" fmla="*/ 135040 h 358818"/>
              <a:gd name="connsiteX120" fmla="*/ 108477 w 994371"/>
              <a:gd name="connsiteY120" fmla="*/ 137228 h 358818"/>
              <a:gd name="connsiteX121" fmla="*/ 109381 w 994371"/>
              <a:gd name="connsiteY121" fmla="*/ 139424 h 358818"/>
              <a:gd name="connsiteX122" fmla="*/ 110284 w 994371"/>
              <a:gd name="connsiteY122" fmla="*/ 141625 h 358818"/>
              <a:gd name="connsiteX123" fmla="*/ 111190 w 994371"/>
              <a:gd name="connsiteY123" fmla="*/ 143831 h 358818"/>
              <a:gd name="connsiteX124" fmla="*/ 112093 w 994371"/>
              <a:gd name="connsiteY124" fmla="*/ 146044 h 358818"/>
              <a:gd name="connsiteX125" fmla="*/ 112997 w 994371"/>
              <a:gd name="connsiteY125" fmla="*/ 148262 h 358818"/>
              <a:gd name="connsiteX126" fmla="*/ 113901 w 994371"/>
              <a:gd name="connsiteY126" fmla="*/ 150485 h 358818"/>
              <a:gd name="connsiteX127" fmla="*/ 114804 w 994371"/>
              <a:gd name="connsiteY127" fmla="*/ 152712 h 358818"/>
              <a:gd name="connsiteX128" fmla="*/ 115708 w 994371"/>
              <a:gd name="connsiteY128" fmla="*/ 154943 h 358818"/>
              <a:gd name="connsiteX129" fmla="*/ 116613 w 994371"/>
              <a:gd name="connsiteY129" fmla="*/ 157179 h 358818"/>
              <a:gd name="connsiteX130" fmla="*/ 117517 w 994371"/>
              <a:gd name="connsiteY130" fmla="*/ 159417 h 358818"/>
              <a:gd name="connsiteX131" fmla="*/ 118421 w 994371"/>
              <a:gd name="connsiteY131" fmla="*/ 161659 h 358818"/>
              <a:gd name="connsiteX132" fmla="*/ 119324 w 994371"/>
              <a:gd name="connsiteY132" fmla="*/ 163904 h 358818"/>
              <a:gd name="connsiteX133" fmla="*/ 120228 w 994371"/>
              <a:gd name="connsiteY133" fmla="*/ 166151 h 358818"/>
              <a:gd name="connsiteX134" fmla="*/ 121132 w 994371"/>
              <a:gd name="connsiteY134" fmla="*/ 168401 h 358818"/>
              <a:gd name="connsiteX135" fmla="*/ 122037 w 994371"/>
              <a:gd name="connsiteY135" fmla="*/ 170652 h 358818"/>
              <a:gd name="connsiteX136" fmla="*/ 122941 w 994371"/>
              <a:gd name="connsiteY136" fmla="*/ 172904 h 358818"/>
              <a:gd name="connsiteX137" fmla="*/ 123845 w 994371"/>
              <a:gd name="connsiteY137" fmla="*/ 175158 h 358818"/>
              <a:gd name="connsiteX138" fmla="*/ 124748 w 994371"/>
              <a:gd name="connsiteY138" fmla="*/ 177413 h 358818"/>
              <a:gd name="connsiteX139" fmla="*/ 125652 w 994371"/>
              <a:gd name="connsiteY139" fmla="*/ 179667 h 358818"/>
              <a:gd name="connsiteX140" fmla="*/ 126556 w 994371"/>
              <a:gd name="connsiteY140" fmla="*/ 181921 h 358818"/>
              <a:gd name="connsiteX141" fmla="*/ 127461 w 994371"/>
              <a:gd name="connsiteY141" fmla="*/ 184175 h 358818"/>
              <a:gd name="connsiteX142" fmla="*/ 128365 w 994371"/>
              <a:gd name="connsiteY142" fmla="*/ 186428 h 358818"/>
              <a:gd name="connsiteX143" fmla="*/ 129268 w 994371"/>
              <a:gd name="connsiteY143" fmla="*/ 188681 h 358818"/>
              <a:gd name="connsiteX144" fmla="*/ 130172 w 994371"/>
              <a:gd name="connsiteY144" fmla="*/ 190931 h 358818"/>
              <a:gd name="connsiteX145" fmla="*/ 131076 w 994371"/>
              <a:gd name="connsiteY145" fmla="*/ 193181 h 358818"/>
              <a:gd name="connsiteX146" fmla="*/ 131980 w 994371"/>
              <a:gd name="connsiteY146" fmla="*/ 195427 h 358818"/>
              <a:gd name="connsiteX147" fmla="*/ 132885 w 994371"/>
              <a:gd name="connsiteY147" fmla="*/ 197671 h 358818"/>
              <a:gd name="connsiteX148" fmla="*/ 133789 w 994371"/>
              <a:gd name="connsiteY148" fmla="*/ 199912 h 358818"/>
              <a:gd name="connsiteX149" fmla="*/ 134692 w 994371"/>
              <a:gd name="connsiteY149" fmla="*/ 202150 h 358818"/>
              <a:gd name="connsiteX150" fmla="*/ 135596 w 994371"/>
              <a:gd name="connsiteY150" fmla="*/ 204385 h 358818"/>
              <a:gd name="connsiteX151" fmla="*/ 136500 w 994371"/>
              <a:gd name="connsiteY151" fmla="*/ 206615 h 358818"/>
              <a:gd name="connsiteX152" fmla="*/ 137405 w 994371"/>
              <a:gd name="connsiteY152" fmla="*/ 208841 h 358818"/>
              <a:gd name="connsiteX153" fmla="*/ 138309 w 994371"/>
              <a:gd name="connsiteY153" fmla="*/ 211064 h 358818"/>
              <a:gd name="connsiteX154" fmla="*/ 139212 w 994371"/>
              <a:gd name="connsiteY154" fmla="*/ 213280 h 358818"/>
              <a:gd name="connsiteX155" fmla="*/ 140116 w 994371"/>
              <a:gd name="connsiteY155" fmla="*/ 215491 h 358818"/>
              <a:gd name="connsiteX156" fmla="*/ 141020 w 994371"/>
              <a:gd name="connsiteY156" fmla="*/ 217697 h 358818"/>
              <a:gd name="connsiteX157" fmla="*/ 141924 w 994371"/>
              <a:gd name="connsiteY157" fmla="*/ 219896 h 358818"/>
              <a:gd name="connsiteX158" fmla="*/ 142829 w 994371"/>
              <a:gd name="connsiteY158" fmla="*/ 222089 h 358818"/>
              <a:gd name="connsiteX159" fmla="*/ 143733 w 994371"/>
              <a:gd name="connsiteY159" fmla="*/ 224275 h 358818"/>
              <a:gd name="connsiteX160" fmla="*/ 144636 w 994371"/>
              <a:gd name="connsiteY160" fmla="*/ 226455 h 358818"/>
              <a:gd name="connsiteX161" fmla="*/ 145540 w 994371"/>
              <a:gd name="connsiteY161" fmla="*/ 228627 h 358818"/>
              <a:gd name="connsiteX162" fmla="*/ 146444 w 994371"/>
              <a:gd name="connsiteY162" fmla="*/ 230790 h 358818"/>
              <a:gd name="connsiteX163" fmla="*/ 147347 w 994371"/>
              <a:gd name="connsiteY163" fmla="*/ 232946 h 358818"/>
              <a:gd name="connsiteX164" fmla="*/ 148253 w 994371"/>
              <a:gd name="connsiteY164" fmla="*/ 235094 h 358818"/>
              <a:gd name="connsiteX165" fmla="*/ 149156 w 994371"/>
              <a:gd name="connsiteY165" fmla="*/ 237232 h 358818"/>
              <a:gd name="connsiteX166" fmla="*/ 150060 w 994371"/>
              <a:gd name="connsiteY166" fmla="*/ 239362 h 358818"/>
              <a:gd name="connsiteX167" fmla="*/ 150964 w 994371"/>
              <a:gd name="connsiteY167" fmla="*/ 241483 h 358818"/>
              <a:gd name="connsiteX168" fmla="*/ 151868 w 994371"/>
              <a:gd name="connsiteY168" fmla="*/ 243593 h 358818"/>
              <a:gd name="connsiteX169" fmla="*/ 152771 w 994371"/>
              <a:gd name="connsiteY169" fmla="*/ 245693 h 358818"/>
              <a:gd name="connsiteX170" fmla="*/ 153677 w 994371"/>
              <a:gd name="connsiteY170" fmla="*/ 247783 h 358818"/>
              <a:gd name="connsiteX171" fmla="*/ 154580 w 994371"/>
              <a:gd name="connsiteY171" fmla="*/ 249862 h 358818"/>
              <a:gd name="connsiteX172" fmla="*/ 155484 w 994371"/>
              <a:gd name="connsiteY172" fmla="*/ 251931 h 358818"/>
              <a:gd name="connsiteX173" fmla="*/ 156388 w 994371"/>
              <a:gd name="connsiteY173" fmla="*/ 253986 h 358818"/>
              <a:gd name="connsiteX174" fmla="*/ 157291 w 994371"/>
              <a:gd name="connsiteY174" fmla="*/ 256031 h 358818"/>
              <a:gd name="connsiteX175" fmla="*/ 158195 w 994371"/>
              <a:gd name="connsiteY175" fmla="*/ 258064 h 358818"/>
              <a:gd name="connsiteX176" fmla="*/ 159100 w 994371"/>
              <a:gd name="connsiteY176" fmla="*/ 260084 h 358818"/>
              <a:gd name="connsiteX177" fmla="*/ 160004 w 994371"/>
              <a:gd name="connsiteY177" fmla="*/ 262091 h 358818"/>
              <a:gd name="connsiteX178" fmla="*/ 160908 w 994371"/>
              <a:gd name="connsiteY178" fmla="*/ 264086 h 358818"/>
              <a:gd name="connsiteX179" fmla="*/ 161812 w 994371"/>
              <a:gd name="connsiteY179" fmla="*/ 266066 h 358818"/>
              <a:gd name="connsiteX180" fmla="*/ 162715 w 994371"/>
              <a:gd name="connsiteY180" fmla="*/ 268033 h 358818"/>
              <a:gd name="connsiteX181" fmla="*/ 163619 w 994371"/>
              <a:gd name="connsiteY181" fmla="*/ 269986 h 358818"/>
              <a:gd name="connsiteX182" fmla="*/ 164524 w 994371"/>
              <a:gd name="connsiteY182" fmla="*/ 271925 h 358818"/>
              <a:gd name="connsiteX183" fmla="*/ 165428 w 994371"/>
              <a:gd name="connsiteY183" fmla="*/ 273849 h 358818"/>
              <a:gd name="connsiteX184" fmla="*/ 166332 w 994371"/>
              <a:gd name="connsiteY184" fmla="*/ 275759 h 358818"/>
              <a:gd name="connsiteX185" fmla="*/ 167235 w 994371"/>
              <a:gd name="connsiteY185" fmla="*/ 277653 h 358818"/>
              <a:gd name="connsiteX186" fmla="*/ 168139 w 994371"/>
              <a:gd name="connsiteY186" fmla="*/ 279532 h 358818"/>
              <a:gd name="connsiteX187" fmla="*/ 169043 w 994371"/>
              <a:gd name="connsiteY187" fmla="*/ 281394 h 358818"/>
              <a:gd name="connsiteX188" fmla="*/ 169948 w 994371"/>
              <a:gd name="connsiteY188" fmla="*/ 283241 h 358818"/>
              <a:gd name="connsiteX189" fmla="*/ 170852 w 994371"/>
              <a:gd name="connsiteY189" fmla="*/ 285072 h 358818"/>
              <a:gd name="connsiteX190" fmla="*/ 171756 w 994371"/>
              <a:gd name="connsiteY190" fmla="*/ 286886 h 358818"/>
              <a:gd name="connsiteX191" fmla="*/ 172659 w 994371"/>
              <a:gd name="connsiteY191" fmla="*/ 288681 h 358818"/>
              <a:gd name="connsiteX192" fmla="*/ 173563 w 994371"/>
              <a:gd name="connsiteY192" fmla="*/ 290461 h 358818"/>
              <a:gd name="connsiteX193" fmla="*/ 174467 w 994371"/>
              <a:gd name="connsiteY193" fmla="*/ 292223 h 358818"/>
              <a:gd name="connsiteX194" fmla="*/ 175372 w 994371"/>
              <a:gd name="connsiteY194" fmla="*/ 293967 h 358818"/>
              <a:gd name="connsiteX195" fmla="*/ 176276 w 994371"/>
              <a:gd name="connsiteY195" fmla="*/ 295693 h 358818"/>
              <a:gd name="connsiteX196" fmla="*/ 177179 w 994371"/>
              <a:gd name="connsiteY196" fmla="*/ 297401 h 358818"/>
              <a:gd name="connsiteX197" fmla="*/ 178083 w 994371"/>
              <a:gd name="connsiteY197" fmla="*/ 299090 h 358818"/>
              <a:gd name="connsiteX198" fmla="*/ 178987 w 994371"/>
              <a:gd name="connsiteY198" fmla="*/ 300760 h 358818"/>
              <a:gd name="connsiteX199" fmla="*/ 179890 w 994371"/>
              <a:gd name="connsiteY199" fmla="*/ 302411 h 358818"/>
              <a:gd name="connsiteX200" fmla="*/ 180796 w 994371"/>
              <a:gd name="connsiteY200" fmla="*/ 304043 h 358818"/>
              <a:gd name="connsiteX201" fmla="*/ 181700 w 994371"/>
              <a:gd name="connsiteY201" fmla="*/ 305654 h 358818"/>
              <a:gd name="connsiteX202" fmla="*/ 182603 w 994371"/>
              <a:gd name="connsiteY202" fmla="*/ 307245 h 358818"/>
              <a:gd name="connsiteX203" fmla="*/ 183507 w 994371"/>
              <a:gd name="connsiteY203" fmla="*/ 308818 h 358818"/>
              <a:gd name="connsiteX204" fmla="*/ 184411 w 994371"/>
              <a:gd name="connsiteY204" fmla="*/ 310370 h 358818"/>
              <a:gd name="connsiteX205" fmla="*/ 185314 w 994371"/>
              <a:gd name="connsiteY205" fmla="*/ 311900 h 358818"/>
              <a:gd name="connsiteX206" fmla="*/ 186220 w 994371"/>
              <a:gd name="connsiteY206" fmla="*/ 313410 h 358818"/>
              <a:gd name="connsiteX207" fmla="*/ 187123 w 994371"/>
              <a:gd name="connsiteY207" fmla="*/ 314898 h 358818"/>
              <a:gd name="connsiteX208" fmla="*/ 188027 w 994371"/>
              <a:gd name="connsiteY208" fmla="*/ 316365 h 358818"/>
              <a:gd name="connsiteX209" fmla="*/ 188931 w 994371"/>
              <a:gd name="connsiteY209" fmla="*/ 317811 h 358818"/>
              <a:gd name="connsiteX210" fmla="*/ 189834 w 994371"/>
              <a:gd name="connsiteY210" fmla="*/ 319234 h 358818"/>
              <a:gd name="connsiteX211" fmla="*/ 190738 w 994371"/>
              <a:gd name="connsiteY211" fmla="*/ 320636 h 358818"/>
              <a:gd name="connsiteX212" fmla="*/ 191644 w 994371"/>
              <a:gd name="connsiteY212" fmla="*/ 322015 h 358818"/>
              <a:gd name="connsiteX213" fmla="*/ 192547 w 994371"/>
              <a:gd name="connsiteY213" fmla="*/ 323372 h 358818"/>
              <a:gd name="connsiteX214" fmla="*/ 193451 w 994371"/>
              <a:gd name="connsiteY214" fmla="*/ 324706 h 358818"/>
              <a:gd name="connsiteX215" fmla="*/ 194355 w 994371"/>
              <a:gd name="connsiteY215" fmla="*/ 326017 h 358818"/>
              <a:gd name="connsiteX216" fmla="*/ 195258 w 994371"/>
              <a:gd name="connsiteY216" fmla="*/ 327304 h 358818"/>
              <a:gd name="connsiteX217" fmla="*/ 196162 w 994371"/>
              <a:gd name="connsiteY217" fmla="*/ 328568 h 358818"/>
              <a:gd name="connsiteX218" fmla="*/ 197067 w 994371"/>
              <a:gd name="connsiteY218" fmla="*/ 329811 h 358818"/>
              <a:gd name="connsiteX219" fmla="*/ 197971 w 994371"/>
              <a:gd name="connsiteY219" fmla="*/ 331027 h 358818"/>
              <a:gd name="connsiteX220" fmla="*/ 198875 w 994371"/>
              <a:gd name="connsiteY220" fmla="*/ 332221 h 358818"/>
              <a:gd name="connsiteX221" fmla="*/ 199778 w 994371"/>
              <a:gd name="connsiteY221" fmla="*/ 333389 h 358818"/>
              <a:gd name="connsiteX222" fmla="*/ 200682 w 994371"/>
              <a:gd name="connsiteY222" fmla="*/ 334535 h 358818"/>
              <a:gd name="connsiteX223" fmla="*/ 201586 w 994371"/>
              <a:gd name="connsiteY223" fmla="*/ 335655 h 358818"/>
              <a:gd name="connsiteX224" fmla="*/ 202491 w 994371"/>
              <a:gd name="connsiteY224" fmla="*/ 336752 h 358818"/>
              <a:gd name="connsiteX225" fmla="*/ 203395 w 994371"/>
              <a:gd name="connsiteY225" fmla="*/ 337821 h 358818"/>
              <a:gd name="connsiteX226" fmla="*/ 204299 w 994371"/>
              <a:gd name="connsiteY226" fmla="*/ 338868 h 358818"/>
              <a:gd name="connsiteX227" fmla="*/ 205202 w 994371"/>
              <a:gd name="connsiteY227" fmla="*/ 339888 h 358818"/>
              <a:gd name="connsiteX228" fmla="*/ 206106 w 994371"/>
              <a:gd name="connsiteY228" fmla="*/ 340883 h 358818"/>
              <a:gd name="connsiteX229" fmla="*/ 207010 w 994371"/>
              <a:gd name="connsiteY229" fmla="*/ 341853 h 358818"/>
              <a:gd name="connsiteX230" fmla="*/ 207913 w 994371"/>
              <a:gd name="connsiteY230" fmla="*/ 342797 h 358818"/>
              <a:gd name="connsiteX231" fmla="*/ 208819 w 994371"/>
              <a:gd name="connsiteY231" fmla="*/ 343715 h 358818"/>
              <a:gd name="connsiteX232" fmla="*/ 209722 w 994371"/>
              <a:gd name="connsiteY232" fmla="*/ 344607 h 358818"/>
              <a:gd name="connsiteX233" fmla="*/ 210626 w 994371"/>
              <a:gd name="connsiteY233" fmla="*/ 345474 h 358818"/>
              <a:gd name="connsiteX234" fmla="*/ 211530 w 994371"/>
              <a:gd name="connsiteY234" fmla="*/ 346315 h 358818"/>
              <a:gd name="connsiteX235" fmla="*/ 212434 w 994371"/>
              <a:gd name="connsiteY235" fmla="*/ 347129 h 358818"/>
              <a:gd name="connsiteX236" fmla="*/ 213337 w 994371"/>
              <a:gd name="connsiteY236" fmla="*/ 347915 h 358818"/>
              <a:gd name="connsiteX237" fmla="*/ 214243 w 994371"/>
              <a:gd name="connsiteY237" fmla="*/ 348676 h 358818"/>
              <a:gd name="connsiteX238" fmla="*/ 215146 w 994371"/>
              <a:gd name="connsiteY238" fmla="*/ 349410 h 358818"/>
              <a:gd name="connsiteX239" fmla="*/ 216050 w 994371"/>
              <a:gd name="connsiteY239" fmla="*/ 350118 h 358818"/>
              <a:gd name="connsiteX240" fmla="*/ 216954 w 994371"/>
              <a:gd name="connsiteY240" fmla="*/ 350797 h 358818"/>
              <a:gd name="connsiteX241" fmla="*/ 217857 w 994371"/>
              <a:gd name="connsiteY241" fmla="*/ 351450 h 358818"/>
              <a:gd name="connsiteX242" fmla="*/ 218761 w 994371"/>
              <a:gd name="connsiteY242" fmla="*/ 352076 h 358818"/>
              <a:gd name="connsiteX243" fmla="*/ 219666 w 994371"/>
              <a:gd name="connsiteY243" fmla="*/ 352674 h 358818"/>
              <a:gd name="connsiteX244" fmla="*/ 220570 w 994371"/>
              <a:gd name="connsiteY244" fmla="*/ 353246 h 358818"/>
              <a:gd name="connsiteX245" fmla="*/ 221474 w 994371"/>
              <a:gd name="connsiteY245" fmla="*/ 353790 h 358818"/>
              <a:gd name="connsiteX246" fmla="*/ 222377 w 994371"/>
              <a:gd name="connsiteY246" fmla="*/ 354305 h 358818"/>
              <a:gd name="connsiteX247" fmla="*/ 223281 w 994371"/>
              <a:gd name="connsiteY247" fmla="*/ 354795 h 358818"/>
              <a:gd name="connsiteX248" fmla="*/ 224185 w 994371"/>
              <a:gd name="connsiteY248" fmla="*/ 355256 h 358818"/>
              <a:gd name="connsiteX249" fmla="*/ 225090 w 994371"/>
              <a:gd name="connsiteY249" fmla="*/ 355689 h 358818"/>
              <a:gd name="connsiteX250" fmla="*/ 225994 w 994371"/>
              <a:gd name="connsiteY250" fmla="*/ 356095 h 358818"/>
              <a:gd name="connsiteX251" fmla="*/ 226898 w 994371"/>
              <a:gd name="connsiteY251" fmla="*/ 356472 h 358818"/>
              <a:gd name="connsiteX252" fmla="*/ 227801 w 994371"/>
              <a:gd name="connsiteY252" fmla="*/ 356822 h 358818"/>
              <a:gd name="connsiteX253" fmla="*/ 228705 w 994371"/>
              <a:gd name="connsiteY253" fmla="*/ 357143 h 358818"/>
              <a:gd name="connsiteX254" fmla="*/ 229609 w 994371"/>
              <a:gd name="connsiteY254" fmla="*/ 357437 h 358818"/>
              <a:gd name="connsiteX255" fmla="*/ 230514 w 994371"/>
              <a:gd name="connsiteY255" fmla="*/ 357701 h 358818"/>
              <a:gd name="connsiteX256" fmla="*/ 231418 w 994371"/>
              <a:gd name="connsiteY256" fmla="*/ 357938 h 358818"/>
              <a:gd name="connsiteX257" fmla="*/ 232321 w 994371"/>
              <a:gd name="connsiteY257" fmla="*/ 358148 h 358818"/>
              <a:gd name="connsiteX258" fmla="*/ 233225 w 994371"/>
              <a:gd name="connsiteY258" fmla="*/ 358329 h 358818"/>
              <a:gd name="connsiteX259" fmla="*/ 234129 w 994371"/>
              <a:gd name="connsiteY259" fmla="*/ 358480 h 358818"/>
              <a:gd name="connsiteX260" fmla="*/ 235033 w 994371"/>
              <a:gd name="connsiteY260" fmla="*/ 358605 h 358818"/>
              <a:gd name="connsiteX261" fmla="*/ 235938 w 994371"/>
              <a:gd name="connsiteY261" fmla="*/ 358701 h 358818"/>
              <a:gd name="connsiteX262" fmla="*/ 236842 w 994371"/>
              <a:gd name="connsiteY262" fmla="*/ 358769 h 358818"/>
              <a:gd name="connsiteX263" fmla="*/ 237745 w 994371"/>
              <a:gd name="connsiteY263" fmla="*/ 358807 h 358818"/>
              <a:gd name="connsiteX264" fmla="*/ 238649 w 994371"/>
              <a:gd name="connsiteY264" fmla="*/ 358819 h 358818"/>
              <a:gd name="connsiteX265" fmla="*/ 239553 w 994371"/>
              <a:gd name="connsiteY265" fmla="*/ 358801 h 358818"/>
              <a:gd name="connsiteX266" fmla="*/ 240456 w 994371"/>
              <a:gd name="connsiteY266" fmla="*/ 358756 h 358818"/>
              <a:gd name="connsiteX267" fmla="*/ 241362 w 994371"/>
              <a:gd name="connsiteY267" fmla="*/ 358681 h 358818"/>
              <a:gd name="connsiteX268" fmla="*/ 242265 w 994371"/>
              <a:gd name="connsiteY268" fmla="*/ 358580 h 358818"/>
              <a:gd name="connsiteX269" fmla="*/ 243169 w 994371"/>
              <a:gd name="connsiteY269" fmla="*/ 358448 h 358818"/>
              <a:gd name="connsiteX270" fmla="*/ 244073 w 994371"/>
              <a:gd name="connsiteY270" fmla="*/ 358289 h 358818"/>
              <a:gd name="connsiteX271" fmla="*/ 244977 w 994371"/>
              <a:gd name="connsiteY271" fmla="*/ 358103 h 358818"/>
              <a:gd name="connsiteX272" fmla="*/ 245880 w 994371"/>
              <a:gd name="connsiteY272" fmla="*/ 357887 h 358818"/>
              <a:gd name="connsiteX273" fmla="*/ 246786 w 994371"/>
              <a:gd name="connsiteY273" fmla="*/ 357643 h 358818"/>
              <a:gd name="connsiteX274" fmla="*/ 247689 w 994371"/>
              <a:gd name="connsiteY274" fmla="*/ 357372 h 358818"/>
              <a:gd name="connsiteX275" fmla="*/ 248593 w 994371"/>
              <a:gd name="connsiteY275" fmla="*/ 357071 h 358818"/>
              <a:gd name="connsiteX276" fmla="*/ 249497 w 994371"/>
              <a:gd name="connsiteY276" fmla="*/ 356744 h 358818"/>
              <a:gd name="connsiteX277" fmla="*/ 250400 w 994371"/>
              <a:gd name="connsiteY277" fmla="*/ 356389 h 358818"/>
              <a:gd name="connsiteX278" fmla="*/ 251306 w 994371"/>
              <a:gd name="connsiteY278" fmla="*/ 356005 h 358818"/>
              <a:gd name="connsiteX279" fmla="*/ 252209 w 994371"/>
              <a:gd name="connsiteY279" fmla="*/ 355593 h 358818"/>
              <a:gd name="connsiteX280" fmla="*/ 253113 w 994371"/>
              <a:gd name="connsiteY280" fmla="*/ 355153 h 358818"/>
              <a:gd name="connsiteX281" fmla="*/ 254017 w 994371"/>
              <a:gd name="connsiteY281" fmla="*/ 354686 h 358818"/>
              <a:gd name="connsiteX282" fmla="*/ 254921 w 994371"/>
              <a:gd name="connsiteY282" fmla="*/ 354191 h 358818"/>
              <a:gd name="connsiteX283" fmla="*/ 255824 w 994371"/>
              <a:gd name="connsiteY283" fmla="*/ 353669 h 358818"/>
              <a:gd name="connsiteX284" fmla="*/ 256728 w 994371"/>
              <a:gd name="connsiteY284" fmla="*/ 353118 h 358818"/>
              <a:gd name="connsiteX285" fmla="*/ 257633 w 994371"/>
              <a:gd name="connsiteY285" fmla="*/ 352541 h 358818"/>
              <a:gd name="connsiteX286" fmla="*/ 258537 w 994371"/>
              <a:gd name="connsiteY286" fmla="*/ 351937 h 358818"/>
              <a:gd name="connsiteX287" fmla="*/ 259441 w 994371"/>
              <a:gd name="connsiteY287" fmla="*/ 351304 h 358818"/>
              <a:gd name="connsiteX288" fmla="*/ 260344 w 994371"/>
              <a:gd name="connsiteY288" fmla="*/ 350644 h 358818"/>
              <a:gd name="connsiteX289" fmla="*/ 261248 w 994371"/>
              <a:gd name="connsiteY289" fmla="*/ 349958 h 358818"/>
              <a:gd name="connsiteX290" fmla="*/ 262153 w 994371"/>
              <a:gd name="connsiteY290" fmla="*/ 349245 h 358818"/>
              <a:gd name="connsiteX291" fmla="*/ 263057 w 994371"/>
              <a:gd name="connsiteY291" fmla="*/ 348505 h 358818"/>
              <a:gd name="connsiteX292" fmla="*/ 263961 w 994371"/>
              <a:gd name="connsiteY292" fmla="*/ 347739 h 358818"/>
              <a:gd name="connsiteX293" fmla="*/ 264865 w 994371"/>
              <a:gd name="connsiteY293" fmla="*/ 346945 h 358818"/>
              <a:gd name="connsiteX294" fmla="*/ 265768 w 994371"/>
              <a:gd name="connsiteY294" fmla="*/ 346126 h 358818"/>
              <a:gd name="connsiteX295" fmla="*/ 266672 w 994371"/>
              <a:gd name="connsiteY295" fmla="*/ 345280 h 358818"/>
              <a:gd name="connsiteX296" fmla="*/ 267576 w 994371"/>
              <a:gd name="connsiteY296" fmla="*/ 344406 h 358818"/>
              <a:gd name="connsiteX297" fmla="*/ 268481 w 994371"/>
              <a:gd name="connsiteY297" fmla="*/ 343509 h 358818"/>
              <a:gd name="connsiteX298" fmla="*/ 269385 w 994371"/>
              <a:gd name="connsiteY298" fmla="*/ 342584 h 358818"/>
              <a:gd name="connsiteX299" fmla="*/ 270288 w 994371"/>
              <a:gd name="connsiteY299" fmla="*/ 341634 h 358818"/>
              <a:gd name="connsiteX300" fmla="*/ 271192 w 994371"/>
              <a:gd name="connsiteY300" fmla="*/ 340659 h 358818"/>
              <a:gd name="connsiteX301" fmla="*/ 272096 w 994371"/>
              <a:gd name="connsiteY301" fmla="*/ 339657 h 358818"/>
              <a:gd name="connsiteX302" fmla="*/ 273001 w 994371"/>
              <a:gd name="connsiteY302" fmla="*/ 338632 h 358818"/>
              <a:gd name="connsiteX303" fmla="*/ 273905 w 994371"/>
              <a:gd name="connsiteY303" fmla="*/ 337579 h 358818"/>
              <a:gd name="connsiteX304" fmla="*/ 274809 w 994371"/>
              <a:gd name="connsiteY304" fmla="*/ 336502 h 358818"/>
              <a:gd name="connsiteX305" fmla="*/ 275712 w 994371"/>
              <a:gd name="connsiteY305" fmla="*/ 335403 h 358818"/>
              <a:gd name="connsiteX306" fmla="*/ 276616 w 994371"/>
              <a:gd name="connsiteY306" fmla="*/ 334276 h 358818"/>
              <a:gd name="connsiteX307" fmla="*/ 277520 w 994371"/>
              <a:gd name="connsiteY307" fmla="*/ 333125 h 358818"/>
              <a:gd name="connsiteX308" fmla="*/ 278423 w 994371"/>
              <a:gd name="connsiteY308" fmla="*/ 331951 h 358818"/>
              <a:gd name="connsiteX309" fmla="*/ 279329 w 994371"/>
              <a:gd name="connsiteY309" fmla="*/ 330751 h 358818"/>
              <a:gd name="connsiteX310" fmla="*/ 280232 w 994371"/>
              <a:gd name="connsiteY310" fmla="*/ 329529 h 358818"/>
              <a:gd name="connsiteX311" fmla="*/ 281136 w 994371"/>
              <a:gd name="connsiteY311" fmla="*/ 328283 h 358818"/>
              <a:gd name="connsiteX312" fmla="*/ 282040 w 994371"/>
              <a:gd name="connsiteY312" fmla="*/ 327014 h 358818"/>
              <a:gd name="connsiteX313" fmla="*/ 282943 w 994371"/>
              <a:gd name="connsiteY313" fmla="*/ 325719 h 358818"/>
              <a:gd name="connsiteX314" fmla="*/ 283849 w 994371"/>
              <a:gd name="connsiteY314" fmla="*/ 324404 h 358818"/>
              <a:gd name="connsiteX315" fmla="*/ 284753 w 994371"/>
              <a:gd name="connsiteY315" fmla="*/ 323065 h 358818"/>
              <a:gd name="connsiteX316" fmla="*/ 285656 w 994371"/>
              <a:gd name="connsiteY316" fmla="*/ 321703 h 358818"/>
              <a:gd name="connsiteX317" fmla="*/ 286560 w 994371"/>
              <a:gd name="connsiteY317" fmla="*/ 320319 h 358818"/>
              <a:gd name="connsiteX318" fmla="*/ 287464 w 994371"/>
              <a:gd name="connsiteY318" fmla="*/ 318912 h 358818"/>
              <a:gd name="connsiteX319" fmla="*/ 288367 w 994371"/>
              <a:gd name="connsiteY319" fmla="*/ 317483 h 358818"/>
              <a:gd name="connsiteX320" fmla="*/ 289271 w 994371"/>
              <a:gd name="connsiteY320" fmla="*/ 316033 h 358818"/>
              <a:gd name="connsiteX321" fmla="*/ 290176 w 994371"/>
              <a:gd name="connsiteY321" fmla="*/ 314560 h 358818"/>
              <a:gd name="connsiteX322" fmla="*/ 291080 w 994371"/>
              <a:gd name="connsiteY322" fmla="*/ 313066 h 358818"/>
              <a:gd name="connsiteX323" fmla="*/ 291984 w 994371"/>
              <a:gd name="connsiteY323" fmla="*/ 311553 h 358818"/>
              <a:gd name="connsiteX324" fmla="*/ 292887 w 994371"/>
              <a:gd name="connsiteY324" fmla="*/ 310018 h 358818"/>
              <a:gd name="connsiteX325" fmla="*/ 293791 w 994371"/>
              <a:gd name="connsiteY325" fmla="*/ 308461 h 358818"/>
              <a:gd name="connsiteX326" fmla="*/ 294696 w 994371"/>
              <a:gd name="connsiteY326" fmla="*/ 306885 h 358818"/>
              <a:gd name="connsiteX327" fmla="*/ 295600 w 994371"/>
              <a:gd name="connsiteY327" fmla="*/ 305288 h 358818"/>
              <a:gd name="connsiteX328" fmla="*/ 296504 w 994371"/>
              <a:gd name="connsiteY328" fmla="*/ 303672 h 358818"/>
              <a:gd name="connsiteX329" fmla="*/ 297408 w 994371"/>
              <a:gd name="connsiteY329" fmla="*/ 302036 h 358818"/>
              <a:gd name="connsiteX330" fmla="*/ 298311 w 994371"/>
              <a:gd name="connsiteY330" fmla="*/ 300381 h 358818"/>
              <a:gd name="connsiteX331" fmla="*/ 299215 w 994371"/>
              <a:gd name="connsiteY331" fmla="*/ 298707 h 358818"/>
              <a:gd name="connsiteX332" fmla="*/ 300119 w 994371"/>
              <a:gd name="connsiteY332" fmla="*/ 297012 h 358818"/>
              <a:gd name="connsiteX333" fmla="*/ 301024 w 994371"/>
              <a:gd name="connsiteY333" fmla="*/ 295301 h 358818"/>
              <a:gd name="connsiteX334" fmla="*/ 301928 w 994371"/>
              <a:gd name="connsiteY334" fmla="*/ 293572 h 358818"/>
              <a:gd name="connsiteX335" fmla="*/ 302831 w 994371"/>
              <a:gd name="connsiteY335" fmla="*/ 291823 h 358818"/>
              <a:gd name="connsiteX336" fmla="*/ 303735 w 994371"/>
              <a:gd name="connsiteY336" fmla="*/ 290057 h 358818"/>
              <a:gd name="connsiteX337" fmla="*/ 304639 w 994371"/>
              <a:gd name="connsiteY337" fmla="*/ 288273 h 358818"/>
              <a:gd name="connsiteX338" fmla="*/ 305544 w 994371"/>
              <a:gd name="connsiteY338" fmla="*/ 286474 h 358818"/>
              <a:gd name="connsiteX339" fmla="*/ 306448 w 994371"/>
              <a:gd name="connsiteY339" fmla="*/ 284655 h 358818"/>
              <a:gd name="connsiteX340" fmla="*/ 307352 w 994371"/>
              <a:gd name="connsiteY340" fmla="*/ 282821 h 358818"/>
              <a:gd name="connsiteX341" fmla="*/ 308255 w 994371"/>
              <a:gd name="connsiteY341" fmla="*/ 280970 h 358818"/>
              <a:gd name="connsiteX342" fmla="*/ 309159 w 994371"/>
              <a:gd name="connsiteY342" fmla="*/ 279105 h 358818"/>
              <a:gd name="connsiteX343" fmla="*/ 310063 w 994371"/>
              <a:gd name="connsiteY343" fmla="*/ 277222 h 358818"/>
              <a:gd name="connsiteX344" fmla="*/ 310966 w 994371"/>
              <a:gd name="connsiteY344" fmla="*/ 275325 h 358818"/>
              <a:gd name="connsiteX345" fmla="*/ 311872 w 994371"/>
              <a:gd name="connsiteY345" fmla="*/ 273412 h 358818"/>
              <a:gd name="connsiteX346" fmla="*/ 312775 w 994371"/>
              <a:gd name="connsiteY346" fmla="*/ 271485 h 358818"/>
              <a:gd name="connsiteX347" fmla="*/ 313679 w 994371"/>
              <a:gd name="connsiteY347" fmla="*/ 269543 h 358818"/>
              <a:gd name="connsiteX348" fmla="*/ 314583 w 994371"/>
              <a:gd name="connsiteY348" fmla="*/ 267586 h 358818"/>
              <a:gd name="connsiteX349" fmla="*/ 315487 w 994371"/>
              <a:gd name="connsiteY349" fmla="*/ 265616 h 358818"/>
              <a:gd name="connsiteX350" fmla="*/ 316392 w 994371"/>
              <a:gd name="connsiteY350" fmla="*/ 263631 h 358818"/>
              <a:gd name="connsiteX351" fmla="*/ 317296 w 994371"/>
              <a:gd name="connsiteY351" fmla="*/ 261634 h 358818"/>
              <a:gd name="connsiteX352" fmla="*/ 318199 w 994371"/>
              <a:gd name="connsiteY352" fmla="*/ 259624 h 358818"/>
              <a:gd name="connsiteX353" fmla="*/ 319103 w 994371"/>
              <a:gd name="connsiteY353" fmla="*/ 257600 h 358818"/>
              <a:gd name="connsiteX354" fmla="*/ 320007 w 994371"/>
              <a:gd name="connsiteY354" fmla="*/ 255565 h 358818"/>
              <a:gd name="connsiteX355" fmla="*/ 320910 w 994371"/>
              <a:gd name="connsiteY355" fmla="*/ 253519 h 358818"/>
              <a:gd name="connsiteX356" fmla="*/ 321814 w 994371"/>
              <a:gd name="connsiteY356" fmla="*/ 251459 h 358818"/>
              <a:gd name="connsiteX357" fmla="*/ 322719 w 994371"/>
              <a:gd name="connsiteY357" fmla="*/ 249389 h 358818"/>
              <a:gd name="connsiteX358" fmla="*/ 323623 w 994371"/>
              <a:gd name="connsiteY358" fmla="*/ 247308 h 358818"/>
              <a:gd name="connsiteX359" fmla="*/ 324527 w 994371"/>
              <a:gd name="connsiteY359" fmla="*/ 245214 h 358818"/>
              <a:gd name="connsiteX360" fmla="*/ 325430 w 994371"/>
              <a:gd name="connsiteY360" fmla="*/ 243113 h 358818"/>
              <a:gd name="connsiteX361" fmla="*/ 326334 w 994371"/>
              <a:gd name="connsiteY361" fmla="*/ 241000 h 358818"/>
              <a:gd name="connsiteX362" fmla="*/ 327240 w 994371"/>
              <a:gd name="connsiteY362" fmla="*/ 238877 h 358818"/>
              <a:gd name="connsiteX363" fmla="*/ 328143 w 994371"/>
              <a:gd name="connsiteY363" fmla="*/ 236746 h 358818"/>
              <a:gd name="connsiteX364" fmla="*/ 329047 w 994371"/>
              <a:gd name="connsiteY364" fmla="*/ 234606 h 358818"/>
              <a:gd name="connsiteX365" fmla="*/ 329951 w 994371"/>
              <a:gd name="connsiteY365" fmla="*/ 232456 h 358818"/>
              <a:gd name="connsiteX366" fmla="*/ 330854 w 994371"/>
              <a:gd name="connsiteY366" fmla="*/ 230299 h 358818"/>
              <a:gd name="connsiteX367" fmla="*/ 331758 w 994371"/>
              <a:gd name="connsiteY367" fmla="*/ 228132 h 358818"/>
              <a:gd name="connsiteX368" fmla="*/ 332662 w 994371"/>
              <a:gd name="connsiteY368" fmla="*/ 225958 h 358818"/>
              <a:gd name="connsiteX369" fmla="*/ 333567 w 994371"/>
              <a:gd name="connsiteY369" fmla="*/ 223778 h 358818"/>
              <a:gd name="connsiteX370" fmla="*/ 334471 w 994371"/>
              <a:gd name="connsiteY370" fmla="*/ 221589 h 358818"/>
              <a:gd name="connsiteX371" fmla="*/ 335374 w 994371"/>
              <a:gd name="connsiteY371" fmla="*/ 219394 h 358818"/>
              <a:gd name="connsiteX372" fmla="*/ 336278 w 994371"/>
              <a:gd name="connsiteY372" fmla="*/ 217193 h 358818"/>
              <a:gd name="connsiteX373" fmla="*/ 337182 w 994371"/>
              <a:gd name="connsiteY373" fmla="*/ 214987 h 358818"/>
              <a:gd name="connsiteX374" fmla="*/ 338086 w 994371"/>
              <a:gd name="connsiteY374" fmla="*/ 212775 h 358818"/>
              <a:gd name="connsiteX375" fmla="*/ 338991 w 994371"/>
              <a:gd name="connsiteY375" fmla="*/ 210557 h 358818"/>
              <a:gd name="connsiteX376" fmla="*/ 339895 w 994371"/>
              <a:gd name="connsiteY376" fmla="*/ 208334 h 358818"/>
              <a:gd name="connsiteX377" fmla="*/ 340798 w 994371"/>
              <a:gd name="connsiteY377" fmla="*/ 206106 h 358818"/>
              <a:gd name="connsiteX378" fmla="*/ 341702 w 994371"/>
              <a:gd name="connsiteY378" fmla="*/ 203875 h 358818"/>
              <a:gd name="connsiteX379" fmla="*/ 342606 w 994371"/>
              <a:gd name="connsiteY379" fmla="*/ 201640 h 358818"/>
              <a:gd name="connsiteX380" fmla="*/ 343511 w 994371"/>
              <a:gd name="connsiteY380" fmla="*/ 199402 h 358818"/>
              <a:gd name="connsiteX381" fmla="*/ 344415 w 994371"/>
              <a:gd name="connsiteY381" fmla="*/ 197159 h 358818"/>
              <a:gd name="connsiteX382" fmla="*/ 345318 w 994371"/>
              <a:gd name="connsiteY382" fmla="*/ 194915 h 358818"/>
              <a:gd name="connsiteX383" fmla="*/ 346222 w 994371"/>
              <a:gd name="connsiteY383" fmla="*/ 192667 h 358818"/>
              <a:gd name="connsiteX384" fmla="*/ 347126 w 994371"/>
              <a:gd name="connsiteY384" fmla="*/ 190418 h 358818"/>
              <a:gd name="connsiteX385" fmla="*/ 348030 w 994371"/>
              <a:gd name="connsiteY385" fmla="*/ 188167 h 358818"/>
              <a:gd name="connsiteX386" fmla="*/ 348933 w 994371"/>
              <a:gd name="connsiteY386" fmla="*/ 185915 h 358818"/>
              <a:gd name="connsiteX387" fmla="*/ 349839 w 994371"/>
              <a:gd name="connsiteY387" fmla="*/ 183660 h 358818"/>
              <a:gd name="connsiteX388" fmla="*/ 350742 w 994371"/>
              <a:gd name="connsiteY388" fmla="*/ 181406 h 358818"/>
              <a:gd name="connsiteX389" fmla="*/ 351646 w 994371"/>
              <a:gd name="connsiteY389" fmla="*/ 179152 h 358818"/>
              <a:gd name="connsiteX390" fmla="*/ 352550 w 994371"/>
              <a:gd name="connsiteY390" fmla="*/ 176898 h 358818"/>
              <a:gd name="connsiteX391" fmla="*/ 353453 w 994371"/>
              <a:gd name="connsiteY391" fmla="*/ 174643 h 358818"/>
              <a:gd name="connsiteX392" fmla="*/ 354359 w 994371"/>
              <a:gd name="connsiteY392" fmla="*/ 172391 h 358818"/>
              <a:gd name="connsiteX393" fmla="*/ 355262 w 994371"/>
              <a:gd name="connsiteY393" fmla="*/ 170138 h 358818"/>
              <a:gd name="connsiteX394" fmla="*/ 356166 w 994371"/>
              <a:gd name="connsiteY394" fmla="*/ 167887 h 358818"/>
              <a:gd name="connsiteX395" fmla="*/ 357070 w 994371"/>
              <a:gd name="connsiteY395" fmla="*/ 165638 h 358818"/>
              <a:gd name="connsiteX396" fmla="*/ 357974 w 994371"/>
              <a:gd name="connsiteY396" fmla="*/ 163392 h 358818"/>
              <a:gd name="connsiteX397" fmla="*/ 358877 w 994371"/>
              <a:gd name="connsiteY397" fmla="*/ 161148 h 358818"/>
              <a:gd name="connsiteX398" fmla="*/ 359781 w 994371"/>
              <a:gd name="connsiteY398" fmla="*/ 158907 h 358818"/>
              <a:gd name="connsiteX399" fmla="*/ 360686 w 994371"/>
              <a:gd name="connsiteY399" fmla="*/ 156669 h 358818"/>
              <a:gd name="connsiteX400" fmla="*/ 361590 w 994371"/>
              <a:gd name="connsiteY400" fmla="*/ 154433 h 358818"/>
              <a:gd name="connsiteX401" fmla="*/ 362494 w 994371"/>
              <a:gd name="connsiteY401" fmla="*/ 152204 h 358818"/>
              <a:gd name="connsiteX402" fmla="*/ 363397 w 994371"/>
              <a:gd name="connsiteY402" fmla="*/ 149978 h 358818"/>
              <a:gd name="connsiteX403" fmla="*/ 364301 w 994371"/>
              <a:gd name="connsiteY403" fmla="*/ 147755 h 358818"/>
              <a:gd name="connsiteX404" fmla="*/ 365206 w 994371"/>
              <a:gd name="connsiteY404" fmla="*/ 145539 h 358818"/>
              <a:gd name="connsiteX405" fmla="*/ 366110 w 994371"/>
              <a:gd name="connsiteY405" fmla="*/ 143328 h 358818"/>
              <a:gd name="connsiteX406" fmla="*/ 367014 w 994371"/>
              <a:gd name="connsiteY406" fmla="*/ 141122 h 358818"/>
              <a:gd name="connsiteX407" fmla="*/ 367917 w 994371"/>
              <a:gd name="connsiteY407" fmla="*/ 138923 h 358818"/>
              <a:gd name="connsiteX408" fmla="*/ 368821 w 994371"/>
              <a:gd name="connsiteY408" fmla="*/ 136730 h 358818"/>
              <a:gd name="connsiteX409" fmla="*/ 369725 w 994371"/>
              <a:gd name="connsiteY409" fmla="*/ 134544 h 358818"/>
              <a:gd name="connsiteX410" fmla="*/ 370629 w 994371"/>
              <a:gd name="connsiteY410" fmla="*/ 132364 h 358818"/>
              <a:gd name="connsiteX411" fmla="*/ 371534 w 994371"/>
              <a:gd name="connsiteY411" fmla="*/ 130192 h 358818"/>
              <a:gd name="connsiteX412" fmla="*/ 372438 w 994371"/>
              <a:gd name="connsiteY412" fmla="*/ 128028 h 358818"/>
              <a:gd name="connsiteX413" fmla="*/ 373341 w 994371"/>
              <a:gd name="connsiteY413" fmla="*/ 125872 h 358818"/>
              <a:gd name="connsiteX414" fmla="*/ 374245 w 994371"/>
              <a:gd name="connsiteY414" fmla="*/ 123724 h 358818"/>
              <a:gd name="connsiteX415" fmla="*/ 375149 w 994371"/>
              <a:gd name="connsiteY415" fmla="*/ 121586 h 358818"/>
              <a:gd name="connsiteX416" fmla="*/ 376054 w 994371"/>
              <a:gd name="connsiteY416" fmla="*/ 119456 h 358818"/>
              <a:gd name="connsiteX417" fmla="*/ 376958 w 994371"/>
              <a:gd name="connsiteY417" fmla="*/ 117336 h 358818"/>
              <a:gd name="connsiteX418" fmla="*/ 377862 w 994371"/>
              <a:gd name="connsiteY418" fmla="*/ 115226 h 358818"/>
              <a:gd name="connsiteX419" fmla="*/ 378765 w 994371"/>
              <a:gd name="connsiteY419" fmla="*/ 113125 h 358818"/>
              <a:gd name="connsiteX420" fmla="*/ 379669 w 994371"/>
              <a:gd name="connsiteY420" fmla="*/ 111036 h 358818"/>
              <a:gd name="connsiteX421" fmla="*/ 380573 w 994371"/>
              <a:gd name="connsiteY421" fmla="*/ 108957 h 358818"/>
              <a:gd name="connsiteX422" fmla="*/ 381476 w 994371"/>
              <a:gd name="connsiteY422" fmla="*/ 106889 h 358818"/>
              <a:gd name="connsiteX423" fmla="*/ 382382 w 994371"/>
              <a:gd name="connsiteY423" fmla="*/ 104832 h 358818"/>
              <a:gd name="connsiteX424" fmla="*/ 383285 w 994371"/>
              <a:gd name="connsiteY424" fmla="*/ 102788 h 358818"/>
              <a:gd name="connsiteX425" fmla="*/ 384189 w 994371"/>
              <a:gd name="connsiteY425" fmla="*/ 100756 h 358818"/>
              <a:gd name="connsiteX426" fmla="*/ 385093 w 994371"/>
              <a:gd name="connsiteY426" fmla="*/ 98735 h 358818"/>
              <a:gd name="connsiteX427" fmla="*/ 385996 w 994371"/>
              <a:gd name="connsiteY427" fmla="*/ 96728 h 358818"/>
              <a:gd name="connsiteX428" fmla="*/ 386902 w 994371"/>
              <a:gd name="connsiteY428" fmla="*/ 94734 h 358818"/>
              <a:gd name="connsiteX429" fmla="*/ 387805 w 994371"/>
              <a:gd name="connsiteY429" fmla="*/ 92753 h 358818"/>
              <a:gd name="connsiteX430" fmla="*/ 388709 w 994371"/>
              <a:gd name="connsiteY430" fmla="*/ 90786 h 358818"/>
              <a:gd name="connsiteX431" fmla="*/ 389613 w 994371"/>
              <a:gd name="connsiteY431" fmla="*/ 88833 h 358818"/>
              <a:gd name="connsiteX432" fmla="*/ 390517 w 994371"/>
              <a:gd name="connsiteY432" fmla="*/ 86894 h 358818"/>
              <a:gd name="connsiteX433" fmla="*/ 391420 w 994371"/>
              <a:gd name="connsiteY433" fmla="*/ 84969 h 358818"/>
              <a:gd name="connsiteX434" fmla="*/ 392324 w 994371"/>
              <a:gd name="connsiteY434" fmla="*/ 83060 h 358818"/>
              <a:gd name="connsiteX435" fmla="*/ 393229 w 994371"/>
              <a:gd name="connsiteY435" fmla="*/ 81166 h 358818"/>
              <a:gd name="connsiteX436" fmla="*/ 394133 w 994371"/>
              <a:gd name="connsiteY436" fmla="*/ 79287 h 358818"/>
              <a:gd name="connsiteX437" fmla="*/ 395037 w 994371"/>
              <a:gd name="connsiteY437" fmla="*/ 77424 h 358818"/>
              <a:gd name="connsiteX438" fmla="*/ 395940 w 994371"/>
              <a:gd name="connsiteY438" fmla="*/ 75578 h 358818"/>
              <a:gd name="connsiteX439" fmla="*/ 396844 w 994371"/>
              <a:gd name="connsiteY439" fmla="*/ 73747 h 358818"/>
              <a:gd name="connsiteX440" fmla="*/ 397749 w 994371"/>
              <a:gd name="connsiteY440" fmla="*/ 71934 h 358818"/>
              <a:gd name="connsiteX441" fmla="*/ 398653 w 994371"/>
              <a:gd name="connsiteY441" fmla="*/ 70137 h 358818"/>
              <a:gd name="connsiteX442" fmla="*/ 399557 w 994371"/>
              <a:gd name="connsiteY442" fmla="*/ 68358 h 358818"/>
              <a:gd name="connsiteX443" fmla="*/ 400461 w 994371"/>
              <a:gd name="connsiteY443" fmla="*/ 66595 h 358818"/>
              <a:gd name="connsiteX444" fmla="*/ 401364 w 994371"/>
              <a:gd name="connsiteY444" fmla="*/ 64851 h 358818"/>
              <a:gd name="connsiteX445" fmla="*/ 402268 w 994371"/>
              <a:gd name="connsiteY445" fmla="*/ 63125 h 358818"/>
              <a:gd name="connsiteX446" fmla="*/ 403172 w 994371"/>
              <a:gd name="connsiteY446" fmla="*/ 61418 h 358818"/>
              <a:gd name="connsiteX447" fmla="*/ 404077 w 994371"/>
              <a:gd name="connsiteY447" fmla="*/ 59729 h 358818"/>
              <a:gd name="connsiteX448" fmla="*/ 404981 w 994371"/>
              <a:gd name="connsiteY448" fmla="*/ 58059 h 358818"/>
              <a:gd name="connsiteX449" fmla="*/ 405884 w 994371"/>
              <a:gd name="connsiteY449" fmla="*/ 56408 h 358818"/>
              <a:gd name="connsiteX450" fmla="*/ 406788 w 994371"/>
              <a:gd name="connsiteY450" fmla="*/ 54776 h 358818"/>
              <a:gd name="connsiteX451" fmla="*/ 407692 w 994371"/>
              <a:gd name="connsiteY451" fmla="*/ 53165 h 358818"/>
              <a:gd name="connsiteX452" fmla="*/ 408597 w 994371"/>
              <a:gd name="connsiteY452" fmla="*/ 51573 h 358818"/>
              <a:gd name="connsiteX453" fmla="*/ 409501 w 994371"/>
              <a:gd name="connsiteY453" fmla="*/ 50001 h 358818"/>
              <a:gd name="connsiteX454" fmla="*/ 410405 w 994371"/>
              <a:gd name="connsiteY454" fmla="*/ 48450 h 358818"/>
              <a:gd name="connsiteX455" fmla="*/ 411308 w 994371"/>
              <a:gd name="connsiteY455" fmla="*/ 46919 h 358818"/>
              <a:gd name="connsiteX456" fmla="*/ 412212 w 994371"/>
              <a:gd name="connsiteY456" fmla="*/ 45409 h 358818"/>
              <a:gd name="connsiteX457" fmla="*/ 413116 w 994371"/>
              <a:gd name="connsiteY457" fmla="*/ 43921 h 358818"/>
              <a:gd name="connsiteX458" fmla="*/ 414019 w 994371"/>
              <a:gd name="connsiteY458" fmla="*/ 42454 h 358818"/>
              <a:gd name="connsiteX459" fmla="*/ 414925 w 994371"/>
              <a:gd name="connsiteY459" fmla="*/ 41008 h 358818"/>
              <a:gd name="connsiteX460" fmla="*/ 415828 w 994371"/>
              <a:gd name="connsiteY460" fmla="*/ 39585 h 358818"/>
              <a:gd name="connsiteX461" fmla="*/ 416732 w 994371"/>
              <a:gd name="connsiteY461" fmla="*/ 38183 h 358818"/>
              <a:gd name="connsiteX462" fmla="*/ 417636 w 994371"/>
              <a:gd name="connsiteY462" fmla="*/ 36804 h 358818"/>
              <a:gd name="connsiteX463" fmla="*/ 418539 w 994371"/>
              <a:gd name="connsiteY463" fmla="*/ 35447 h 358818"/>
              <a:gd name="connsiteX464" fmla="*/ 419445 w 994371"/>
              <a:gd name="connsiteY464" fmla="*/ 34113 h 358818"/>
              <a:gd name="connsiteX465" fmla="*/ 420349 w 994371"/>
              <a:gd name="connsiteY465" fmla="*/ 32802 h 358818"/>
              <a:gd name="connsiteX466" fmla="*/ 421252 w 994371"/>
              <a:gd name="connsiteY466" fmla="*/ 31514 h 358818"/>
              <a:gd name="connsiteX467" fmla="*/ 422156 w 994371"/>
              <a:gd name="connsiteY467" fmla="*/ 30250 h 358818"/>
              <a:gd name="connsiteX468" fmla="*/ 423060 w 994371"/>
              <a:gd name="connsiteY468" fmla="*/ 29009 h 358818"/>
              <a:gd name="connsiteX469" fmla="*/ 423963 w 994371"/>
              <a:gd name="connsiteY469" fmla="*/ 27791 h 358818"/>
              <a:gd name="connsiteX470" fmla="*/ 424867 w 994371"/>
              <a:gd name="connsiteY470" fmla="*/ 26598 h 358818"/>
              <a:gd name="connsiteX471" fmla="*/ 425772 w 994371"/>
              <a:gd name="connsiteY471" fmla="*/ 25429 h 358818"/>
              <a:gd name="connsiteX472" fmla="*/ 426676 w 994371"/>
              <a:gd name="connsiteY472" fmla="*/ 24284 h 358818"/>
              <a:gd name="connsiteX473" fmla="*/ 427580 w 994371"/>
              <a:gd name="connsiteY473" fmla="*/ 23164 h 358818"/>
              <a:gd name="connsiteX474" fmla="*/ 428483 w 994371"/>
              <a:gd name="connsiteY474" fmla="*/ 22068 h 358818"/>
              <a:gd name="connsiteX475" fmla="*/ 429387 w 994371"/>
              <a:gd name="connsiteY475" fmla="*/ 20997 h 358818"/>
              <a:gd name="connsiteX476" fmla="*/ 430293 w 994371"/>
              <a:gd name="connsiteY476" fmla="*/ 19951 h 358818"/>
              <a:gd name="connsiteX477" fmla="*/ 431196 w 994371"/>
              <a:gd name="connsiteY477" fmla="*/ 18931 h 358818"/>
              <a:gd name="connsiteX478" fmla="*/ 432100 w 994371"/>
              <a:gd name="connsiteY478" fmla="*/ 17935 h 358818"/>
              <a:gd name="connsiteX479" fmla="*/ 433004 w 994371"/>
              <a:gd name="connsiteY479" fmla="*/ 16965 h 358818"/>
              <a:gd name="connsiteX480" fmla="*/ 433907 w 994371"/>
              <a:gd name="connsiteY480" fmla="*/ 16021 h 358818"/>
              <a:gd name="connsiteX481" fmla="*/ 434811 w 994371"/>
              <a:gd name="connsiteY481" fmla="*/ 15103 h 358818"/>
              <a:gd name="connsiteX482" fmla="*/ 435715 w 994371"/>
              <a:gd name="connsiteY482" fmla="*/ 14211 h 358818"/>
              <a:gd name="connsiteX483" fmla="*/ 436620 w 994371"/>
              <a:gd name="connsiteY483" fmla="*/ 13344 h 358818"/>
              <a:gd name="connsiteX484" fmla="*/ 437524 w 994371"/>
              <a:gd name="connsiteY484" fmla="*/ 12504 h 358818"/>
              <a:gd name="connsiteX485" fmla="*/ 438427 w 994371"/>
              <a:gd name="connsiteY485" fmla="*/ 11690 h 358818"/>
              <a:gd name="connsiteX486" fmla="*/ 439331 w 994371"/>
              <a:gd name="connsiteY486" fmla="*/ 10903 h 358818"/>
              <a:gd name="connsiteX487" fmla="*/ 440235 w 994371"/>
              <a:gd name="connsiteY487" fmla="*/ 10142 h 358818"/>
              <a:gd name="connsiteX488" fmla="*/ 441140 w 994371"/>
              <a:gd name="connsiteY488" fmla="*/ 9409 h 358818"/>
              <a:gd name="connsiteX489" fmla="*/ 442044 w 994371"/>
              <a:gd name="connsiteY489" fmla="*/ 8702 h 358818"/>
              <a:gd name="connsiteX490" fmla="*/ 442948 w 994371"/>
              <a:gd name="connsiteY490" fmla="*/ 8021 h 358818"/>
              <a:gd name="connsiteX491" fmla="*/ 443851 w 994371"/>
              <a:gd name="connsiteY491" fmla="*/ 7368 h 358818"/>
              <a:gd name="connsiteX492" fmla="*/ 444755 w 994371"/>
              <a:gd name="connsiteY492" fmla="*/ 6742 h 358818"/>
              <a:gd name="connsiteX493" fmla="*/ 445659 w 994371"/>
              <a:gd name="connsiteY493" fmla="*/ 6144 h 358818"/>
              <a:gd name="connsiteX494" fmla="*/ 446562 w 994371"/>
              <a:gd name="connsiteY494" fmla="*/ 5572 h 358818"/>
              <a:gd name="connsiteX495" fmla="*/ 447468 w 994371"/>
              <a:gd name="connsiteY495" fmla="*/ 5029 h 358818"/>
              <a:gd name="connsiteX496" fmla="*/ 448371 w 994371"/>
              <a:gd name="connsiteY496" fmla="*/ 4512 h 358818"/>
              <a:gd name="connsiteX497" fmla="*/ 449275 w 994371"/>
              <a:gd name="connsiteY497" fmla="*/ 4024 h 358818"/>
              <a:gd name="connsiteX498" fmla="*/ 450179 w 994371"/>
              <a:gd name="connsiteY498" fmla="*/ 3563 h 358818"/>
              <a:gd name="connsiteX499" fmla="*/ 451083 w 994371"/>
              <a:gd name="connsiteY499" fmla="*/ 3130 h 358818"/>
              <a:gd name="connsiteX500" fmla="*/ 451988 w 994371"/>
              <a:gd name="connsiteY500" fmla="*/ 2724 h 358818"/>
              <a:gd name="connsiteX501" fmla="*/ 452892 w 994371"/>
              <a:gd name="connsiteY501" fmla="*/ 2347 h 358818"/>
              <a:gd name="connsiteX502" fmla="*/ 453795 w 994371"/>
              <a:gd name="connsiteY502" fmla="*/ 1997 h 358818"/>
              <a:gd name="connsiteX503" fmla="*/ 454699 w 994371"/>
              <a:gd name="connsiteY503" fmla="*/ 1676 h 358818"/>
              <a:gd name="connsiteX504" fmla="*/ 455603 w 994371"/>
              <a:gd name="connsiteY504" fmla="*/ 1382 h 358818"/>
              <a:gd name="connsiteX505" fmla="*/ 456506 w 994371"/>
              <a:gd name="connsiteY505" fmla="*/ 1117 h 358818"/>
              <a:gd name="connsiteX506" fmla="*/ 457410 w 994371"/>
              <a:gd name="connsiteY506" fmla="*/ 880 h 358818"/>
              <a:gd name="connsiteX507" fmla="*/ 458315 w 994371"/>
              <a:gd name="connsiteY507" fmla="*/ 671 h 358818"/>
              <a:gd name="connsiteX508" fmla="*/ 459219 w 994371"/>
              <a:gd name="connsiteY508" fmla="*/ 490 h 358818"/>
              <a:gd name="connsiteX509" fmla="*/ 460123 w 994371"/>
              <a:gd name="connsiteY509" fmla="*/ 338 h 358818"/>
              <a:gd name="connsiteX510" fmla="*/ 461027 w 994371"/>
              <a:gd name="connsiteY510" fmla="*/ 214 h 358818"/>
              <a:gd name="connsiteX511" fmla="*/ 461930 w 994371"/>
              <a:gd name="connsiteY511" fmla="*/ 118 h 358818"/>
              <a:gd name="connsiteX512" fmla="*/ 462836 w 994371"/>
              <a:gd name="connsiteY512" fmla="*/ 50 h 358818"/>
              <a:gd name="connsiteX513" fmla="*/ 463739 w 994371"/>
              <a:gd name="connsiteY513" fmla="*/ 11 h 358818"/>
              <a:gd name="connsiteX514" fmla="*/ 464643 w 994371"/>
              <a:gd name="connsiteY514" fmla="*/ 0 h 358818"/>
              <a:gd name="connsiteX515" fmla="*/ 465547 w 994371"/>
              <a:gd name="connsiteY515" fmla="*/ 17 h 358818"/>
              <a:gd name="connsiteX516" fmla="*/ 466450 w 994371"/>
              <a:gd name="connsiteY516" fmla="*/ 63 h 358818"/>
              <a:gd name="connsiteX517" fmla="*/ 467354 w 994371"/>
              <a:gd name="connsiteY517" fmla="*/ 137 h 358818"/>
              <a:gd name="connsiteX518" fmla="*/ 468258 w 994371"/>
              <a:gd name="connsiteY518" fmla="*/ 240 h 358818"/>
              <a:gd name="connsiteX519" fmla="*/ 469163 w 994371"/>
              <a:gd name="connsiteY519" fmla="*/ 370 h 358818"/>
              <a:gd name="connsiteX520" fmla="*/ 470067 w 994371"/>
              <a:gd name="connsiteY520" fmla="*/ 529 h 358818"/>
              <a:gd name="connsiteX521" fmla="*/ 470970 w 994371"/>
              <a:gd name="connsiteY521" fmla="*/ 716 h 358818"/>
              <a:gd name="connsiteX522" fmla="*/ 471874 w 994371"/>
              <a:gd name="connsiteY522" fmla="*/ 932 h 358818"/>
              <a:gd name="connsiteX523" fmla="*/ 472778 w 994371"/>
              <a:gd name="connsiteY523" fmla="*/ 1175 h 358818"/>
              <a:gd name="connsiteX524" fmla="*/ 473683 w 994371"/>
              <a:gd name="connsiteY524" fmla="*/ 1447 h 358818"/>
              <a:gd name="connsiteX525" fmla="*/ 474587 w 994371"/>
              <a:gd name="connsiteY525" fmla="*/ 1747 h 358818"/>
              <a:gd name="connsiteX526" fmla="*/ 475491 w 994371"/>
              <a:gd name="connsiteY526" fmla="*/ 2075 h 358818"/>
              <a:gd name="connsiteX527" fmla="*/ 476394 w 994371"/>
              <a:gd name="connsiteY527" fmla="*/ 2431 h 358818"/>
              <a:gd name="connsiteX528" fmla="*/ 477298 w 994371"/>
              <a:gd name="connsiteY528" fmla="*/ 2814 h 358818"/>
              <a:gd name="connsiteX529" fmla="*/ 478202 w 994371"/>
              <a:gd name="connsiteY529" fmla="*/ 3226 h 358818"/>
              <a:gd name="connsiteX530" fmla="*/ 479107 w 994371"/>
              <a:gd name="connsiteY530" fmla="*/ 3666 h 358818"/>
              <a:gd name="connsiteX531" fmla="*/ 480011 w 994371"/>
              <a:gd name="connsiteY531" fmla="*/ 4133 h 358818"/>
              <a:gd name="connsiteX532" fmla="*/ 480914 w 994371"/>
              <a:gd name="connsiteY532" fmla="*/ 4628 h 358818"/>
              <a:gd name="connsiteX533" fmla="*/ 481818 w 994371"/>
              <a:gd name="connsiteY533" fmla="*/ 5150 h 358818"/>
              <a:gd name="connsiteX534" fmla="*/ 482722 w 994371"/>
              <a:gd name="connsiteY534" fmla="*/ 5700 h 358818"/>
              <a:gd name="connsiteX535" fmla="*/ 483626 w 994371"/>
              <a:gd name="connsiteY535" fmla="*/ 6278 h 358818"/>
              <a:gd name="connsiteX536" fmla="*/ 484529 w 994371"/>
              <a:gd name="connsiteY536" fmla="*/ 6883 h 358818"/>
              <a:gd name="connsiteX537" fmla="*/ 485435 w 994371"/>
              <a:gd name="connsiteY537" fmla="*/ 7515 h 358818"/>
              <a:gd name="connsiteX538" fmla="*/ 486338 w 994371"/>
              <a:gd name="connsiteY538" fmla="*/ 8174 h 358818"/>
              <a:gd name="connsiteX539" fmla="*/ 487242 w 994371"/>
              <a:gd name="connsiteY539" fmla="*/ 8860 h 358818"/>
              <a:gd name="connsiteX540" fmla="*/ 488146 w 994371"/>
              <a:gd name="connsiteY540" fmla="*/ 9574 h 358818"/>
              <a:gd name="connsiteX541" fmla="*/ 489049 w 994371"/>
              <a:gd name="connsiteY541" fmla="*/ 10314 h 358818"/>
              <a:gd name="connsiteX542" fmla="*/ 489955 w 994371"/>
              <a:gd name="connsiteY542" fmla="*/ 11080 h 358818"/>
              <a:gd name="connsiteX543" fmla="*/ 490858 w 994371"/>
              <a:gd name="connsiteY543" fmla="*/ 11874 h 358818"/>
              <a:gd name="connsiteX544" fmla="*/ 491762 w 994371"/>
              <a:gd name="connsiteY544" fmla="*/ 12693 h 358818"/>
              <a:gd name="connsiteX545" fmla="*/ 492666 w 994371"/>
              <a:gd name="connsiteY545" fmla="*/ 13539 h 358818"/>
              <a:gd name="connsiteX546" fmla="*/ 493570 w 994371"/>
              <a:gd name="connsiteY546" fmla="*/ 14412 h 358818"/>
              <a:gd name="connsiteX547" fmla="*/ 494473 w 994371"/>
              <a:gd name="connsiteY547" fmla="*/ 15310 h 358818"/>
              <a:gd name="connsiteX548" fmla="*/ 495377 w 994371"/>
              <a:gd name="connsiteY548" fmla="*/ 16234 h 358818"/>
              <a:gd name="connsiteX549" fmla="*/ 496282 w 994371"/>
              <a:gd name="connsiteY549" fmla="*/ 17184 h 358818"/>
              <a:gd name="connsiteX550" fmla="*/ 497186 w 994371"/>
              <a:gd name="connsiteY550" fmla="*/ 18160 h 358818"/>
              <a:gd name="connsiteX551" fmla="*/ 498090 w 994371"/>
              <a:gd name="connsiteY551" fmla="*/ 19161 h 358818"/>
              <a:gd name="connsiteX552" fmla="*/ 498993 w 994371"/>
              <a:gd name="connsiteY552" fmla="*/ 20188 h 358818"/>
              <a:gd name="connsiteX553" fmla="*/ 499897 w 994371"/>
              <a:gd name="connsiteY553" fmla="*/ 21239 h 358818"/>
              <a:gd name="connsiteX554" fmla="*/ 500802 w 994371"/>
              <a:gd name="connsiteY554" fmla="*/ 22316 h 358818"/>
              <a:gd name="connsiteX555" fmla="*/ 501706 w 994371"/>
              <a:gd name="connsiteY555" fmla="*/ 23417 h 358818"/>
              <a:gd name="connsiteX556" fmla="*/ 502610 w 994371"/>
              <a:gd name="connsiteY556" fmla="*/ 24543 h 358818"/>
              <a:gd name="connsiteX557" fmla="*/ 503514 w 994371"/>
              <a:gd name="connsiteY557" fmla="*/ 25693 h 358818"/>
              <a:gd name="connsiteX558" fmla="*/ 504417 w 994371"/>
              <a:gd name="connsiteY558" fmla="*/ 26868 h 358818"/>
              <a:gd name="connsiteX559" fmla="*/ 505321 w 994371"/>
              <a:gd name="connsiteY559" fmla="*/ 28067 h 358818"/>
              <a:gd name="connsiteX560" fmla="*/ 506225 w 994371"/>
              <a:gd name="connsiteY560" fmla="*/ 29289 h 358818"/>
              <a:gd name="connsiteX561" fmla="*/ 507130 w 994371"/>
              <a:gd name="connsiteY561" fmla="*/ 30536 h 358818"/>
              <a:gd name="connsiteX562" fmla="*/ 508034 w 994371"/>
              <a:gd name="connsiteY562" fmla="*/ 31806 h 358818"/>
              <a:gd name="connsiteX563" fmla="*/ 508937 w 994371"/>
              <a:gd name="connsiteY563" fmla="*/ 33099 h 358818"/>
              <a:gd name="connsiteX564" fmla="*/ 509841 w 994371"/>
              <a:gd name="connsiteY564" fmla="*/ 34415 h 358818"/>
              <a:gd name="connsiteX565" fmla="*/ 510745 w 994371"/>
              <a:gd name="connsiteY565" fmla="*/ 35754 h 358818"/>
              <a:gd name="connsiteX566" fmla="*/ 511650 w 994371"/>
              <a:gd name="connsiteY566" fmla="*/ 37116 h 358818"/>
              <a:gd name="connsiteX567" fmla="*/ 512554 w 994371"/>
              <a:gd name="connsiteY567" fmla="*/ 38501 h 358818"/>
              <a:gd name="connsiteX568" fmla="*/ 513458 w 994371"/>
              <a:gd name="connsiteY568" fmla="*/ 39907 h 358818"/>
              <a:gd name="connsiteX569" fmla="*/ 514361 w 994371"/>
              <a:gd name="connsiteY569" fmla="*/ 41336 h 358818"/>
              <a:gd name="connsiteX570" fmla="*/ 515265 w 994371"/>
              <a:gd name="connsiteY570" fmla="*/ 42786 h 358818"/>
              <a:gd name="connsiteX571" fmla="*/ 516169 w 994371"/>
              <a:gd name="connsiteY571" fmla="*/ 44258 h 358818"/>
              <a:gd name="connsiteX572" fmla="*/ 517072 w 994371"/>
              <a:gd name="connsiteY572" fmla="*/ 45752 h 358818"/>
              <a:gd name="connsiteX573" fmla="*/ 517978 w 994371"/>
              <a:gd name="connsiteY573" fmla="*/ 47266 h 358818"/>
              <a:gd name="connsiteX574" fmla="*/ 518881 w 994371"/>
              <a:gd name="connsiteY574" fmla="*/ 48802 h 358818"/>
              <a:gd name="connsiteX575" fmla="*/ 519785 w 994371"/>
              <a:gd name="connsiteY575" fmla="*/ 50357 h 358818"/>
              <a:gd name="connsiteX576" fmla="*/ 520689 w 994371"/>
              <a:gd name="connsiteY576" fmla="*/ 51934 h 358818"/>
              <a:gd name="connsiteX577" fmla="*/ 521592 w 994371"/>
              <a:gd name="connsiteY577" fmla="*/ 53530 h 358818"/>
              <a:gd name="connsiteX578" fmla="*/ 522498 w 994371"/>
              <a:gd name="connsiteY578" fmla="*/ 55147 h 358818"/>
              <a:gd name="connsiteX579" fmla="*/ 523402 w 994371"/>
              <a:gd name="connsiteY579" fmla="*/ 56783 h 358818"/>
              <a:gd name="connsiteX580" fmla="*/ 524305 w 994371"/>
              <a:gd name="connsiteY580" fmla="*/ 58438 h 358818"/>
              <a:gd name="connsiteX581" fmla="*/ 525209 w 994371"/>
              <a:gd name="connsiteY581" fmla="*/ 60112 h 358818"/>
              <a:gd name="connsiteX582" fmla="*/ 526113 w 994371"/>
              <a:gd name="connsiteY582" fmla="*/ 61806 h 358818"/>
              <a:gd name="connsiteX583" fmla="*/ 527016 w 994371"/>
              <a:gd name="connsiteY583" fmla="*/ 63517 h 358818"/>
              <a:gd name="connsiteX584" fmla="*/ 527920 w 994371"/>
              <a:gd name="connsiteY584" fmla="*/ 65248 h 358818"/>
              <a:gd name="connsiteX585" fmla="*/ 528825 w 994371"/>
              <a:gd name="connsiteY585" fmla="*/ 66996 h 358818"/>
              <a:gd name="connsiteX586" fmla="*/ 529729 w 994371"/>
              <a:gd name="connsiteY586" fmla="*/ 68762 h 358818"/>
              <a:gd name="connsiteX587" fmla="*/ 530633 w 994371"/>
              <a:gd name="connsiteY587" fmla="*/ 70545 h 358818"/>
              <a:gd name="connsiteX588" fmla="*/ 531536 w 994371"/>
              <a:gd name="connsiteY588" fmla="*/ 72346 h 358818"/>
              <a:gd name="connsiteX589" fmla="*/ 532440 w 994371"/>
              <a:gd name="connsiteY589" fmla="*/ 74163 h 358818"/>
              <a:gd name="connsiteX590" fmla="*/ 533346 w 994371"/>
              <a:gd name="connsiteY590" fmla="*/ 75997 h 358818"/>
              <a:gd name="connsiteX591" fmla="*/ 534249 w 994371"/>
              <a:gd name="connsiteY591" fmla="*/ 77848 h 358818"/>
              <a:gd name="connsiteX592" fmla="*/ 535153 w 994371"/>
              <a:gd name="connsiteY592" fmla="*/ 79714 h 358818"/>
              <a:gd name="connsiteX593" fmla="*/ 536057 w 994371"/>
              <a:gd name="connsiteY593" fmla="*/ 81596 h 358818"/>
              <a:gd name="connsiteX594" fmla="*/ 536960 w 994371"/>
              <a:gd name="connsiteY594" fmla="*/ 83494 h 358818"/>
              <a:gd name="connsiteX595" fmla="*/ 537864 w 994371"/>
              <a:gd name="connsiteY595" fmla="*/ 85407 h 358818"/>
              <a:gd name="connsiteX596" fmla="*/ 538768 w 994371"/>
              <a:gd name="connsiteY596" fmla="*/ 87335 h 358818"/>
              <a:gd name="connsiteX597" fmla="*/ 539673 w 994371"/>
              <a:gd name="connsiteY597" fmla="*/ 89277 h 358818"/>
              <a:gd name="connsiteX598" fmla="*/ 540577 w 994371"/>
              <a:gd name="connsiteY598" fmla="*/ 91233 h 358818"/>
              <a:gd name="connsiteX599" fmla="*/ 541480 w 994371"/>
              <a:gd name="connsiteY599" fmla="*/ 93204 h 358818"/>
              <a:gd name="connsiteX600" fmla="*/ 542384 w 994371"/>
              <a:gd name="connsiteY600" fmla="*/ 95188 h 358818"/>
              <a:gd name="connsiteX601" fmla="*/ 543288 w 994371"/>
              <a:gd name="connsiteY601" fmla="*/ 97185 h 358818"/>
              <a:gd name="connsiteX602" fmla="*/ 544193 w 994371"/>
              <a:gd name="connsiteY602" fmla="*/ 99195 h 358818"/>
              <a:gd name="connsiteX603" fmla="*/ 545097 w 994371"/>
              <a:gd name="connsiteY603" fmla="*/ 101218 h 358818"/>
              <a:gd name="connsiteX604" fmla="*/ 546001 w 994371"/>
              <a:gd name="connsiteY604" fmla="*/ 103253 h 358818"/>
              <a:gd name="connsiteX605" fmla="*/ 546904 w 994371"/>
              <a:gd name="connsiteY605" fmla="*/ 105300 h 358818"/>
              <a:gd name="connsiteX606" fmla="*/ 547808 w 994371"/>
              <a:gd name="connsiteY606" fmla="*/ 107359 h 358818"/>
              <a:gd name="connsiteX607" fmla="*/ 548712 w 994371"/>
              <a:gd name="connsiteY607" fmla="*/ 109430 h 358818"/>
              <a:gd name="connsiteX608" fmla="*/ 549615 w 994371"/>
              <a:gd name="connsiteY608" fmla="*/ 111511 h 358818"/>
              <a:gd name="connsiteX609" fmla="*/ 550521 w 994371"/>
              <a:gd name="connsiteY609" fmla="*/ 113603 h 358818"/>
              <a:gd name="connsiteX610" fmla="*/ 551424 w 994371"/>
              <a:gd name="connsiteY610" fmla="*/ 115706 h 358818"/>
              <a:gd name="connsiteX611" fmla="*/ 552328 w 994371"/>
              <a:gd name="connsiteY611" fmla="*/ 117819 h 358818"/>
              <a:gd name="connsiteX612" fmla="*/ 553232 w 994371"/>
              <a:gd name="connsiteY612" fmla="*/ 119941 h 358818"/>
              <a:gd name="connsiteX613" fmla="*/ 554136 w 994371"/>
              <a:gd name="connsiteY613" fmla="*/ 122073 h 358818"/>
              <a:gd name="connsiteX614" fmla="*/ 555041 w 994371"/>
              <a:gd name="connsiteY614" fmla="*/ 124213 h 358818"/>
              <a:gd name="connsiteX615" fmla="*/ 555945 w 994371"/>
              <a:gd name="connsiteY615" fmla="*/ 126363 h 358818"/>
              <a:gd name="connsiteX616" fmla="*/ 556848 w 994371"/>
              <a:gd name="connsiteY616" fmla="*/ 128521 h 358818"/>
              <a:gd name="connsiteX617" fmla="*/ 557752 w 994371"/>
              <a:gd name="connsiteY617" fmla="*/ 130687 h 358818"/>
              <a:gd name="connsiteX618" fmla="*/ 558656 w 994371"/>
              <a:gd name="connsiteY618" fmla="*/ 132860 h 358818"/>
              <a:gd name="connsiteX619" fmla="*/ 559559 w 994371"/>
              <a:gd name="connsiteY619" fmla="*/ 135040 h 358818"/>
              <a:gd name="connsiteX620" fmla="*/ 560463 w 994371"/>
              <a:gd name="connsiteY620" fmla="*/ 137228 h 358818"/>
              <a:gd name="connsiteX621" fmla="*/ 561368 w 994371"/>
              <a:gd name="connsiteY621" fmla="*/ 139424 h 358818"/>
              <a:gd name="connsiteX622" fmla="*/ 562272 w 994371"/>
              <a:gd name="connsiteY622" fmla="*/ 141625 h 358818"/>
              <a:gd name="connsiteX623" fmla="*/ 563176 w 994371"/>
              <a:gd name="connsiteY623" fmla="*/ 143831 h 358818"/>
              <a:gd name="connsiteX624" fmla="*/ 564080 w 994371"/>
              <a:gd name="connsiteY624" fmla="*/ 146044 h 358818"/>
              <a:gd name="connsiteX625" fmla="*/ 564983 w 994371"/>
              <a:gd name="connsiteY625" fmla="*/ 148262 h 358818"/>
              <a:gd name="connsiteX626" fmla="*/ 565889 w 994371"/>
              <a:gd name="connsiteY626" fmla="*/ 150485 h 358818"/>
              <a:gd name="connsiteX627" fmla="*/ 566792 w 994371"/>
              <a:gd name="connsiteY627" fmla="*/ 152712 h 358818"/>
              <a:gd name="connsiteX628" fmla="*/ 567696 w 994371"/>
              <a:gd name="connsiteY628" fmla="*/ 154943 h 358818"/>
              <a:gd name="connsiteX629" fmla="*/ 568600 w 994371"/>
              <a:gd name="connsiteY629" fmla="*/ 157179 h 358818"/>
              <a:gd name="connsiteX630" fmla="*/ 569503 w 994371"/>
              <a:gd name="connsiteY630" fmla="*/ 159417 h 358818"/>
              <a:gd name="connsiteX631" fmla="*/ 570407 w 994371"/>
              <a:gd name="connsiteY631" fmla="*/ 161659 h 358818"/>
              <a:gd name="connsiteX632" fmla="*/ 571311 w 994371"/>
              <a:gd name="connsiteY632" fmla="*/ 163904 h 358818"/>
              <a:gd name="connsiteX633" fmla="*/ 572216 w 994371"/>
              <a:gd name="connsiteY633" fmla="*/ 166151 h 358818"/>
              <a:gd name="connsiteX634" fmla="*/ 573120 w 994371"/>
              <a:gd name="connsiteY634" fmla="*/ 168401 h 358818"/>
              <a:gd name="connsiteX635" fmla="*/ 574023 w 994371"/>
              <a:gd name="connsiteY635" fmla="*/ 170652 h 358818"/>
              <a:gd name="connsiteX636" fmla="*/ 574927 w 994371"/>
              <a:gd name="connsiteY636" fmla="*/ 172904 h 358818"/>
              <a:gd name="connsiteX637" fmla="*/ 575831 w 994371"/>
              <a:gd name="connsiteY637" fmla="*/ 175158 h 358818"/>
              <a:gd name="connsiteX638" fmla="*/ 576736 w 994371"/>
              <a:gd name="connsiteY638" fmla="*/ 177413 h 358818"/>
              <a:gd name="connsiteX639" fmla="*/ 577640 w 994371"/>
              <a:gd name="connsiteY639" fmla="*/ 179667 h 358818"/>
              <a:gd name="connsiteX640" fmla="*/ 578544 w 994371"/>
              <a:gd name="connsiteY640" fmla="*/ 181921 h 358818"/>
              <a:gd name="connsiteX641" fmla="*/ 579447 w 994371"/>
              <a:gd name="connsiteY641" fmla="*/ 184175 h 358818"/>
              <a:gd name="connsiteX642" fmla="*/ 580351 w 994371"/>
              <a:gd name="connsiteY642" fmla="*/ 186428 h 358818"/>
              <a:gd name="connsiteX643" fmla="*/ 581255 w 994371"/>
              <a:gd name="connsiteY643" fmla="*/ 188681 h 358818"/>
              <a:gd name="connsiteX644" fmla="*/ 582158 w 994371"/>
              <a:gd name="connsiteY644" fmla="*/ 190931 h 358818"/>
              <a:gd name="connsiteX645" fmla="*/ 583064 w 994371"/>
              <a:gd name="connsiteY645" fmla="*/ 193181 h 358818"/>
              <a:gd name="connsiteX646" fmla="*/ 583967 w 994371"/>
              <a:gd name="connsiteY646" fmla="*/ 195427 h 358818"/>
              <a:gd name="connsiteX647" fmla="*/ 584871 w 994371"/>
              <a:gd name="connsiteY647" fmla="*/ 197671 h 358818"/>
              <a:gd name="connsiteX648" fmla="*/ 585775 w 994371"/>
              <a:gd name="connsiteY648" fmla="*/ 199912 h 358818"/>
              <a:gd name="connsiteX649" fmla="*/ 586679 w 994371"/>
              <a:gd name="connsiteY649" fmla="*/ 202150 h 358818"/>
              <a:gd name="connsiteX650" fmla="*/ 587584 w 994371"/>
              <a:gd name="connsiteY650" fmla="*/ 204385 h 358818"/>
              <a:gd name="connsiteX651" fmla="*/ 588488 w 994371"/>
              <a:gd name="connsiteY651" fmla="*/ 206615 h 358818"/>
              <a:gd name="connsiteX652" fmla="*/ 589391 w 994371"/>
              <a:gd name="connsiteY652" fmla="*/ 208841 h 358818"/>
              <a:gd name="connsiteX653" fmla="*/ 590295 w 994371"/>
              <a:gd name="connsiteY653" fmla="*/ 211064 h 358818"/>
              <a:gd name="connsiteX654" fmla="*/ 591199 w 994371"/>
              <a:gd name="connsiteY654" fmla="*/ 213280 h 358818"/>
              <a:gd name="connsiteX655" fmla="*/ 592102 w 994371"/>
              <a:gd name="connsiteY655" fmla="*/ 215491 h 358818"/>
              <a:gd name="connsiteX656" fmla="*/ 593006 w 994371"/>
              <a:gd name="connsiteY656" fmla="*/ 217697 h 358818"/>
              <a:gd name="connsiteX657" fmla="*/ 593911 w 994371"/>
              <a:gd name="connsiteY657" fmla="*/ 219896 h 358818"/>
              <a:gd name="connsiteX658" fmla="*/ 594815 w 994371"/>
              <a:gd name="connsiteY658" fmla="*/ 222089 h 358818"/>
              <a:gd name="connsiteX659" fmla="*/ 595719 w 994371"/>
              <a:gd name="connsiteY659" fmla="*/ 224275 h 358818"/>
              <a:gd name="connsiteX660" fmla="*/ 596623 w 994371"/>
              <a:gd name="connsiteY660" fmla="*/ 226455 h 358818"/>
              <a:gd name="connsiteX661" fmla="*/ 597526 w 994371"/>
              <a:gd name="connsiteY661" fmla="*/ 228627 h 358818"/>
              <a:gd name="connsiteX662" fmla="*/ 598432 w 994371"/>
              <a:gd name="connsiteY662" fmla="*/ 230790 h 358818"/>
              <a:gd name="connsiteX663" fmla="*/ 599335 w 994371"/>
              <a:gd name="connsiteY663" fmla="*/ 232946 h 358818"/>
              <a:gd name="connsiteX664" fmla="*/ 600239 w 994371"/>
              <a:gd name="connsiteY664" fmla="*/ 235094 h 358818"/>
              <a:gd name="connsiteX665" fmla="*/ 601143 w 994371"/>
              <a:gd name="connsiteY665" fmla="*/ 237232 h 358818"/>
              <a:gd name="connsiteX666" fmla="*/ 602046 w 994371"/>
              <a:gd name="connsiteY666" fmla="*/ 239362 h 358818"/>
              <a:gd name="connsiteX667" fmla="*/ 602950 w 994371"/>
              <a:gd name="connsiteY667" fmla="*/ 241483 h 358818"/>
              <a:gd name="connsiteX668" fmla="*/ 603854 w 994371"/>
              <a:gd name="connsiteY668" fmla="*/ 243593 h 358818"/>
              <a:gd name="connsiteX669" fmla="*/ 604759 w 994371"/>
              <a:gd name="connsiteY669" fmla="*/ 245693 h 358818"/>
              <a:gd name="connsiteX670" fmla="*/ 605663 w 994371"/>
              <a:gd name="connsiteY670" fmla="*/ 247783 h 358818"/>
              <a:gd name="connsiteX671" fmla="*/ 606567 w 994371"/>
              <a:gd name="connsiteY671" fmla="*/ 249862 h 358818"/>
              <a:gd name="connsiteX672" fmla="*/ 607470 w 994371"/>
              <a:gd name="connsiteY672" fmla="*/ 251931 h 358818"/>
              <a:gd name="connsiteX673" fmla="*/ 608374 w 994371"/>
              <a:gd name="connsiteY673" fmla="*/ 253986 h 358818"/>
              <a:gd name="connsiteX674" fmla="*/ 609278 w 994371"/>
              <a:gd name="connsiteY674" fmla="*/ 256031 h 358818"/>
              <a:gd name="connsiteX675" fmla="*/ 610183 w 994371"/>
              <a:gd name="connsiteY675" fmla="*/ 258064 h 358818"/>
              <a:gd name="connsiteX676" fmla="*/ 611087 w 994371"/>
              <a:gd name="connsiteY676" fmla="*/ 260084 h 358818"/>
              <a:gd name="connsiteX677" fmla="*/ 611990 w 994371"/>
              <a:gd name="connsiteY677" fmla="*/ 262091 h 358818"/>
              <a:gd name="connsiteX678" fmla="*/ 612894 w 994371"/>
              <a:gd name="connsiteY678" fmla="*/ 264086 h 358818"/>
              <a:gd name="connsiteX679" fmla="*/ 613798 w 994371"/>
              <a:gd name="connsiteY679" fmla="*/ 266066 h 358818"/>
              <a:gd name="connsiteX680" fmla="*/ 614703 w 994371"/>
              <a:gd name="connsiteY680" fmla="*/ 268033 h 358818"/>
              <a:gd name="connsiteX681" fmla="*/ 615607 w 994371"/>
              <a:gd name="connsiteY681" fmla="*/ 269986 h 358818"/>
              <a:gd name="connsiteX682" fmla="*/ 616510 w 994371"/>
              <a:gd name="connsiteY682" fmla="*/ 271925 h 358818"/>
              <a:gd name="connsiteX683" fmla="*/ 617414 w 994371"/>
              <a:gd name="connsiteY683" fmla="*/ 273849 h 358818"/>
              <a:gd name="connsiteX684" fmla="*/ 618318 w 994371"/>
              <a:gd name="connsiteY684" fmla="*/ 275759 h 358818"/>
              <a:gd name="connsiteX685" fmla="*/ 619222 w 994371"/>
              <a:gd name="connsiteY685" fmla="*/ 277653 h 358818"/>
              <a:gd name="connsiteX686" fmla="*/ 620125 w 994371"/>
              <a:gd name="connsiteY686" fmla="*/ 279532 h 358818"/>
              <a:gd name="connsiteX687" fmla="*/ 621031 w 994371"/>
              <a:gd name="connsiteY687" fmla="*/ 281394 h 358818"/>
              <a:gd name="connsiteX688" fmla="*/ 621934 w 994371"/>
              <a:gd name="connsiteY688" fmla="*/ 283241 h 358818"/>
              <a:gd name="connsiteX689" fmla="*/ 622838 w 994371"/>
              <a:gd name="connsiteY689" fmla="*/ 285072 h 358818"/>
              <a:gd name="connsiteX690" fmla="*/ 623742 w 994371"/>
              <a:gd name="connsiteY690" fmla="*/ 286886 h 358818"/>
              <a:gd name="connsiteX691" fmla="*/ 624645 w 994371"/>
              <a:gd name="connsiteY691" fmla="*/ 288681 h 358818"/>
              <a:gd name="connsiteX692" fmla="*/ 625551 w 994371"/>
              <a:gd name="connsiteY692" fmla="*/ 290461 h 358818"/>
              <a:gd name="connsiteX693" fmla="*/ 626455 w 994371"/>
              <a:gd name="connsiteY693" fmla="*/ 292223 h 358818"/>
              <a:gd name="connsiteX694" fmla="*/ 627358 w 994371"/>
              <a:gd name="connsiteY694" fmla="*/ 293967 h 358818"/>
              <a:gd name="connsiteX695" fmla="*/ 628262 w 994371"/>
              <a:gd name="connsiteY695" fmla="*/ 295693 h 358818"/>
              <a:gd name="connsiteX696" fmla="*/ 629166 w 994371"/>
              <a:gd name="connsiteY696" fmla="*/ 297401 h 358818"/>
              <a:gd name="connsiteX697" fmla="*/ 630069 w 994371"/>
              <a:gd name="connsiteY697" fmla="*/ 299090 h 358818"/>
              <a:gd name="connsiteX698" fmla="*/ 630973 w 994371"/>
              <a:gd name="connsiteY698" fmla="*/ 300760 h 358818"/>
              <a:gd name="connsiteX699" fmla="*/ 631878 w 994371"/>
              <a:gd name="connsiteY699" fmla="*/ 302411 h 358818"/>
              <a:gd name="connsiteX700" fmla="*/ 632782 w 994371"/>
              <a:gd name="connsiteY700" fmla="*/ 304043 h 358818"/>
              <a:gd name="connsiteX701" fmla="*/ 633686 w 994371"/>
              <a:gd name="connsiteY701" fmla="*/ 305654 h 358818"/>
              <a:gd name="connsiteX702" fmla="*/ 634589 w 994371"/>
              <a:gd name="connsiteY702" fmla="*/ 307245 h 358818"/>
              <a:gd name="connsiteX703" fmla="*/ 635493 w 994371"/>
              <a:gd name="connsiteY703" fmla="*/ 308818 h 358818"/>
              <a:gd name="connsiteX704" fmla="*/ 636398 w 994371"/>
              <a:gd name="connsiteY704" fmla="*/ 310370 h 358818"/>
              <a:gd name="connsiteX705" fmla="*/ 637302 w 994371"/>
              <a:gd name="connsiteY705" fmla="*/ 311900 h 358818"/>
              <a:gd name="connsiteX706" fmla="*/ 638206 w 994371"/>
              <a:gd name="connsiteY706" fmla="*/ 313410 h 358818"/>
              <a:gd name="connsiteX707" fmla="*/ 639110 w 994371"/>
              <a:gd name="connsiteY707" fmla="*/ 314898 h 358818"/>
              <a:gd name="connsiteX708" fmla="*/ 640013 w 994371"/>
              <a:gd name="connsiteY708" fmla="*/ 316365 h 358818"/>
              <a:gd name="connsiteX709" fmla="*/ 640917 w 994371"/>
              <a:gd name="connsiteY709" fmla="*/ 317811 h 358818"/>
              <a:gd name="connsiteX710" fmla="*/ 641821 w 994371"/>
              <a:gd name="connsiteY710" fmla="*/ 319234 h 358818"/>
              <a:gd name="connsiteX711" fmla="*/ 642726 w 994371"/>
              <a:gd name="connsiteY711" fmla="*/ 320636 h 358818"/>
              <a:gd name="connsiteX712" fmla="*/ 643630 w 994371"/>
              <a:gd name="connsiteY712" fmla="*/ 322015 h 358818"/>
              <a:gd name="connsiteX713" fmla="*/ 644533 w 994371"/>
              <a:gd name="connsiteY713" fmla="*/ 323372 h 358818"/>
              <a:gd name="connsiteX714" fmla="*/ 645437 w 994371"/>
              <a:gd name="connsiteY714" fmla="*/ 324706 h 358818"/>
              <a:gd name="connsiteX715" fmla="*/ 646341 w 994371"/>
              <a:gd name="connsiteY715" fmla="*/ 326017 h 358818"/>
              <a:gd name="connsiteX716" fmla="*/ 647246 w 994371"/>
              <a:gd name="connsiteY716" fmla="*/ 327304 h 358818"/>
              <a:gd name="connsiteX717" fmla="*/ 648150 w 994371"/>
              <a:gd name="connsiteY717" fmla="*/ 328568 h 358818"/>
              <a:gd name="connsiteX718" fmla="*/ 649054 w 994371"/>
              <a:gd name="connsiteY718" fmla="*/ 329811 h 358818"/>
              <a:gd name="connsiteX719" fmla="*/ 649957 w 994371"/>
              <a:gd name="connsiteY719" fmla="*/ 331027 h 358818"/>
              <a:gd name="connsiteX720" fmla="*/ 650861 w 994371"/>
              <a:gd name="connsiteY720" fmla="*/ 332221 h 358818"/>
              <a:gd name="connsiteX721" fmla="*/ 651765 w 994371"/>
              <a:gd name="connsiteY721" fmla="*/ 333389 h 358818"/>
              <a:gd name="connsiteX722" fmla="*/ 652668 w 994371"/>
              <a:gd name="connsiteY722" fmla="*/ 334535 h 358818"/>
              <a:gd name="connsiteX723" fmla="*/ 653574 w 994371"/>
              <a:gd name="connsiteY723" fmla="*/ 335655 h 358818"/>
              <a:gd name="connsiteX724" fmla="*/ 654477 w 994371"/>
              <a:gd name="connsiteY724" fmla="*/ 336752 h 358818"/>
              <a:gd name="connsiteX725" fmla="*/ 655381 w 994371"/>
              <a:gd name="connsiteY725" fmla="*/ 337821 h 358818"/>
              <a:gd name="connsiteX726" fmla="*/ 656285 w 994371"/>
              <a:gd name="connsiteY726" fmla="*/ 338868 h 358818"/>
              <a:gd name="connsiteX727" fmla="*/ 657189 w 994371"/>
              <a:gd name="connsiteY727" fmla="*/ 339888 h 358818"/>
              <a:gd name="connsiteX728" fmla="*/ 658094 w 994371"/>
              <a:gd name="connsiteY728" fmla="*/ 340883 h 358818"/>
              <a:gd name="connsiteX729" fmla="*/ 658998 w 994371"/>
              <a:gd name="connsiteY729" fmla="*/ 341853 h 358818"/>
              <a:gd name="connsiteX730" fmla="*/ 659901 w 994371"/>
              <a:gd name="connsiteY730" fmla="*/ 342797 h 358818"/>
              <a:gd name="connsiteX731" fmla="*/ 660805 w 994371"/>
              <a:gd name="connsiteY731" fmla="*/ 343715 h 358818"/>
              <a:gd name="connsiteX732" fmla="*/ 661709 w 994371"/>
              <a:gd name="connsiteY732" fmla="*/ 344607 h 358818"/>
              <a:gd name="connsiteX733" fmla="*/ 662612 w 994371"/>
              <a:gd name="connsiteY733" fmla="*/ 345474 h 358818"/>
              <a:gd name="connsiteX734" fmla="*/ 663516 w 994371"/>
              <a:gd name="connsiteY734" fmla="*/ 346315 h 358818"/>
              <a:gd name="connsiteX735" fmla="*/ 664421 w 994371"/>
              <a:gd name="connsiteY735" fmla="*/ 347129 h 358818"/>
              <a:gd name="connsiteX736" fmla="*/ 665325 w 994371"/>
              <a:gd name="connsiteY736" fmla="*/ 347915 h 358818"/>
              <a:gd name="connsiteX737" fmla="*/ 666229 w 994371"/>
              <a:gd name="connsiteY737" fmla="*/ 348676 h 358818"/>
              <a:gd name="connsiteX738" fmla="*/ 667132 w 994371"/>
              <a:gd name="connsiteY738" fmla="*/ 349410 h 358818"/>
              <a:gd name="connsiteX739" fmla="*/ 668036 w 994371"/>
              <a:gd name="connsiteY739" fmla="*/ 350118 h 358818"/>
              <a:gd name="connsiteX740" fmla="*/ 668940 w 994371"/>
              <a:gd name="connsiteY740" fmla="*/ 350797 h 358818"/>
              <a:gd name="connsiteX741" fmla="*/ 669845 w 994371"/>
              <a:gd name="connsiteY741" fmla="*/ 351450 h 358818"/>
              <a:gd name="connsiteX742" fmla="*/ 670749 w 994371"/>
              <a:gd name="connsiteY742" fmla="*/ 352076 h 358818"/>
              <a:gd name="connsiteX743" fmla="*/ 671653 w 994371"/>
              <a:gd name="connsiteY743" fmla="*/ 352674 h 358818"/>
              <a:gd name="connsiteX744" fmla="*/ 672556 w 994371"/>
              <a:gd name="connsiteY744" fmla="*/ 353246 h 358818"/>
              <a:gd name="connsiteX745" fmla="*/ 673460 w 994371"/>
              <a:gd name="connsiteY745" fmla="*/ 353790 h 358818"/>
              <a:gd name="connsiteX746" fmla="*/ 674364 w 994371"/>
              <a:gd name="connsiteY746" fmla="*/ 354305 h 358818"/>
              <a:gd name="connsiteX747" fmla="*/ 675269 w 994371"/>
              <a:gd name="connsiteY747" fmla="*/ 354795 h 358818"/>
              <a:gd name="connsiteX748" fmla="*/ 676173 w 994371"/>
              <a:gd name="connsiteY748" fmla="*/ 355256 h 358818"/>
              <a:gd name="connsiteX749" fmla="*/ 677076 w 994371"/>
              <a:gd name="connsiteY749" fmla="*/ 355689 h 358818"/>
              <a:gd name="connsiteX750" fmla="*/ 677980 w 994371"/>
              <a:gd name="connsiteY750" fmla="*/ 356095 h 358818"/>
              <a:gd name="connsiteX751" fmla="*/ 678884 w 994371"/>
              <a:gd name="connsiteY751" fmla="*/ 356472 h 358818"/>
              <a:gd name="connsiteX752" fmla="*/ 679789 w 994371"/>
              <a:gd name="connsiteY752" fmla="*/ 356822 h 358818"/>
              <a:gd name="connsiteX753" fmla="*/ 680693 w 994371"/>
              <a:gd name="connsiteY753" fmla="*/ 357143 h 358818"/>
              <a:gd name="connsiteX754" fmla="*/ 681597 w 994371"/>
              <a:gd name="connsiteY754" fmla="*/ 357437 h 358818"/>
              <a:gd name="connsiteX755" fmla="*/ 682500 w 994371"/>
              <a:gd name="connsiteY755" fmla="*/ 357701 h 358818"/>
              <a:gd name="connsiteX756" fmla="*/ 683404 w 994371"/>
              <a:gd name="connsiteY756" fmla="*/ 357938 h 358818"/>
              <a:gd name="connsiteX757" fmla="*/ 684308 w 994371"/>
              <a:gd name="connsiteY757" fmla="*/ 358148 h 358818"/>
              <a:gd name="connsiteX758" fmla="*/ 685213 w 994371"/>
              <a:gd name="connsiteY758" fmla="*/ 358329 h 358818"/>
              <a:gd name="connsiteX759" fmla="*/ 686117 w 994371"/>
              <a:gd name="connsiteY759" fmla="*/ 358480 h 358818"/>
              <a:gd name="connsiteX760" fmla="*/ 687020 w 994371"/>
              <a:gd name="connsiteY760" fmla="*/ 358605 h 358818"/>
              <a:gd name="connsiteX761" fmla="*/ 687924 w 994371"/>
              <a:gd name="connsiteY761" fmla="*/ 358701 h 358818"/>
              <a:gd name="connsiteX762" fmla="*/ 688828 w 994371"/>
              <a:gd name="connsiteY762" fmla="*/ 358769 h 358818"/>
              <a:gd name="connsiteX763" fmla="*/ 689732 w 994371"/>
              <a:gd name="connsiteY763" fmla="*/ 358807 h 358818"/>
              <a:gd name="connsiteX764" fmla="*/ 690635 w 994371"/>
              <a:gd name="connsiteY764" fmla="*/ 358819 h 358818"/>
              <a:gd name="connsiteX765" fmla="*/ 691541 w 994371"/>
              <a:gd name="connsiteY765" fmla="*/ 358801 h 358818"/>
              <a:gd name="connsiteX766" fmla="*/ 692444 w 994371"/>
              <a:gd name="connsiteY766" fmla="*/ 358756 h 358818"/>
              <a:gd name="connsiteX767" fmla="*/ 693348 w 994371"/>
              <a:gd name="connsiteY767" fmla="*/ 358681 h 358818"/>
              <a:gd name="connsiteX768" fmla="*/ 694252 w 994371"/>
              <a:gd name="connsiteY768" fmla="*/ 358580 h 358818"/>
              <a:gd name="connsiteX769" fmla="*/ 695155 w 994371"/>
              <a:gd name="connsiteY769" fmla="*/ 358448 h 358818"/>
              <a:gd name="connsiteX770" fmla="*/ 696059 w 994371"/>
              <a:gd name="connsiteY770" fmla="*/ 358289 h 358818"/>
              <a:gd name="connsiteX771" fmla="*/ 696964 w 994371"/>
              <a:gd name="connsiteY771" fmla="*/ 358103 h 358818"/>
              <a:gd name="connsiteX772" fmla="*/ 697868 w 994371"/>
              <a:gd name="connsiteY772" fmla="*/ 357887 h 358818"/>
              <a:gd name="connsiteX773" fmla="*/ 698772 w 994371"/>
              <a:gd name="connsiteY773" fmla="*/ 357643 h 358818"/>
              <a:gd name="connsiteX774" fmla="*/ 699676 w 994371"/>
              <a:gd name="connsiteY774" fmla="*/ 357372 h 358818"/>
              <a:gd name="connsiteX775" fmla="*/ 700579 w 994371"/>
              <a:gd name="connsiteY775" fmla="*/ 357071 h 358818"/>
              <a:gd name="connsiteX776" fmla="*/ 701485 w 994371"/>
              <a:gd name="connsiteY776" fmla="*/ 356744 h 358818"/>
              <a:gd name="connsiteX777" fmla="*/ 702388 w 994371"/>
              <a:gd name="connsiteY777" fmla="*/ 356389 h 358818"/>
              <a:gd name="connsiteX778" fmla="*/ 703292 w 994371"/>
              <a:gd name="connsiteY778" fmla="*/ 356005 h 358818"/>
              <a:gd name="connsiteX779" fmla="*/ 704196 w 994371"/>
              <a:gd name="connsiteY779" fmla="*/ 355593 h 358818"/>
              <a:gd name="connsiteX780" fmla="*/ 705099 w 994371"/>
              <a:gd name="connsiteY780" fmla="*/ 355153 h 358818"/>
              <a:gd name="connsiteX781" fmla="*/ 706003 w 994371"/>
              <a:gd name="connsiteY781" fmla="*/ 354686 h 358818"/>
              <a:gd name="connsiteX782" fmla="*/ 706908 w 994371"/>
              <a:gd name="connsiteY782" fmla="*/ 354191 h 358818"/>
              <a:gd name="connsiteX783" fmla="*/ 707812 w 994371"/>
              <a:gd name="connsiteY783" fmla="*/ 353669 h 358818"/>
              <a:gd name="connsiteX784" fmla="*/ 708716 w 994371"/>
              <a:gd name="connsiteY784" fmla="*/ 353118 h 358818"/>
              <a:gd name="connsiteX785" fmla="*/ 709620 w 994371"/>
              <a:gd name="connsiteY785" fmla="*/ 352541 h 358818"/>
              <a:gd name="connsiteX786" fmla="*/ 710523 w 994371"/>
              <a:gd name="connsiteY786" fmla="*/ 351937 h 358818"/>
              <a:gd name="connsiteX787" fmla="*/ 711427 w 994371"/>
              <a:gd name="connsiteY787" fmla="*/ 351304 h 358818"/>
              <a:gd name="connsiteX788" fmla="*/ 712331 w 994371"/>
              <a:gd name="connsiteY788" fmla="*/ 350644 h 358818"/>
              <a:gd name="connsiteX789" fmla="*/ 713236 w 994371"/>
              <a:gd name="connsiteY789" fmla="*/ 349958 h 358818"/>
              <a:gd name="connsiteX790" fmla="*/ 714140 w 994371"/>
              <a:gd name="connsiteY790" fmla="*/ 349245 h 358818"/>
              <a:gd name="connsiteX791" fmla="*/ 715043 w 994371"/>
              <a:gd name="connsiteY791" fmla="*/ 348505 h 358818"/>
              <a:gd name="connsiteX792" fmla="*/ 715947 w 994371"/>
              <a:gd name="connsiteY792" fmla="*/ 347739 h 358818"/>
              <a:gd name="connsiteX793" fmla="*/ 716851 w 994371"/>
              <a:gd name="connsiteY793" fmla="*/ 346945 h 358818"/>
              <a:gd name="connsiteX794" fmla="*/ 717754 w 994371"/>
              <a:gd name="connsiteY794" fmla="*/ 346126 h 358818"/>
              <a:gd name="connsiteX795" fmla="*/ 718660 w 994371"/>
              <a:gd name="connsiteY795" fmla="*/ 345280 h 358818"/>
              <a:gd name="connsiteX796" fmla="*/ 719563 w 994371"/>
              <a:gd name="connsiteY796" fmla="*/ 344406 h 358818"/>
              <a:gd name="connsiteX797" fmla="*/ 720467 w 994371"/>
              <a:gd name="connsiteY797" fmla="*/ 343509 h 358818"/>
              <a:gd name="connsiteX798" fmla="*/ 721371 w 994371"/>
              <a:gd name="connsiteY798" fmla="*/ 342584 h 358818"/>
              <a:gd name="connsiteX799" fmla="*/ 722275 w 994371"/>
              <a:gd name="connsiteY799" fmla="*/ 341634 h 358818"/>
              <a:gd name="connsiteX800" fmla="*/ 723180 w 994371"/>
              <a:gd name="connsiteY800" fmla="*/ 340659 h 358818"/>
              <a:gd name="connsiteX801" fmla="*/ 724084 w 994371"/>
              <a:gd name="connsiteY801" fmla="*/ 339657 h 358818"/>
              <a:gd name="connsiteX802" fmla="*/ 724987 w 994371"/>
              <a:gd name="connsiteY802" fmla="*/ 338632 h 358818"/>
              <a:gd name="connsiteX803" fmla="*/ 725891 w 994371"/>
              <a:gd name="connsiteY803" fmla="*/ 337579 h 358818"/>
              <a:gd name="connsiteX804" fmla="*/ 726795 w 994371"/>
              <a:gd name="connsiteY804" fmla="*/ 336502 h 358818"/>
              <a:gd name="connsiteX805" fmla="*/ 727698 w 994371"/>
              <a:gd name="connsiteY805" fmla="*/ 335403 h 358818"/>
              <a:gd name="connsiteX806" fmla="*/ 728604 w 994371"/>
              <a:gd name="connsiteY806" fmla="*/ 334276 h 358818"/>
              <a:gd name="connsiteX807" fmla="*/ 729508 w 994371"/>
              <a:gd name="connsiteY807" fmla="*/ 333125 h 358818"/>
              <a:gd name="connsiteX808" fmla="*/ 730411 w 994371"/>
              <a:gd name="connsiteY808" fmla="*/ 331951 h 358818"/>
              <a:gd name="connsiteX809" fmla="*/ 731315 w 994371"/>
              <a:gd name="connsiteY809" fmla="*/ 330751 h 358818"/>
              <a:gd name="connsiteX810" fmla="*/ 732219 w 994371"/>
              <a:gd name="connsiteY810" fmla="*/ 329529 h 358818"/>
              <a:gd name="connsiteX811" fmla="*/ 733122 w 994371"/>
              <a:gd name="connsiteY811" fmla="*/ 328283 h 358818"/>
              <a:gd name="connsiteX812" fmla="*/ 734026 w 994371"/>
              <a:gd name="connsiteY812" fmla="*/ 327014 h 358818"/>
              <a:gd name="connsiteX813" fmla="*/ 734931 w 994371"/>
              <a:gd name="connsiteY813" fmla="*/ 325719 h 358818"/>
              <a:gd name="connsiteX814" fmla="*/ 735835 w 994371"/>
              <a:gd name="connsiteY814" fmla="*/ 324404 h 358818"/>
              <a:gd name="connsiteX815" fmla="*/ 736739 w 994371"/>
              <a:gd name="connsiteY815" fmla="*/ 323065 h 358818"/>
              <a:gd name="connsiteX816" fmla="*/ 737642 w 994371"/>
              <a:gd name="connsiteY816" fmla="*/ 321703 h 358818"/>
              <a:gd name="connsiteX817" fmla="*/ 738546 w 994371"/>
              <a:gd name="connsiteY817" fmla="*/ 320319 h 358818"/>
              <a:gd name="connsiteX818" fmla="*/ 739450 w 994371"/>
              <a:gd name="connsiteY818" fmla="*/ 318912 h 358818"/>
              <a:gd name="connsiteX819" fmla="*/ 740355 w 994371"/>
              <a:gd name="connsiteY819" fmla="*/ 317483 h 358818"/>
              <a:gd name="connsiteX820" fmla="*/ 741259 w 994371"/>
              <a:gd name="connsiteY820" fmla="*/ 316033 h 358818"/>
              <a:gd name="connsiteX821" fmla="*/ 742163 w 994371"/>
              <a:gd name="connsiteY821" fmla="*/ 314560 h 358818"/>
              <a:gd name="connsiteX822" fmla="*/ 743066 w 994371"/>
              <a:gd name="connsiteY822" fmla="*/ 313066 h 358818"/>
              <a:gd name="connsiteX823" fmla="*/ 743970 w 994371"/>
              <a:gd name="connsiteY823" fmla="*/ 311553 h 358818"/>
              <a:gd name="connsiteX824" fmla="*/ 744875 w 994371"/>
              <a:gd name="connsiteY824" fmla="*/ 310018 h 358818"/>
              <a:gd name="connsiteX825" fmla="*/ 745779 w 994371"/>
              <a:gd name="connsiteY825" fmla="*/ 308461 h 358818"/>
              <a:gd name="connsiteX826" fmla="*/ 746683 w 994371"/>
              <a:gd name="connsiteY826" fmla="*/ 306885 h 358818"/>
              <a:gd name="connsiteX827" fmla="*/ 747586 w 994371"/>
              <a:gd name="connsiteY827" fmla="*/ 305288 h 358818"/>
              <a:gd name="connsiteX828" fmla="*/ 748490 w 994371"/>
              <a:gd name="connsiteY828" fmla="*/ 303672 h 358818"/>
              <a:gd name="connsiteX829" fmla="*/ 749394 w 994371"/>
              <a:gd name="connsiteY829" fmla="*/ 302036 h 358818"/>
              <a:gd name="connsiteX830" fmla="*/ 750299 w 994371"/>
              <a:gd name="connsiteY830" fmla="*/ 300381 h 358818"/>
              <a:gd name="connsiteX831" fmla="*/ 751203 w 994371"/>
              <a:gd name="connsiteY831" fmla="*/ 298707 h 358818"/>
              <a:gd name="connsiteX832" fmla="*/ 752107 w 994371"/>
              <a:gd name="connsiteY832" fmla="*/ 297012 h 358818"/>
              <a:gd name="connsiteX833" fmla="*/ 753010 w 994371"/>
              <a:gd name="connsiteY833" fmla="*/ 295301 h 358818"/>
              <a:gd name="connsiteX834" fmla="*/ 753914 w 994371"/>
              <a:gd name="connsiteY834" fmla="*/ 293572 h 358818"/>
              <a:gd name="connsiteX835" fmla="*/ 754818 w 994371"/>
              <a:gd name="connsiteY835" fmla="*/ 291823 h 358818"/>
              <a:gd name="connsiteX836" fmla="*/ 755723 w 994371"/>
              <a:gd name="connsiteY836" fmla="*/ 290057 h 358818"/>
              <a:gd name="connsiteX837" fmla="*/ 756627 w 994371"/>
              <a:gd name="connsiteY837" fmla="*/ 288273 h 358818"/>
              <a:gd name="connsiteX838" fmla="*/ 757530 w 994371"/>
              <a:gd name="connsiteY838" fmla="*/ 286474 h 358818"/>
              <a:gd name="connsiteX839" fmla="*/ 758434 w 994371"/>
              <a:gd name="connsiteY839" fmla="*/ 284655 h 358818"/>
              <a:gd name="connsiteX840" fmla="*/ 759338 w 994371"/>
              <a:gd name="connsiteY840" fmla="*/ 282821 h 358818"/>
              <a:gd name="connsiteX841" fmla="*/ 760241 w 994371"/>
              <a:gd name="connsiteY841" fmla="*/ 280970 h 358818"/>
              <a:gd name="connsiteX842" fmla="*/ 761145 w 994371"/>
              <a:gd name="connsiteY842" fmla="*/ 279105 h 358818"/>
              <a:gd name="connsiteX843" fmla="*/ 762050 w 994371"/>
              <a:gd name="connsiteY843" fmla="*/ 277222 h 358818"/>
              <a:gd name="connsiteX844" fmla="*/ 762954 w 994371"/>
              <a:gd name="connsiteY844" fmla="*/ 275325 h 358818"/>
              <a:gd name="connsiteX845" fmla="*/ 763858 w 994371"/>
              <a:gd name="connsiteY845" fmla="*/ 273412 h 358818"/>
              <a:gd name="connsiteX846" fmla="*/ 764762 w 994371"/>
              <a:gd name="connsiteY846" fmla="*/ 271485 h 358818"/>
              <a:gd name="connsiteX847" fmla="*/ 765665 w 994371"/>
              <a:gd name="connsiteY847" fmla="*/ 269543 h 358818"/>
              <a:gd name="connsiteX848" fmla="*/ 766569 w 994371"/>
              <a:gd name="connsiteY848" fmla="*/ 267586 h 358818"/>
              <a:gd name="connsiteX849" fmla="*/ 767474 w 994371"/>
              <a:gd name="connsiteY849" fmla="*/ 265616 h 358818"/>
              <a:gd name="connsiteX850" fmla="*/ 768378 w 994371"/>
              <a:gd name="connsiteY850" fmla="*/ 263631 h 358818"/>
              <a:gd name="connsiteX851" fmla="*/ 769282 w 994371"/>
              <a:gd name="connsiteY851" fmla="*/ 261634 h 358818"/>
              <a:gd name="connsiteX852" fmla="*/ 770185 w 994371"/>
              <a:gd name="connsiteY852" fmla="*/ 259624 h 358818"/>
              <a:gd name="connsiteX853" fmla="*/ 771089 w 994371"/>
              <a:gd name="connsiteY853" fmla="*/ 257600 h 358818"/>
              <a:gd name="connsiteX854" fmla="*/ 771995 w 994371"/>
              <a:gd name="connsiteY854" fmla="*/ 255565 h 358818"/>
              <a:gd name="connsiteX855" fmla="*/ 772898 w 994371"/>
              <a:gd name="connsiteY855" fmla="*/ 253519 h 358818"/>
              <a:gd name="connsiteX856" fmla="*/ 773802 w 994371"/>
              <a:gd name="connsiteY856" fmla="*/ 251459 h 358818"/>
              <a:gd name="connsiteX857" fmla="*/ 774706 w 994371"/>
              <a:gd name="connsiteY857" fmla="*/ 249389 h 358818"/>
              <a:gd name="connsiteX858" fmla="*/ 775609 w 994371"/>
              <a:gd name="connsiteY858" fmla="*/ 247308 h 358818"/>
              <a:gd name="connsiteX859" fmla="*/ 776513 w 994371"/>
              <a:gd name="connsiteY859" fmla="*/ 245214 h 358818"/>
              <a:gd name="connsiteX860" fmla="*/ 777418 w 994371"/>
              <a:gd name="connsiteY860" fmla="*/ 243113 h 358818"/>
              <a:gd name="connsiteX861" fmla="*/ 778322 w 994371"/>
              <a:gd name="connsiteY861" fmla="*/ 241000 h 358818"/>
              <a:gd name="connsiteX862" fmla="*/ 779226 w 994371"/>
              <a:gd name="connsiteY862" fmla="*/ 238877 h 358818"/>
              <a:gd name="connsiteX863" fmla="*/ 780129 w 994371"/>
              <a:gd name="connsiteY863" fmla="*/ 236746 h 358818"/>
              <a:gd name="connsiteX864" fmla="*/ 781033 w 994371"/>
              <a:gd name="connsiteY864" fmla="*/ 234606 h 358818"/>
              <a:gd name="connsiteX865" fmla="*/ 781937 w 994371"/>
              <a:gd name="connsiteY865" fmla="*/ 232456 h 358818"/>
              <a:gd name="connsiteX866" fmla="*/ 782841 w 994371"/>
              <a:gd name="connsiteY866" fmla="*/ 230299 h 358818"/>
              <a:gd name="connsiteX867" fmla="*/ 783746 w 994371"/>
              <a:gd name="connsiteY867" fmla="*/ 228132 h 358818"/>
              <a:gd name="connsiteX868" fmla="*/ 784650 w 994371"/>
              <a:gd name="connsiteY868" fmla="*/ 225958 h 358818"/>
              <a:gd name="connsiteX869" fmla="*/ 785553 w 994371"/>
              <a:gd name="connsiteY869" fmla="*/ 223778 h 358818"/>
              <a:gd name="connsiteX870" fmla="*/ 786457 w 994371"/>
              <a:gd name="connsiteY870" fmla="*/ 221589 h 358818"/>
              <a:gd name="connsiteX871" fmla="*/ 787361 w 994371"/>
              <a:gd name="connsiteY871" fmla="*/ 219394 h 358818"/>
              <a:gd name="connsiteX872" fmla="*/ 788264 w 994371"/>
              <a:gd name="connsiteY872" fmla="*/ 217193 h 358818"/>
              <a:gd name="connsiteX873" fmla="*/ 789170 w 994371"/>
              <a:gd name="connsiteY873" fmla="*/ 214987 h 358818"/>
              <a:gd name="connsiteX874" fmla="*/ 790073 w 994371"/>
              <a:gd name="connsiteY874" fmla="*/ 212775 h 358818"/>
              <a:gd name="connsiteX875" fmla="*/ 790977 w 994371"/>
              <a:gd name="connsiteY875" fmla="*/ 210557 h 358818"/>
              <a:gd name="connsiteX876" fmla="*/ 791881 w 994371"/>
              <a:gd name="connsiteY876" fmla="*/ 208334 h 358818"/>
              <a:gd name="connsiteX877" fmla="*/ 792785 w 994371"/>
              <a:gd name="connsiteY877" fmla="*/ 206106 h 358818"/>
              <a:gd name="connsiteX878" fmla="*/ 793690 w 994371"/>
              <a:gd name="connsiteY878" fmla="*/ 203875 h 358818"/>
              <a:gd name="connsiteX879" fmla="*/ 794594 w 994371"/>
              <a:gd name="connsiteY879" fmla="*/ 201640 h 358818"/>
              <a:gd name="connsiteX880" fmla="*/ 795497 w 994371"/>
              <a:gd name="connsiteY880" fmla="*/ 199402 h 358818"/>
              <a:gd name="connsiteX881" fmla="*/ 796401 w 994371"/>
              <a:gd name="connsiteY881" fmla="*/ 197159 h 358818"/>
              <a:gd name="connsiteX882" fmla="*/ 797305 w 994371"/>
              <a:gd name="connsiteY882" fmla="*/ 194915 h 358818"/>
              <a:gd name="connsiteX883" fmla="*/ 798208 w 994371"/>
              <a:gd name="connsiteY883" fmla="*/ 192667 h 358818"/>
              <a:gd name="connsiteX884" fmla="*/ 799114 w 994371"/>
              <a:gd name="connsiteY884" fmla="*/ 190418 h 358818"/>
              <a:gd name="connsiteX885" fmla="*/ 800017 w 994371"/>
              <a:gd name="connsiteY885" fmla="*/ 188167 h 358818"/>
              <a:gd name="connsiteX886" fmla="*/ 800921 w 994371"/>
              <a:gd name="connsiteY886" fmla="*/ 185915 h 358818"/>
              <a:gd name="connsiteX887" fmla="*/ 801825 w 994371"/>
              <a:gd name="connsiteY887" fmla="*/ 183660 h 358818"/>
              <a:gd name="connsiteX888" fmla="*/ 802728 w 994371"/>
              <a:gd name="connsiteY888" fmla="*/ 181406 h 358818"/>
              <a:gd name="connsiteX889" fmla="*/ 803632 w 994371"/>
              <a:gd name="connsiteY889" fmla="*/ 179152 h 358818"/>
              <a:gd name="connsiteX890" fmla="*/ 804536 w 994371"/>
              <a:gd name="connsiteY890" fmla="*/ 176898 h 358818"/>
              <a:gd name="connsiteX891" fmla="*/ 805441 w 994371"/>
              <a:gd name="connsiteY891" fmla="*/ 174643 h 358818"/>
              <a:gd name="connsiteX892" fmla="*/ 806345 w 994371"/>
              <a:gd name="connsiteY892" fmla="*/ 172391 h 358818"/>
              <a:gd name="connsiteX893" fmla="*/ 807249 w 994371"/>
              <a:gd name="connsiteY893" fmla="*/ 170138 h 358818"/>
              <a:gd name="connsiteX894" fmla="*/ 808152 w 994371"/>
              <a:gd name="connsiteY894" fmla="*/ 167887 h 358818"/>
              <a:gd name="connsiteX895" fmla="*/ 809056 w 994371"/>
              <a:gd name="connsiteY895" fmla="*/ 165638 h 358818"/>
              <a:gd name="connsiteX896" fmla="*/ 809960 w 994371"/>
              <a:gd name="connsiteY896" fmla="*/ 163392 h 358818"/>
              <a:gd name="connsiteX897" fmla="*/ 810865 w 994371"/>
              <a:gd name="connsiteY897" fmla="*/ 161148 h 358818"/>
              <a:gd name="connsiteX898" fmla="*/ 811769 w 994371"/>
              <a:gd name="connsiteY898" fmla="*/ 158907 h 358818"/>
              <a:gd name="connsiteX899" fmla="*/ 812672 w 994371"/>
              <a:gd name="connsiteY899" fmla="*/ 156669 h 358818"/>
              <a:gd name="connsiteX900" fmla="*/ 813576 w 994371"/>
              <a:gd name="connsiteY900" fmla="*/ 154433 h 358818"/>
              <a:gd name="connsiteX901" fmla="*/ 814480 w 994371"/>
              <a:gd name="connsiteY901" fmla="*/ 152204 h 358818"/>
              <a:gd name="connsiteX902" fmla="*/ 815385 w 994371"/>
              <a:gd name="connsiteY902" fmla="*/ 149978 h 358818"/>
              <a:gd name="connsiteX903" fmla="*/ 816289 w 994371"/>
              <a:gd name="connsiteY903" fmla="*/ 147755 h 358818"/>
              <a:gd name="connsiteX904" fmla="*/ 817193 w 994371"/>
              <a:gd name="connsiteY904" fmla="*/ 145539 h 358818"/>
              <a:gd name="connsiteX905" fmla="*/ 818096 w 994371"/>
              <a:gd name="connsiteY905" fmla="*/ 143328 h 358818"/>
              <a:gd name="connsiteX906" fmla="*/ 819000 w 994371"/>
              <a:gd name="connsiteY906" fmla="*/ 141122 h 358818"/>
              <a:gd name="connsiteX907" fmla="*/ 819904 w 994371"/>
              <a:gd name="connsiteY907" fmla="*/ 138923 h 358818"/>
              <a:gd name="connsiteX908" fmla="*/ 820809 w 994371"/>
              <a:gd name="connsiteY908" fmla="*/ 136730 h 358818"/>
              <a:gd name="connsiteX909" fmla="*/ 821713 w 994371"/>
              <a:gd name="connsiteY909" fmla="*/ 134544 h 358818"/>
              <a:gd name="connsiteX910" fmla="*/ 822617 w 994371"/>
              <a:gd name="connsiteY910" fmla="*/ 132364 h 358818"/>
              <a:gd name="connsiteX911" fmla="*/ 823520 w 994371"/>
              <a:gd name="connsiteY911" fmla="*/ 130192 h 358818"/>
              <a:gd name="connsiteX912" fmla="*/ 824424 w 994371"/>
              <a:gd name="connsiteY912" fmla="*/ 128028 h 358818"/>
              <a:gd name="connsiteX913" fmla="*/ 825328 w 994371"/>
              <a:gd name="connsiteY913" fmla="*/ 125872 h 358818"/>
              <a:gd name="connsiteX914" fmla="*/ 826231 w 994371"/>
              <a:gd name="connsiteY914" fmla="*/ 123724 h 358818"/>
              <a:gd name="connsiteX915" fmla="*/ 827137 w 994371"/>
              <a:gd name="connsiteY915" fmla="*/ 121586 h 358818"/>
              <a:gd name="connsiteX916" fmla="*/ 828040 w 994371"/>
              <a:gd name="connsiteY916" fmla="*/ 119456 h 358818"/>
              <a:gd name="connsiteX917" fmla="*/ 828944 w 994371"/>
              <a:gd name="connsiteY917" fmla="*/ 117336 h 358818"/>
              <a:gd name="connsiteX918" fmla="*/ 829848 w 994371"/>
              <a:gd name="connsiteY918" fmla="*/ 115226 h 358818"/>
              <a:gd name="connsiteX919" fmla="*/ 830751 w 994371"/>
              <a:gd name="connsiteY919" fmla="*/ 113125 h 358818"/>
              <a:gd name="connsiteX920" fmla="*/ 831655 w 994371"/>
              <a:gd name="connsiteY920" fmla="*/ 111036 h 358818"/>
              <a:gd name="connsiteX921" fmla="*/ 832560 w 994371"/>
              <a:gd name="connsiteY921" fmla="*/ 108957 h 358818"/>
              <a:gd name="connsiteX922" fmla="*/ 833464 w 994371"/>
              <a:gd name="connsiteY922" fmla="*/ 106889 h 358818"/>
              <a:gd name="connsiteX923" fmla="*/ 834368 w 994371"/>
              <a:gd name="connsiteY923" fmla="*/ 104832 h 358818"/>
              <a:gd name="connsiteX924" fmla="*/ 835272 w 994371"/>
              <a:gd name="connsiteY924" fmla="*/ 102788 h 358818"/>
              <a:gd name="connsiteX925" fmla="*/ 836175 w 994371"/>
              <a:gd name="connsiteY925" fmla="*/ 100756 h 358818"/>
              <a:gd name="connsiteX926" fmla="*/ 837081 w 994371"/>
              <a:gd name="connsiteY926" fmla="*/ 98735 h 358818"/>
              <a:gd name="connsiteX927" fmla="*/ 837984 w 994371"/>
              <a:gd name="connsiteY927" fmla="*/ 96728 h 358818"/>
              <a:gd name="connsiteX928" fmla="*/ 838888 w 994371"/>
              <a:gd name="connsiteY928" fmla="*/ 94734 h 358818"/>
              <a:gd name="connsiteX929" fmla="*/ 839792 w 994371"/>
              <a:gd name="connsiteY929" fmla="*/ 92753 h 358818"/>
              <a:gd name="connsiteX930" fmla="*/ 840695 w 994371"/>
              <a:gd name="connsiteY930" fmla="*/ 90786 h 358818"/>
              <a:gd name="connsiteX931" fmla="*/ 841599 w 994371"/>
              <a:gd name="connsiteY931" fmla="*/ 88833 h 358818"/>
              <a:gd name="connsiteX932" fmla="*/ 842504 w 994371"/>
              <a:gd name="connsiteY932" fmla="*/ 86894 h 358818"/>
              <a:gd name="connsiteX933" fmla="*/ 843408 w 994371"/>
              <a:gd name="connsiteY933" fmla="*/ 84969 h 358818"/>
              <a:gd name="connsiteX934" fmla="*/ 844312 w 994371"/>
              <a:gd name="connsiteY934" fmla="*/ 83060 h 358818"/>
              <a:gd name="connsiteX935" fmla="*/ 845216 w 994371"/>
              <a:gd name="connsiteY935" fmla="*/ 81166 h 358818"/>
              <a:gd name="connsiteX936" fmla="*/ 846119 w 994371"/>
              <a:gd name="connsiteY936" fmla="*/ 79287 h 358818"/>
              <a:gd name="connsiteX937" fmla="*/ 847023 w 994371"/>
              <a:gd name="connsiteY937" fmla="*/ 77424 h 358818"/>
              <a:gd name="connsiteX938" fmla="*/ 847927 w 994371"/>
              <a:gd name="connsiteY938" fmla="*/ 75578 h 358818"/>
              <a:gd name="connsiteX939" fmla="*/ 848832 w 994371"/>
              <a:gd name="connsiteY939" fmla="*/ 73747 h 358818"/>
              <a:gd name="connsiteX940" fmla="*/ 849736 w 994371"/>
              <a:gd name="connsiteY940" fmla="*/ 71934 h 358818"/>
              <a:gd name="connsiteX941" fmla="*/ 850639 w 994371"/>
              <a:gd name="connsiteY941" fmla="*/ 70137 h 358818"/>
              <a:gd name="connsiteX942" fmla="*/ 851543 w 994371"/>
              <a:gd name="connsiteY942" fmla="*/ 68358 h 358818"/>
              <a:gd name="connsiteX943" fmla="*/ 852447 w 994371"/>
              <a:gd name="connsiteY943" fmla="*/ 66595 h 358818"/>
              <a:gd name="connsiteX944" fmla="*/ 853350 w 994371"/>
              <a:gd name="connsiteY944" fmla="*/ 64851 h 358818"/>
              <a:gd name="connsiteX945" fmla="*/ 854256 w 994371"/>
              <a:gd name="connsiteY945" fmla="*/ 63125 h 358818"/>
              <a:gd name="connsiteX946" fmla="*/ 855160 w 994371"/>
              <a:gd name="connsiteY946" fmla="*/ 61418 h 358818"/>
              <a:gd name="connsiteX947" fmla="*/ 856063 w 994371"/>
              <a:gd name="connsiteY947" fmla="*/ 59729 h 358818"/>
              <a:gd name="connsiteX948" fmla="*/ 856967 w 994371"/>
              <a:gd name="connsiteY948" fmla="*/ 58059 h 358818"/>
              <a:gd name="connsiteX949" fmla="*/ 857871 w 994371"/>
              <a:gd name="connsiteY949" fmla="*/ 56408 h 358818"/>
              <a:gd name="connsiteX950" fmla="*/ 858776 w 994371"/>
              <a:gd name="connsiteY950" fmla="*/ 54776 h 358818"/>
              <a:gd name="connsiteX951" fmla="*/ 859680 w 994371"/>
              <a:gd name="connsiteY951" fmla="*/ 53165 h 358818"/>
              <a:gd name="connsiteX952" fmla="*/ 860583 w 994371"/>
              <a:gd name="connsiteY952" fmla="*/ 51573 h 358818"/>
              <a:gd name="connsiteX953" fmla="*/ 861487 w 994371"/>
              <a:gd name="connsiteY953" fmla="*/ 50001 h 358818"/>
              <a:gd name="connsiteX954" fmla="*/ 862391 w 994371"/>
              <a:gd name="connsiteY954" fmla="*/ 48450 h 358818"/>
              <a:gd name="connsiteX955" fmla="*/ 863294 w 994371"/>
              <a:gd name="connsiteY955" fmla="*/ 46919 h 358818"/>
              <a:gd name="connsiteX956" fmla="*/ 864200 w 994371"/>
              <a:gd name="connsiteY956" fmla="*/ 45409 h 358818"/>
              <a:gd name="connsiteX957" fmla="*/ 865104 w 994371"/>
              <a:gd name="connsiteY957" fmla="*/ 43921 h 358818"/>
              <a:gd name="connsiteX958" fmla="*/ 866007 w 994371"/>
              <a:gd name="connsiteY958" fmla="*/ 42454 h 358818"/>
              <a:gd name="connsiteX959" fmla="*/ 866911 w 994371"/>
              <a:gd name="connsiteY959" fmla="*/ 41008 h 358818"/>
              <a:gd name="connsiteX960" fmla="*/ 867815 w 994371"/>
              <a:gd name="connsiteY960" fmla="*/ 39585 h 358818"/>
              <a:gd name="connsiteX961" fmla="*/ 868718 w 994371"/>
              <a:gd name="connsiteY961" fmla="*/ 38183 h 358818"/>
              <a:gd name="connsiteX962" fmla="*/ 869622 w 994371"/>
              <a:gd name="connsiteY962" fmla="*/ 36804 h 358818"/>
              <a:gd name="connsiteX963" fmla="*/ 870527 w 994371"/>
              <a:gd name="connsiteY963" fmla="*/ 35447 h 358818"/>
              <a:gd name="connsiteX964" fmla="*/ 871431 w 994371"/>
              <a:gd name="connsiteY964" fmla="*/ 34113 h 358818"/>
              <a:gd name="connsiteX965" fmla="*/ 872335 w 994371"/>
              <a:gd name="connsiteY965" fmla="*/ 32802 h 358818"/>
              <a:gd name="connsiteX966" fmla="*/ 873238 w 994371"/>
              <a:gd name="connsiteY966" fmla="*/ 31514 h 358818"/>
              <a:gd name="connsiteX967" fmla="*/ 874142 w 994371"/>
              <a:gd name="connsiteY967" fmla="*/ 30250 h 358818"/>
              <a:gd name="connsiteX968" fmla="*/ 875046 w 994371"/>
              <a:gd name="connsiteY968" fmla="*/ 29009 h 358818"/>
              <a:gd name="connsiteX969" fmla="*/ 875951 w 994371"/>
              <a:gd name="connsiteY969" fmla="*/ 27791 h 358818"/>
              <a:gd name="connsiteX970" fmla="*/ 876855 w 994371"/>
              <a:gd name="connsiteY970" fmla="*/ 26598 h 358818"/>
              <a:gd name="connsiteX971" fmla="*/ 877759 w 994371"/>
              <a:gd name="connsiteY971" fmla="*/ 25429 h 358818"/>
              <a:gd name="connsiteX972" fmla="*/ 878662 w 994371"/>
              <a:gd name="connsiteY972" fmla="*/ 24284 h 358818"/>
              <a:gd name="connsiteX973" fmla="*/ 879566 w 994371"/>
              <a:gd name="connsiteY973" fmla="*/ 23164 h 358818"/>
              <a:gd name="connsiteX974" fmla="*/ 880470 w 994371"/>
              <a:gd name="connsiteY974" fmla="*/ 22068 h 358818"/>
              <a:gd name="connsiteX975" fmla="*/ 881375 w 994371"/>
              <a:gd name="connsiteY975" fmla="*/ 20997 h 358818"/>
              <a:gd name="connsiteX976" fmla="*/ 882279 w 994371"/>
              <a:gd name="connsiteY976" fmla="*/ 19951 h 358818"/>
              <a:gd name="connsiteX977" fmla="*/ 883182 w 994371"/>
              <a:gd name="connsiteY977" fmla="*/ 18931 h 358818"/>
              <a:gd name="connsiteX978" fmla="*/ 884086 w 994371"/>
              <a:gd name="connsiteY978" fmla="*/ 17935 h 358818"/>
              <a:gd name="connsiteX979" fmla="*/ 884990 w 994371"/>
              <a:gd name="connsiteY979" fmla="*/ 16965 h 358818"/>
              <a:gd name="connsiteX980" fmla="*/ 885895 w 994371"/>
              <a:gd name="connsiteY980" fmla="*/ 16021 h 358818"/>
              <a:gd name="connsiteX981" fmla="*/ 886799 w 994371"/>
              <a:gd name="connsiteY981" fmla="*/ 15103 h 358818"/>
              <a:gd name="connsiteX982" fmla="*/ 887703 w 994371"/>
              <a:gd name="connsiteY982" fmla="*/ 14211 h 358818"/>
              <a:gd name="connsiteX983" fmla="*/ 888606 w 994371"/>
              <a:gd name="connsiteY983" fmla="*/ 13344 h 358818"/>
              <a:gd name="connsiteX984" fmla="*/ 889510 w 994371"/>
              <a:gd name="connsiteY984" fmla="*/ 12504 h 358818"/>
              <a:gd name="connsiteX985" fmla="*/ 890414 w 994371"/>
              <a:gd name="connsiteY985" fmla="*/ 11690 h 358818"/>
              <a:gd name="connsiteX986" fmla="*/ 891319 w 994371"/>
              <a:gd name="connsiteY986" fmla="*/ 10903 h 358818"/>
              <a:gd name="connsiteX987" fmla="*/ 892223 w 994371"/>
              <a:gd name="connsiteY987" fmla="*/ 10142 h 358818"/>
              <a:gd name="connsiteX988" fmla="*/ 893126 w 994371"/>
              <a:gd name="connsiteY988" fmla="*/ 9409 h 358818"/>
              <a:gd name="connsiteX989" fmla="*/ 894030 w 994371"/>
              <a:gd name="connsiteY989" fmla="*/ 8702 h 358818"/>
              <a:gd name="connsiteX990" fmla="*/ 894934 w 994371"/>
              <a:gd name="connsiteY990" fmla="*/ 8021 h 358818"/>
              <a:gd name="connsiteX991" fmla="*/ 895837 w 994371"/>
              <a:gd name="connsiteY991" fmla="*/ 7368 h 358818"/>
              <a:gd name="connsiteX992" fmla="*/ 896741 w 994371"/>
              <a:gd name="connsiteY992" fmla="*/ 6742 h 358818"/>
              <a:gd name="connsiteX993" fmla="*/ 897647 w 994371"/>
              <a:gd name="connsiteY993" fmla="*/ 6144 h 358818"/>
              <a:gd name="connsiteX994" fmla="*/ 898550 w 994371"/>
              <a:gd name="connsiteY994" fmla="*/ 5572 h 358818"/>
              <a:gd name="connsiteX995" fmla="*/ 899454 w 994371"/>
              <a:gd name="connsiteY995" fmla="*/ 5029 h 358818"/>
              <a:gd name="connsiteX996" fmla="*/ 900358 w 994371"/>
              <a:gd name="connsiteY996" fmla="*/ 4512 h 358818"/>
              <a:gd name="connsiteX997" fmla="*/ 901261 w 994371"/>
              <a:gd name="connsiteY997" fmla="*/ 4024 h 358818"/>
              <a:gd name="connsiteX998" fmla="*/ 902165 w 994371"/>
              <a:gd name="connsiteY998" fmla="*/ 3563 h 358818"/>
              <a:gd name="connsiteX999" fmla="*/ 903070 w 994371"/>
              <a:gd name="connsiteY999" fmla="*/ 3130 h 358818"/>
              <a:gd name="connsiteX1000" fmla="*/ 903974 w 994371"/>
              <a:gd name="connsiteY1000" fmla="*/ 2724 h 358818"/>
              <a:gd name="connsiteX1001" fmla="*/ 904878 w 994371"/>
              <a:gd name="connsiteY1001" fmla="*/ 2347 h 358818"/>
              <a:gd name="connsiteX1002" fmla="*/ 905782 w 994371"/>
              <a:gd name="connsiteY1002" fmla="*/ 1997 h 358818"/>
              <a:gd name="connsiteX1003" fmla="*/ 906685 w 994371"/>
              <a:gd name="connsiteY1003" fmla="*/ 1676 h 358818"/>
              <a:gd name="connsiteX1004" fmla="*/ 907591 w 994371"/>
              <a:gd name="connsiteY1004" fmla="*/ 1382 h 358818"/>
              <a:gd name="connsiteX1005" fmla="*/ 908494 w 994371"/>
              <a:gd name="connsiteY1005" fmla="*/ 1117 h 358818"/>
              <a:gd name="connsiteX1006" fmla="*/ 909398 w 994371"/>
              <a:gd name="connsiteY1006" fmla="*/ 880 h 358818"/>
              <a:gd name="connsiteX1007" fmla="*/ 910302 w 994371"/>
              <a:gd name="connsiteY1007" fmla="*/ 671 h 358818"/>
              <a:gd name="connsiteX1008" fmla="*/ 911205 w 994371"/>
              <a:gd name="connsiteY1008" fmla="*/ 490 h 358818"/>
              <a:gd name="connsiteX1009" fmla="*/ 912109 w 994371"/>
              <a:gd name="connsiteY1009" fmla="*/ 338 h 358818"/>
              <a:gd name="connsiteX1010" fmla="*/ 913014 w 994371"/>
              <a:gd name="connsiteY1010" fmla="*/ 214 h 358818"/>
              <a:gd name="connsiteX1011" fmla="*/ 913918 w 994371"/>
              <a:gd name="connsiteY1011" fmla="*/ 118 h 358818"/>
              <a:gd name="connsiteX1012" fmla="*/ 914822 w 994371"/>
              <a:gd name="connsiteY1012" fmla="*/ 50 h 358818"/>
              <a:gd name="connsiteX1013" fmla="*/ 915725 w 994371"/>
              <a:gd name="connsiteY1013" fmla="*/ 11 h 358818"/>
              <a:gd name="connsiteX1014" fmla="*/ 916629 w 994371"/>
              <a:gd name="connsiteY1014" fmla="*/ 0 h 358818"/>
              <a:gd name="connsiteX1015" fmla="*/ 917533 w 994371"/>
              <a:gd name="connsiteY1015" fmla="*/ 17 h 358818"/>
              <a:gd name="connsiteX1016" fmla="*/ 918437 w 994371"/>
              <a:gd name="connsiteY1016" fmla="*/ 63 h 358818"/>
              <a:gd name="connsiteX1017" fmla="*/ 919342 w 994371"/>
              <a:gd name="connsiteY1017" fmla="*/ 137 h 358818"/>
              <a:gd name="connsiteX1018" fmla="*/ 920246 w 994371"/>
              <a:gd name="connsiteY1018" fmla="*/ 240 h 358818"/>
              <a:gd name="connsiteX1019" fmla="*/ 921149 w 994371"/>
              <a:gd name="connsiteY1019" fmla="*/ 370 h 358818"/>
              <a:gd name="connsiteX1020" fmla="*/ 922053 w 994371"/>
              <a:gd name="connsiteY1020" fmla="*/ 529 h 358818"/>
              <a:gd name="connsiteX1021" fmla="*/ 922957 w 994371"/>
              <a:gd name="connsiteY1021" fmla="*/ 716 h 358818"/>
              <a:gd name="connsiteX1022" fmla="*/ 923860 w 994371"/>
              <a:gd name="connsiteY1022" fmla="*/ 932 h 358818"/>
              <a:gd name="connsiteX1023" fmla="*/ 924766 w 994371"/>
              <a:gd name="connsiteY1023" fmla="*/ 1175 h 358818"/>
              <a:gd name="connsiteX1024" fmla="*/ 925669 w 994371"/>
              <a:gd name="connsiteY1024" fmla="*/ 1447 h 358818"/>
              <a:gd name="connsiteX1025" fmla="*/ 926573 w 994371"/>
              <a:gd name="connsiteY1025" fmla="*/ 1747 h 358818"/>
              <a:gd name="connsiteX1026" fmla="*/ 927477 w 994371"/>
              <a:gd name="connsiteY1026" fmla="*/ 2075 h 358818"/>
              <a:gd name="connsiteX1027" fmla="*/ 928381 w 994371"/>
              <a:gd name="connsiteY1027" fmla="*/ 2431 h 358818"/>
              <a:gd name="connsiteX1028" fmla="*/ 929286 w 994371"/>
              <a:gd name="connsiteY1028" fmla="*/ 2814 h 358818"/>
              <a:gd name="connsiteX1029" fmla="*/ 930190 w 994371"/>
              <a:gd name="connsiteY1029" fmla="*/ 3226 h 358818"/>
              <a:gd name="connsiteX1030" fmla="*/ 931093 w 994371"/>
              <a:gd name="connsiteY1030" fmla="*/ 3666 h 358818"/>
              <a:gd name="connsiteX1031" fmla="*/ 931997 w 994371"/>
              <a:gd name="connsiteY1031" fmla="*/ 4133 h 358818"/>
              <a:gd name="connsiteX1032" fmla="*/ 932901 w 994371"/>
              <a:gd name="connsiteY1032" fmla="*/ 4628 h 358818"/>
              <a:gd name="connsiteX1033" fmla="*/ 933804 w 994371"/>
              <a:gd name="connsiteY1033" fmla="*/ 5150 h 358818"/>
              <a:gd name="connsiteX1034" fmla="*/ 934710 w 994371"/>
              <a:gd name="connsiteY1034" fmla="*/ 5700 h 358818"/>
              <a:gd name="connsiteX1035" fmla="*/ 935613 w 994371"/>
              <a:gd name="connsiteY1035" fmla="*/ 6278 h 358818"/>
              <a:gd name="connsiteX1036" fmla="*/ 936517 w 994371"/>
              <a:gd name="connsiteY1036" fmla="*/ 6883 h 358818"/>
              <a:gd name="connsiteX1037" fmla="*/ 937421 w 994371"/>
              <a:gd name="connsiteY1037" fmla="*/ 7515 h 358818"/>
              <a:gd name="connsiteX1038" fmla="*/ 938325 w 994371"/>
              <a:gd name="connsiteY1038" fmla="*/ 8174 h 358818"/>
              <a:gd name="connsiteX1039" fmla="*/ 939228 w 994371"/>
              <a:gd name="connsiteY1039" fmla="*/ 8860 h 358818"/>
              <a:gd name="connsiteX1040" fmla="*/ 940132 w 994371"/>
              <a:gd name="connsiteY1040" fmla="*/ 9574 h 358818"/>
              <a:gd name="connsiteX1041" fmla="*/ 941037 w 994371"/>
              <a:gd name="connsiteY1041" fmla="*/ 10314 h 358818"/>
              <a:gd name="connsiteX1042" fmla="*/ 941941 w 994371"/>
              <a:gd name="connsiteY1042" fmla="*/ 11080 h 358818"/>
              <a:gd name="connsiteX1043" fmla="*/ 942845 w 994371"/>
              <a:gd name="connsiteY1043" fmla="*/ 11874 h 358818"/>
              <a:gd name="connsiteX1044" fmla="*/ 943748 w 994371"/>
              <a:gd name="connsiteY1044" fmla="*/ 12693 h 358818"/>
              <a:gd name="connsiteX1045" fmla="*/ 944652 w 994371"/>
              <a:gd name="connsiteY1045" fmla="*/ 13539 h 358818"/>
              <a:gd name="connsiteX1046" fmla="*/ 945556 w 994371"/>
              <a:gd name="connsiteY1046" fmla="*/ 14412 h 358818"/>
              <a:gd name="connsiteX1047" fmla="*/ 946461 w 994371"/>
              <a:gd name="connsiteY1047" fmla="*/ 15310 h 358818"/>
              <a:gd name="connsiteX1048" fmla="*/ 947365 w 994371"/>
              <a:gd name="connsiteY1048" fmla="*/ 16234 h 358818"/>
              <a:gd name="connsiteX1049" fmla="*/ 948269 w 994371"/>
              <a:gd name="connsiteY1049" fmla="*/ 17184 h 358818"/>
              <a:gd name="connsiteX1050" fmla="*/ 949172 w 994371"/>
              <a:gd name="connsiteY1050" fmla="*/ 18160 h 358818"/>
              <a:gd name="connsiteX1051" fmla="*/ 950076 w 994371"/>
              <a:gd name="connsiteY1051" fmla="*/ 19161 h 358818"/>
              <a:gd name="connsiteX1052" fmla="*/ 950981 w 994371"/>
              <a:gd name="connsiteY1052" fmla="*/ 20188 h 358818"/>
              <a:gd name="connsiteX1053" fmla="*/ 951885 w 994371"/>
              <a:gd name="connsiteY1053" fmla="*/ 21239 h 358818"/>
              <a:gd name="connsiteX1054" fmla="*/ 952789 w 994371"/>
              <a:gd name="connsiteY1054" fmla="*/ 22316 h 358818"/>
              <a:gd name="connsiteX1055" fmla="*/ 953692 w 994371"/>
              <a:gd name="connsiteY1055" fmla="*/ 23417 h 358818"/>
              <a:gd name="connsiteX1056" fmla="*/ 954596 w 994371"/>
              <a:gd name="connsiteY1056" fmla="*/ 24543 h 358818"/>
              <a:gd name="connsiteX1057" fmla="*/ 955500 w 994371"/>
              <a:gd name="connsiteY1057" fmla="*/ 25693 h 358818"/>
              <a:gd name="connsiteX1058" fmla="*/ 956405 w 994371"/>
              <a:gd name="connsiteY1058" fmla="*/ 26868 h 358818"/>
              <a:gd name="connsiteX1059" fmla="*/ 957309 w 994371"/>
              <a:gd name="connsiteY1059" fmla="*/ 28067 h 358818"/>
              <a:gd name="connsiteX1060" fmla="*/ 958213 w 994371"/>
              <a:gd name="connsiteY1060" fmla="*/ 29289 h 358818"/>
              <a:gd name="connsiteX1061" fmla="*/ 959116 w 994371"/>
              <a:gd name="connsiteY1061" fmla="*/ 30536 h 358818"/>
              <a:gd name="connsiteX1062" fmla="*/ 960020 w 994371"/>
              <a:gd name="connsiteY1062" fmla="*/ 31806 h 358818"/>
              <a:gd name="connsiteX1063" fmla="*/ 960924 w 994371"/>
              <a:gd name="connsiteY1063" fmla="*/ 33099 h 358818"/>
              <a:gd name="connsiteX1064" fmla="*/ 961827 w 994371"/>
              <a:gd name="connsiteY1064" fmla="*/ 34415 h 358818"/>
              <a:gd name="connsiteX1065" fmla="*/ 962733 w 994371"/>
              <a:gd name="connsiteY1065" fmla="*/ 35754 h 358818"/>
              <a:gd name="connsiteX1066" fmla="*/ 963636 w 994371"/>
              <a:gd name="connsiteY1066" fmla="*/ 37116 h 358818"/>
              <a:gd name="connsiteX1067" fmla="*/ 964540 w 994371"/>
              <a:gd name="connsiteY1067" fmla="*/ 38501 h 358818"/>
              <a:gd name="connsiteX1068" fmla="*/ 965444 w 994371"/>
              <a:gd name="connsiteY1068" fmla="*/ 39907 h 358818"/>
              <a:gd name="connsiteX1069" fmla="*/ 966347 w 994371"/>
              <a:gd name="connsiteY1069" fmla="*/ 41336 h 358818"/>
              <a:gd name="connsiteX1070" fmla="*/ 967251 w 994371"/>
              <a:gd name="connsiteY1070" fmla="*/ 42786 h 358818"/>
              <a:gd name="connsiteX1071" fmla="*/ 968156 w 994371"/>
              <a:gd name="connsiteY1071" fmla="*/ 44258 h 358818"/>
              <a:gd name="connsiteX1072" fmla="*/ 969060 w 994371"/>
              <a:gd name="connsiteY1072" fmla="*/ 45752 h 358818"/>
              <a:gd name="connsiteX1073" fmla="*/ 969964 w 994371"/>
              <a:gd name="connsiteY1073" fmla="*/ 47266 h 358818"/>
              <a:gd name="connsiteX1074" fmla="*/ 970868 w 994371"/>
              <a:gd name="connsiteY1074" fmla="*/ 48802 h 358818"/>
              <a:gd name="connsiteX1075" fmla="*/ 971771 w 994371"/>
              <a:gd name="connsiteY1075" fmla="*/ 50357 h 358818"/>
              <a:gd name="connsiteX1076" fmla="*/ 972677 w 994371"/>
              <a:gd name="connsiteY1076" fmla="*/ 51934 h 358818"/>
              <a:gd name="connsiteX1077" fmla="*/ 973580 w 994371"/>
              <a:gd name="connsiteY1077" fmla="*/ 53530 h 358818"/>
              <a:gd name="connsiteX1078" fmla="*/ 974484 w 994371"/>
              <a:gd name="connsiteY1078" fmla="*/ 55147 h 358818"/>
              <a:gd name="connsiteX1079" fmla="*/ 975388 w 994371"/>
              <a:gd name="connsiteY1079" fmla="*/ 56783 h 358818"/>
              <a:gd name="connsiteX1080" fmla="*/ 976291 w 994371"/>
              <a:gd name="connsiteY1080" fmla="*/ 58438 h 358818"/>
              <a:gd name="connsiteX1081" fmla="*/ 977195 w 994371"/>
              <a:gd name="connsiteY1081" fmla="*/ 60112 h 358818"/>
              <a:gd name="connsiteX1082" fmla="*/ 978100 w 994371"/>
              <a:gd name="connsiteY1082" fmla="*/ 61806 h 358818"/>
              <a:gd name="connsiteX1083" fmla="*/ 979004 w 994371"/>
              <a:gd name="connsiteY1083" fmla="*/ 63517 h 358818"/>
              <a:gd name="connsiteX1084" fmla="*/ 979908 w 994371"/>
              <a:gd name="connsiteY1084" fmla="*/ 65248 h 358818"/>
              <a:gd name="connsiteX1085" fmla="*/ 980812 w 994371"/>
              <a:gd name="connsiteY1085" fmla="*/ 66996 h 358818"/>
              <a:gd name="connsiteX1086" fmla="*/ 981715 w 994371"/>
              <a:gd name="connsiteY1086" fmla="*/ 68762 h 358818"/>
              <a:gd name="connsiteX1087" fmla="*/ 982619 w 994371"/>
              <a:gd name="connsiteY1087" fmla="*/ 70545 h 358818"/>
              <a:gd name="connsiteX1088" fmla="*/ 983523 w 994371"/>
              <a:gd name="connsiteY1088" fmla="*/ 72346 h 358818"/>
              <a:gd name="connsiteX1089" fmla="*/ 984428 w 994371"/>
              <a:gd name="connsiteY1089" fmla="*/ 74163 h 358818"/>
              <a:gd name="connsiteX1090" fmla="*/ 985332 w 994371"/>
              <a:gd name="connsiteY1090" fmla="*/ 75997 h 358818"/>
              <a:gd name="connsiteX1091" fmla="*/ 986235 w 994371"/>
              <a:gd name="connsiteY1091" fmla="*/ 77848 h 358818"/>
              <a:gd name="connsiteX1092" fmla="*/ 987139 w 994371"/>
              <a:gd name="connsiteY1092" fmla="*/ 79714 h 358818"/>
              <a:gd name="connsiteX1093" fmla="*/ 988043 w 994371"/>
              <a:gd name="connsiteY1093" fmla="*/ 81596 h 358818"/>
              <a:gd name="connsiteX1094" fmla="*/ 988947 w 994371"/>
              <a:gd name="connsiteY1094" fmla="*/ 83494 h 358818"/>
              <a:gd name="connsiteX1095" fmla="*/ 989852 w 994371"/>
              <a:gd name="connsiteY1095" fmla="*/ 85407 h 358818"/>
              <a:gd name="connsiteX1096" fmla="*/ 990756 w 994371"/>
              <a:gd name="connsiteY1096" fmla="*/ 87335 h 358818"/>
              <a:gd name="connsiteX1097" fmla="*/ 991659 w 994371"/>
              <a:gd name="connsiteY1097" fmla="*/ 89277 h 358818"/>
              <a:gd name="connsiteX1098" fmla="*/ 992563 w 994371"/>
              <a:gd name="connsiteY1098" fmla="*/ 91233 h 358818"/>
              <a:gd name="connsiteX1099" fmla="*/ 993467 w 994371"/>
              <a:gd name="connsiteY1099" fmla="*/ 93204 h 358818"/>
              <a:gd name="connsiteX1100" fmla="*/ 994372 w 994371"/>
              <a:gd name="connsiteY1100" fmla="*/ 95188 h 358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</a:cxnLst>
            <a:rect l="l" t="t" r="r" b="b"/>
            <a:pathLst>
              <a:path w="994371" h="358818">
                <a:moveTo>
                  <a:pt x="0" y="2724"/>
                </a:moveTo>
                <a:lnTo>
                  <a:pt x="904" y="2347"/>
                </a:lnTo>
                <a:lnTo>
                  <a:pt x="1807" y="1997"/>
                </a:lnTo>
                <a:lnTo>
                  <a:pt x="2713" y="1676"/>
                </a:lnTo>
                <a:lnTo>
                  <a:pt x="3616" y="1382"/>
                </a:lnTo>
                <a:lnTo>
                  <a:pt x="4520" y="1117"/>
                </a:lnTo>
                <a:lnTo>
                  <a:pt x="5424" y="880"/>
                </a:lnTo>
                <a:lnTo>
                  <a:pt x="6328" y="671"/>
                </a:lnTo>
                <a:lnTo>
                  <a:pt x="7231" y="490"/>
                </a:lnTo>
                <a:lnTo>
                  <a:pt x="8137" y="338"/>
                </a:lnTo>
                <a:lnTo>
                  <a:pt x="9040" y="214"/>
                </a:lnTo>
                <a:lnTo>
                  <a:pt x="9944" y="118"/>
                </a:lnTo>
                <a:lnTo>
                  <a:pt x="10848" y="50"/>
                </a:lnTo>
                <a:lnTo>
                  <a:pt x="11751" y="11"/>
                </a:lnTo>
                <a:lnTo>
                  <a:pt x="12655" y="0"/>
                </a:lnTo>
                <a:lnTo>
                  <a:pt x="13560" y="17"/>
                </a:lnTo>
                <a:lnTo>
                  <a:pt x="14464" y="63"/>
                </a:lnTo>
                <a:lnTo>
                  <a:pt x="15368" y="137"/>
                </a:lnTo>
                <a:lnTo>
                  <a:pt x="16272" y="240"/>
                </a:lnTo>
                <a:lnTo>
                  <a:pt x="17175" y="370"/>
                </a:lnTo>
                <a:lnTo>
                  <a:pt x="18079" y="529"/>
                </a:lnTo>
                <a:lnTo>
                  <a:pt x="18984" y="716"/>
                </a:lnTo>
                <a:lnTo>
                  <a:pt x="19888" y="932"/>
                </a:lnTo>
                <a:lnTo>
                  <a:pt x="20792" y="1175"/>
                </a:lnTo>
                <a:lnTo>
                  <a:pt x="21695" y="1447"/>
                </a:lnTo>
                <a:lnTo>
                  <a:pt x="22599" y="1747"/>
                </a:lnTo>
                <a:lnTo>
                  <a:pt x="23503" y="2075"/>
                </a:lnTo>
                <a:lnTo>
                  <a:pt x="24408" y="2431"/>
                </a:lnTo>
                <a:lnTo>
                  <a:pt x="25312" y="2814"/>
                </a:lnTo>
                <a:lnTo>
                  <a:pt x="26216" y="3226"/>
                </a:lnTo>
                <a:lnTo>
                  <a:pt x="27119" y="3666"/>
                </a:lnTo>
                <a:lnTo>
                  <a:pt x="28023" y="4133"/>
                </a:lnTo>
                <a:lnTo>
                  <a:pt x="28927" y="4628"/>
                </a:lnTo>
                <a:lnTo>
                  <a:pt x="29832" y="5150"/>
                </a:lnTo>
                <a:lnTo>
                  <a:pt x="30736" y="5700"/>
                </a:lnTo>
                <a:lnTo>
                  <a:pt x="31639" y="6278"/>
                </a:lnTo>
                <a:lnTo>
                  <a:pt x="32543" y="6883"/>
                </a:lnTo>
                <a:lnTo>
                  <a:pt x="33447" y="7515"/>
                </a:lnTo>
                <a:lnTo>
                  <a:pt x="34352" y="8174"/>
                </a:lnTo>
                <a:lnTo>
                  <a:pt x="35256" y="8860"/>
                </a:lnTo>
                <a:lnTo>
                  <a:pt x="36160" y="9574"/>
                </a:lnTo>
                <a:lnTo>
                  <a:pt x="37063" y="10314"/>
                </a:lnTo>
                <a:lnTo>
                  <a:pt x="37967" y="11080"/>
                </a:lnTo>
                <a:lnTo>
                  <a:pt x="38871" y="11874"/>
                </a:lnTo>
                <a:lnTo>
                  <a:pt x="39776" y="12693"/>
                </a:lnTo>
                <a:lnTo>
                  <a:pt x="40680" y="13539"/>
                </a:lnTo>
                <a:lnTo>
                  <a:pt x="41583" y="14412"/>
                </a:lnTo>
                <a:lnTo>
                  <a:pt x="42487" y="15310"/>
                </a:lnTo>
                <a:lnTo>
                  <a:pt x="43391" y="16234"/>
                </a:lnTo>
                <a:lnTo>
                  <a:pt x="44294" y="17184"/>
                </a:lnTo>
                <a:lnTo>
                  <a:pt x="45200" y="18160"/>
                </a:lnTo>
                <a:lnTo>
                  <a:pt x="46103" y="19161"/>
                </a:lnTo>
                <a:lnTo>
                  <a:pt x="47007" y="20188"/>
                </a:lnTo>
                <a:lnTo>
                  <a:pt x="47911" y="21239"/>
                </a:lnTo>
                <a:lnTo>
                  <a:pt x="48815" y="22316"/>
                </a:lnTo>
                <a:lnTo>
                  <a:pt x="49718" y="23417"/>
                </a:lnTo>
                <a:lnTo>
                  <a:pt x="50624" y="24543"/>
                </a:lnTo>
                <a:lnTo>
                  <a:pt x="51527" y="25693"/>
                </a:lnTo>
                <a:lnTo>
                  <a:pt x="52431" y="26868"/>
                </a:lnTo>
                <a:lnTo>
                  <a:pt x="53335" y="28067"/>
                </a:lnTo>
                <a:lnTo>
                  <a:pt x="54238" y="29289"/>
                </a:lnTo>
                <a:lnTo>
                  <a:pt x="55142" y="30536"/>
                </a:lnTo>
                <a:lnTo>
                  <a:pt x="56047" y="31806"/>
                </a:lnTo>
                <a:lnTo>
                  <a:pt x="56951" y="33099"/>
                </a:lnTo>
                <a:lnTo>
                  <a:pt x="57855" y="34415"/>
                </a:lnTo>
                <a:lnTo>
                  <a:pt x="58759" y="35754"/>
                </a:lnTo>
                <a:lnTo>
                  <a:pt x="59662" y="37116"/>
                </a:lnTo>
                <a:lnTo>
                  <a:pt x="60566" y="38501"/>
                </a:lnTo>
                <a:lnTo>
                  <a:pt x="61471" y="39907"/>
                </a:lnTo>
                <a:lnTo>
                  <a:pt x="62375" y="41336"/>
                </a:lnTo>
                <a:lnTo>
                  <a:pt x="63279" y="42786"/>
                </a:lnTo>
                <a:lnTo>
                  <a:pt x="64182" y="44258"/>
                </a:lnTo>
                <a:lnTo>
                  <a:pt x="65086" y="45752"/>
                </a:lnTo>
                <a:lnTo>
                  <a:pt x="65990" y="47266"/>
                </a:lnTo>
                <a:lnTo>
                  <a:pt x="66893" y="48802"/>
                </a:lnTo>
                <a:lnTo>
                  <a:pt x="67799" y="50357"/>
                </a:lnTo>
                <a:lnTo>
                  <a:pt x="68703" y="51934"/>
                </a:lnTo>
                <a:lnTo>
                  <a:pt x="69606" y="53530"/>
                </a:lnTo>
                <a:lnTo>
                  <a:pt x="70510" y="55147"/>
                </a:lnTo>
                <a:lnTo>
                  <a:pt x="71414" y="56783"/>
                </a:lnTo>
                <a:lnTo>
                  <a:pt x="72317" y="58438"/>
                </a:lnTo>
                <a:lnTo>
                  <a:pt x="73223" y="60112"/>
                </a:lnTo>
                <a:lnTo>
                  <a:pt x="74126" y="61806"/>
                </a:lnTo>
                <a:lnTo>
                  <a:pt x="75030" y="63517"/>
                </a:lnTo>
                <a:lnTo>
                  <a:pt x="75934" y="65248"/>
                </a:lnTo>
                <a:lnTo>
                  <a:pt x="76837" y="66996"/>
                </a:lnTo>
                <a:lnTo>
                  <a:pt x="77741" y="68762"/>
                </a:lnTo>
                <a:lnTo>
                  <a:pt x="78647" y="70545"/>
                </a:lnTo>
                <a:lnTo>
                  <a:pt x="79550" y="72346"/>
                </a:lnTo>
                <a:lnTo>
                  <a:pt x="80454" y="74163"/>
                </a:lnTo>
                <a:lnTo>
                  <a:pt x="81358" y="75997"/>
                </a:lnTo>
                <a:lnTo>
                  <a:pt x="82261" y="77848"/>
                </a:lnTo>
                <a:lnTo>
                  <a:pt x="83165" y="79714"/>
                </a:lnTo>
                <a:lnTo>
                  <a:pt x="84070" y="81596"/>
                </a:lnTo>
                <a:lnTo>
                  <a:pt x="84974" y="83494"/>
                </a:lnTo>
                <a:lnTo>
                  <a:pt x="85878" y="85407"/>
                </a:lnTo>
                <a:lnTo>
                  <a:pt x="86781" y="87335"/>
                </a:lnTo>
                <a:lnTo>
                  <a:pt x="87685" y="89277"/>
                </a:lnTo>
                <a:lnTo>
                  <a:pt x="88589" y="91233"/>
                </a:lnTo>
                <a:lnTo>
                  <a:pt x="89494" y="93204"/>
                </a:lnTo>
                <a:lnTo>
                  <a:pt x="90398" y="95188"/>
                </a:lnTo>
                <a:lnTo>
                  <a:pt x="91302" y="97185"/>
                </a:lnTo>
                <a:lnTo>
                  <a:pt x="92205" y="99195"/>
                </a:lnTo>
                <a:lnTo>
                  <a:pt x="93109" y="101218"/>
                </a:lnTo>
                <a:lnTo>
                  <a:pt x="94013" y="103253"/>
                </a:lnTo>
                <a:lnTo>
                  <a:pt x="94918" y="105300"/>
                </a:lnTo>
                <a:lnTo>
                  <a:pt x="95822" y="107359"/>
                </a:lnTo>
                <a:lnTo>
                  <a:pt x="96725" y="109430"/>
                </a:lnTo>
                <a:lnTo>
                  <a:pt x="97629" y="111511"/>
                </a:lnTo>
                <a:lnTo>
                  <a:pt x="98533" y="113603"/>
                </a:lnTo>
                <a:lnTo>
                  <a:pt x="99437" y="115706"/>
                </a:lnTo>
                <a:lnTo>
                  <a:pt x="100342" y="117819"/>
                </a:lnTo>
                <a:lnTo>
                  <a:pt x="101246" y="119941"/>
                </a:lnTo>
                <a:lnTo>
                  <a:pt x="102149" y="122073"/>
                </a:lnTo>
                <a:lnTo>
                  <a:pt x="103053" y="124213"/>
                </a:lnTo>
                <a:lnTo>
                  <a:pt x="103957" y="126363"/>
                </a:lnTo>
                <a:lnTo>
                  <a:pt x="104860" y="128521"/>
                </a:lnTo>
                <a:lnTo>
                  <a:pt x="105766" y="130687"/>
                </a:lnTo>
                <a:lnTo>
                  <a:pt x="106669" y="132860"/>
                </a:lnTo>
                <a:lnTo>
                  <a:pt x="107573" y="135040"/>
                </a:lnTo>
                <a:lnTo>
                  <a:pt x="108477" y="137228"/>
                </a:lnTo>
                <a:lnTo>
                  <a:pt x="109381" y="139424"/>
                </a:lnTo>
                <a:lnTo>
                  <a:pt x="110284" y="141625"/>
                </a:lnTo>
                <a:lnTo>
                  <a:pt x="111190" y="143831"/>
                </a:lnTo>
                <a:lnTo>
                  <a:pt x="112093" y="146044"/>
                </a:lnTo>
                <a:lnTo>
                  <a:pt x="112997" y="148262"/>
                </a:lnTo>
                <a:lnTo>
                  <a:pt x="113901" y="150485"/>
                </a:lnTo>
                <a:lnTo>
                  <a:pt x="114804" y="152712"/>
                </a:lnTo>
                <a:lnTo>
                  <a:pt x="115708" y="154943"/>
                </a:lnTo>
                <a:lnTo>
                  <a:pt x="116613" y="157179"/>
                </a:lnTo>
                <a:lnTo>
                  <a:pt x="117517" y="159417"/>
                </a:lnTo>
                <a:lnTo>
                  <a:pt x="118421" y="161659"/>
                </a:lnTo>
                <a:lnTo>
                  <a:pt x="119324" y="163904"/>
                </a:lnTo>
                <a:lnTo>
                  <a:pt x="120228" y="166151"/>
                </a:lnTo>
                <a:lnTo>
                  <a:pt x="121132" y="168401"/>
                </a:lnTo>
                <a:lnTo>
                  <a:pt x="122037" y="170652"/>
                </a:lnTo>
                <a:lnTo>
                  <a:pt x="122941" y="172904"/>
                </a:lnTo>
                <a:lnTo>
                  <a:pt x="123845" y="175158"/>
                </a:lnTo>
                <a:lnTo>
                  <a:pt x="124748" y="177413"/>
                </a:lnTo>
                <a:lnTo>
                  <a:pt x="125652" y="179667"/>
                </a:lnTo>
                <a:lnTo>
                  <a:pt x="126556" y="181921"/>
                </a:lnTo>
                <a:lnTo>
                  <a:pt x="127461" y="184175"/>
                </a:lnTo>
                <a:lnTo>
                  <a:pt x="128365" y="186428"/>
                </a:lnTo>
                <a:lnTo>
                  <a:pt x="129268" y="188681"/>
                </a:lnTo>
                <a:lnTo>
                  <a:pt x="130172" y="190931"/>
                </a:lnTo>
                <a:lnTo>
                  <a:pt x="131076" y="193181"/>
                </a:lnTo>
                <a:lnTo>
                  <a:pt x="131980" y="195427"/>
                </a:lnTo>
                <a:lnTo>
                  <a:pt x="132885" y="197671"/>
                </a:lnTo>
                <a:lnTo>
                  <a:pt x="133789" y="199912"/>
                </a:lnTo>
                <a:lnTo>
                  <a:pt x="134692" y="202150"/>
                </a:lnTo>
                <a:lnTo>
                  <a:pt x="135596" y="204385"/>
                </a:lnTo>
                <a:lnTo>
                  <a:pt x="136500" y="206615"/>
                </a:lnTo>
                <a:lnTo>
                  <a:pt x="137405" y="208841"/>
                </a:lnTo>
                <a:lnTo>
                  <a:pt x="138309" y="211064"/>
                </a:lnTo>
                <a:lnTo>
                  <a:pt x="139212" y="213280"/>
                </a:lnTo>
                <a:lnTo>
                  <a:pt x="140116" y="215491"/>
                </a:lnTo>
                <a:lnTo>
                  <a:pt x="141020" y="217697"/>
                </a:lnTo>
                <a:lnTo>
                  <a:pt x="141924" y="219896"/>
                </a:lnTo>
                <a:lnTo>
                  <a:pt x="142829" y="222089"/>
                </a:lnTo>
                <a:lnTo>
                  <a:pt x="143733" y="224275"/>
                </a:lnTo>
                <a:lnTo>
                  <a:pt x="144636" y="226455"/>
                </a:lnTo>
                <a:lnTo>
                  <a:pt x="145540" y="228627"/>
                </a:lnTo>
                <a:lnTo>
                  <a:pt x="146444" y="230790"/>
                </a:lnTo>
                <a:lnTo>
                  <a:pt x="147347" y="232946"/>
                </a:lnTo>
                <a:lnTo>
                  <a:pt x="148253" y="235094"/>
                </a:lnTo>
                <a:lnTo>
                  <a:pt x="149156" y="237232"/>
                </a:lnTo>
                <a:lnTo>
                  <a:pt x="150060" y="239362"/>
                </a:lnTo>
                <a:lnTo>
                  <a:pt x="150964" y="241483"/>
                </a:lnTo>
                <a:lnTo>
                  <a:pt x="151868" y="243593"/>
                </a:lnTo>
                <a:lnTo>
                  <a:pt x="152771" y="245693"/>
                </a:lnTo>
                <a:lnTo>
                  <a:pt x="153677" y="247783"/>
                </a:lnTo>
                <a:lnTo>
                  <a:pt x="154580" y="249862"/>
                </a:lnTo>
                <a:lnTo>
                  <a:pt x="155484" y="251931"/>
                </a:lnTo>
                <a:lnTo>
                  <a:pt x="156388" y="253986"/>
                </a:lnTo>
                <a:lnTo>
                  <a:pt x="157291" y="256031"/>
                </a:lnTo>
                <a:lnTo>
                  <a:pt x="158195" y="258064"/>
                </a:lnTo>
                <a:lnTo>
                  <a:pt x="159100" y="260084"/>
                </a:lnTo>
                <a:lnTo>
                  <a:pt x="160004" y="262091"/>
                </a:lnTo>
                <a:lnTo>
                  <a:pt x="160908" y="264086"/>
                </a:lnTo>
                <a:lnTo>
                  <a:pt x="161812" y="266066"/>
                </a:lnTo>
                <a:lnTo>
                  <a:pt x="162715" y="268033"/>
                </a:lnTo>
                <a:lnTo>
                  <a:pt x="163619" y="269986"/>
                </a:lnTo>
                <a:lnTo>
                  <a:pt x="164524" y="271925"/>
                </a:lnTo>
                <a:lnTo>
                  <a:pt x="165428" y="273849"/>
                </a:lnTo>
                <a:lnTo>
                  <a:pt x="166332" y="275759"/>
                </a:lnTo>
                <a:lnTo>
                  <a:pt x="167235" y="277653"/>
                </a:lnTo>
                <a:lnTo>
                  <a:pt x="168139" y="279532"/>
                </a:lnTo>
                <a:lnTo>
                  <a:pt x="169043" y="281394"/>
                </a:lnTo>
                <a:lnTo>
                  <a:pt x="169948" y="283241"/>
                </a:lnTo>
                <a:lnTo>
                  <a:pt x="170852" y="285072"/>
                </a:lnTo>
                <a:lnTo>
                  <a:pt x="171756" y="286886"/>
                </a:lnTo>
                <a:lnTo>
                  <a:pt x="172659" y="288681"/>
                </a:lnTo>
                <a:lnTo>
                  <a:pt x="173563" y="290461"/>
                </a:lnTo>
                <a:lnTo>
                  <a:pt x="174467" y="292223"/>
                </a:lnTo>
                <a:lnTo>
                  <a:pt x="175372" y="293967"/>
                </a:lnTo>
                <a:lnTo>
                  <a:pt x="176276" y="295693"/>
                </a:lnTo>
                <a:lnTo>
                  <a:pt x="177179" y="297401"/>
                </a:lnTo>
                <a:lnTo>
                  <a:pt x="178083" y="299090"/>
                </a:lnTo>
                <a:lnTo>
                  <a:pt x="178987" y="300760"/>
                </a:lnTo>
                <a:lnTo>
                  <a:pt x="179890" y="302411"/>
                </a:lnTo>
                <a:lnTo>
                  <a:pt x="180796" y="304043"/>
                </a:lnTo>
                <a:lnTo>
                  <a:pt x="181700" y="305654"/>
                </a:lnTo>
                <a:lnTo>
                  <a:pt x="182603" y="307245"/>
                </a:lnTo>
                <a:lnTo>
                  <a:pt x="183507" y="308818"/>
                </a:lnTo>
                <a:lnTo>
                  <a:pt x="184411" y="310370"/>
                </a:lnTo>
                <a:lnTo>
                  <a:pt x="185314" y="311900"/>
                </a:lnTo>
                <a:lnTo>
                  <a:pt x="186220" y="313410"/>
                </a:lnTo>
                <a:lnTo>
                  <a:pt x="187123" y="314898"/>
                </a:lnTo>
                <a:lnTo>
                  <a:pt x="188027" y="316365"/>
                </a:lnTo>
                <a:lnTo>
                  <a:pt x="188931" y="317811"/>
                </a:lnTo>
                <a:lnTo>
                  <a:pt x="189834" y="319234"/>
                </a:lnTo>
                <a:lnTo>
                  <a:pt x="190738" y="320636"/>
                </a:lnTo>
                <a:lnTo>
                  <a:pt x="191644" y="322015"/>
                </a:lnTo>
                <a:lnTo>
                  <a:pt x="192547" y="323372"/>
                </a:lnTo>
                <a:lnTo>
                  <a:pt x="193451" y="324706"/>
                </a:lnTo>
                <a:lnTo>
                  <a:pt x="194355" y="326017"/>
                </a:lnTo>
                <a:lnTo>
                  <a:pt x="195258" y="327304"/>
                </a:lnTo>
                <a:lnTo>
                  <a:pt x="196162" y="328568"/>
                </a:lnTo>
                <a:lnTo>
                  <a:pt x="197067" y="329811"/>
                </a:lnTo>
                <a:lnTo>
                  <a:pt x="197971" y="331027"/>
                </a:lnTo>
                <a:lnTo>
                  <a:pt x="198875" y="332221"/>
                </a:lnTo>
                <a:lnTo>
                  <a:pt x="199778" y="333389"/>
                </a:lnTo>
                <a:lnTo>
                  <a:pt x="200682" y="334535"/>
                </a:lnTo>
                <a:lnTo>
                  <a:pt x="201586" y="335655"/>
                </a:lnTo>
                <a:lnTo>
                  <a:pt x="202491" y="336752"/>
                </a:lnTo>
                <a:lnTo>
                  <a:pt x="203395" y="337821"/>
                </a:lnTo>
                <a:lnTo>
                  <a:pt x="204299" y="338868"/>
                </a:lnTo>
                <a:lnTo>
                  <a:pt x="205202" y="339888"/>
                </a:lnTo>
                <a:lnTo>
                  <a:pt x="206106" y="340883"/>
                </a:lnTo>
                <a:lnTo>
                  <a:pt x="207010" y="341853"/>
                </a:lnTo>
                <a:lnTo>
                  <a:pt x="207913" y="342797"/>
                </a:lnTo>
                <a:lnTo>
                  <a:pt x="208819" y="343715"/>
                </a:lnTo>
                <a:lnTo>
                  <a:pt x="209722" y="344607"/>
                </a:lnTo>
                <a:lnTo>
                  <a:pt x="210626" y="345474"/>
                </a:lnTo>
                <a:lnTo>
                  <a:pt x="211530" y="346315"/>
                </a:lnTo>
                <a:lnTo>
                  <a:pt x="212434" y="347129"/>
                </a:lnTo>
                <a:lnTo>
                  <a:pt x="213337" y="347915"/>
                </a:lnTo>
                <a:lnTo>
                  <a:pt x="214243" y="348676"/>
                </a:lnTo>
                <a:lnTo>
                  <a:pt x="215146" y="349410"/>
                </a:lnTo>
                <a:lnTo>
                  <a:pt x="216050" y="350118"/>
                </a:lnTo>
                <a:lnTo>
                  <a:pt x="216954" y="350797"/>
                </a:lnTo>
                <a:lnTo>
                  <a:pt x="217857" y="351450"/>
                </a:lnTo>
                <a:lnTo>
                  <a:pt x="218761" y="352076"/>
                </a:lnTo>
                <a:lnTo>
                  <a:pt x="219666" y="352674"/>
                </a:lnTo>
                <a:lnTo>
                  <a:pt x="220570" y="353246"/>
                </a:lnTo>
                <a:lnTo>
                  <a:pt x="221474" y="353790"/>
                </a:lnTo>
                <a:lnTo>
                  <a:pt x="222377" y="354305"/>
                </a:lnTo>
                <a:lnTo>
                  <a:pt x="223281" y="354795"/>
                </a:lnTo>
                <a:lnTo>
                  <a:pt x="224185" y="355256"/>
                </a:lnTo>
                <a:lnTo>
                  <a:pt x="225090" y="355689"/>
                </a:lnTo>
                <a:lnTo>
                  <a:pt x="225994" y="356095"/>
                </a:lnTo>
                <a:lnTo>
                  <a:pt x="226898" y="356472"/>
                </a:lnTo>
                <a:lnTo>
                  <a:pt x="227801" y="356822"/>
                </a:lnTo>
                <a:lnTo>
                  <a:pt x="228705" y="357143"/>
                </a:lnTo>
                <a:lnTo>
                  <a:pt x="229609" y="357437"/>
                </a:lnTo>
                <a:lnTo>
                  <a:pt x="230514" y="357701"/>
                </a:lnTo>
                <a:lnTo>
                  <a:pt x="231418" y="357938"/>
                </a:lnTo>
                <a:lnTo>
                  <a:pt x="232321" y="358148"/>
                </a:lnTo>
                <a:lnTo>
                  <a:pt x="233225" y="358329"/>
                </a:lnTo>
                <a:lnTo>
                  <a:pt x="234129" y="358480"/>
                </a:lnTo>
                <a:lnTo>
                  <a:pt x="235033" y="358605"/>
                </a:lnTo>
                <a:lnTo>
                  <a:pt x="235938" y="358701"/>
                </a:lnTo>
                <a:lnTo>
                  <a:pt x="236842" y="358769"/>
                </a:lnTo>
                <a:lnTo>
                  <a:pt x="237745" y="358807"/>
                </a:lnTo>
                <a:lnTo>
                  <a:pt x="238649" y="358819"/>
                </a:lnTo>
                <a:lnTo>
                  <a:pt x="239553" y="358801"/>
                </a:lnTo>
                <a:lnTo>
                  <a:pt x="240456" y="358756"/>
                </a:lnTo>
                <a:lnTo>
                  <a:pt x="241362" y="358681"/>
                </a:lnTo>
                <a:lnTo>
                  <a:pt x="242265" y="358580"/>
                </a:lnTo>
                <a:lnTo>
                  <a:pt x="243169" y="358448"/>
                </a:lnTo>
                <a:lnTo>
                  <a:pt x="244073" y="358289"/>
                </a:lnTo>
                <a:lnTo>
                  <a:pt x="244977" y="358103"/>
                </a:lnTo>
                <a:lnTo>
                  <a:pt x="245880" y="357887"/>
                </a:lnTo>
                <a:lnTo>
                  <a:pt x="246786" y="357643"/>
                </a:lnTo>
                <a:lnTo>
                  <a:pt x="247689" y="357372"/>
                </a:lnTo>
                <a:lnTo>
                  <a:pt x="248593" y="357071"/>
                </a:lnTo>
                <a:lnTo>
                  <a:pt x="249497" y="356744"/>
                </a:lnTo>
                <a:lnTo>
                  <a:pt x="250400" y="356389"/>
                </a:lnTo>
                <a:lnTo>
                  <a:pt x="251306" y="356005"/>
                </a:lnTo>
                <a:lnTo>
                  <a:pt x="252209" y="355593"/>
                </a:lnTo>
                <a:lnTo>
                  <a:pt x="253113" y="355153"/>
                </a:lnTo>
                <a:lnTo>
                  <a:pt x="254017" y="354686"/>
                </a:lnTo>
                <a:lnTo>
                  <a:pt x="254921" y="354191"/>
                </a:lnTo>
                <a:lnTo>
                  <a:pt x="255824" y="353669"/>
                </a:lnTo>
                <a:lnTo>
                  <a:pt x="256728" y="353118"/>
                </a:lnTo>
                <a:lnTo>
                  <a:pt x="257633" y="352541"/>
                </a:lnTo>
                <a:lnTo>
                  <a:pt x="258537" y="351937"/>
                </a:lnTo>
                <a:lnTo>
                  <a:pt x="259441" y="351304"/>
                </a:lnTo>
                <a:lnTo>
                  <a:pt x="260344" y="350644"/>
                </a:lnTo>
                <a:lnTo>
                  <a:pt x="261248" y="349958"/>
                </a:lnTo>
                <a:lnTo>
                  <a:pt x="262153" y="349245"/>
                </a:lnTo>
                <a:lnTo>
                  <a:pt x="263057" y="348505"/>
                </a:lnTo>
                <a:lnTo>
                  <a:pt x="263961" y="347739"/>
                </a:lnTo>
                <a:lnTo>
                  <a:pt x="264865" y="346945"/>
                </a:lnTo>
                <a:lnTo>
                  <a:pt x="265768" y="346126"/>
                </a:lnTo>
                <a:lnTo>
                  <a:pt x="266672" y="345280"/>
                </a:lnTo>
                <a:lnTo>
                  <a:pt x="267576" y="344406"/>
                </a:lnTo>
                <a:lnTo>
                  <a:pt x="268481" y="343509"/>
                </a:lnTo>
                <a:lnTo>
                  <a:pt x="269385" y="342584"/>
                </a:lnTo>
                <a:lnTo>
                  <a:pt x="270288" y="341634"/>
                </a:lnTo>
                <a:lnTo>
                  <a:pt x="271192" y="340659"/>
                </a:lnTo>
                <a:lnTo>
                  <a:pt x="272096" y="339657"/>
                </a:lnTo>
                <a:lnTo>
                  <a:pt x="273001" y="338632"/>
                </a:lnTo>
                <a:lnTo>
                  <a:pt x="273905" y="337579"/>
                </a:lnTo>
                <a:lnTo>
                  <a:pt x="274809" y="336502"/>
                </a:lnTo>
                <a:lnTo>
                  <a:pt x="275712" y="335403"/>
                </a:lnTo>
                <a:lnTo>
                  <a:pt x="276616" y="334276"/>
                </a:lnTo>
                <a:lnTo>
                  <a:pt x="277520" y="333125"/>
                </a:lnTo>
                <a:lnTo>
                  <a:pt x="278423" y="331951"/>
                </a:lnTo>
                <a:lnTo>
                  <a:pt x="279329" y="330751"/>
                </a:lnTo>
                <a:lnTo>
                  <a:pt x="280232" y="329529"/>
                </a:lnTo>
                <a:lnTo>
                  <a:pt x="281136" y="328283"/>
                </a:lnTo>
                <a:lnTo>
                  <a:pt x="282040" y="327014"/>
                </a:lnTo>
                <a:lnTo>
                  <a:pt x="282943" y="325719"/>
                </a:lnTo>
                <a:lnTo>
                  <a:pt x="283849" y="324404"/>
                </a:lnTo>
                <a:lnTo>
                  <a:pt x="284753" y="323065"/>
                </a:lnTo>
                <a:lnTo>
                  <a:pt x="285656" y="321703"/>
                </a:lnTo>
                <a:lnTo>
                  <a:pt x="286560" y="320319"/>
                </a:lnTo>
                <a:lnTo>
                  <a:pt x="287464" y="318912"/>
                </a:lnTo>
                <a:lnTo>
                  <a:pt x="288367" y="317483"/>
                </a:lnTo>
                <a:lnTo>
                  <a:pt x="289271" y="316033"/>
                </a:lnTo>
                <a:lnTo>
                  <a:pt x="290176" y="314560"/>
                </a:lnTo>
                <a:lnTo>
                  <a:pt x="291080" y="313066"/>
                </a:lnTo>
                <a:lnTo>
                  <a:pt x="291984" y="311553"/>
                </a:lnTo>
                <a:lnTo>
                  <a:pt x="292887" y="310018"/>
                </a:lnTo>
                <a:lnTo>
                  <a:pt x="293791" y="308461"/>
                </a:lnTo>
                <a:lnTo>
                  <a:pt x="294696" y="306885"/>
                </a:lnTo>
                <a:lnTo>
                  <a:pt x="295600" y="305288"/>
                </a:lnTo>
                <a:lnTo>
                  <a:pt x="296504" y="303672"/>
                </a:lnTo>
                <a:lnTo>
                  <a:pt x="297408" y="302036"/>
                </a:lnTo>
                <a:lnTo>
                  <a:pt x="298311" y="300381"/>
                </a:lnTo>
                <a:lnTo>
                  <a:pt x="299215" y="298707"/>
                </a:lnTo>
                <a:lnTo>
                  <a:pt x="300119" y="297012"/>
                </a:lnTo>
                <a:lnTo>
                  <a:pt x="301024" y="295301"/>
                </a:lnTo>
                <a:lnTo>
                  <a:pt x="301928" y="293572"/>
                </a:lnTo>
                <a:lnTo>
                  <a:pt x="302831" y="291823"/>
                </a:lnTo>
                <a:lnTo>
                  <a:pt x="303735" y="290057"/>
                </a:lnTo>
                <a:lnTo>
                  <a:pt x="304639" y="288273"/>
                </a:lnTo>
                <a:lnTo>
                  <a:pt x="305544" y="286474"/>
                </a:lnTo>
                <a:lnTo>
                  <a:pt x="306448" y="284655"/>
                </a:lnTo>
                <a:lnTo>
                  <a:pt x="307352" y="282821"/>
                </a:lnTo>
                <a:lnTo>
                  <a:pt x="308255" y="280970"/>
                </a:lnTo>
                <a:lnTo>
                  <a:pt x="309159" y="279105"/>
                </a:lnTo>
                <a:lnTo>
                  <a:pt x="310063" y="277222"/>
                </a:lnTo>
                <a:lnTo>
                  <a:pt x="310966" y="275325"/>
                </a:lnTo>
                <a:lnTo>
                  <a:pt x="311872" y="273412"/>
                </a:lnTo>
                <a:lnTo>
                  <a:pt x="312775" y="271485"/>
                </a:lnTo>
                <a:lnTo>
                  <a:pt x="313679" y="269543"/>
                </a:lnTo>
                <a:lnTo>
                  <a:pt x="314583" y="267586"/>
                </a:lnTo>
                <a:lnTo>
                  <a:pt x="315487" y="265616"/>
                </a:lnTo>
                <a:lnTo>
                  <a:pt x="316392" y="263631"/>
                </a:lnTo>
                <a:lnTo>
                  <a:pt x="317296" y="261634"/>
                </a:lnTo>
                <a:lnTo>
                  <a:pt x="318199" y="259624"/>
                </a:lnTo>
                <a:lnTo>
                  <a:pt x="319103" y="257600"/>
                </a:lnTo>
                <a:lnTo>
                  <a:pt x="320007" y="255565"/>
                </a:lnTo>
                <a:lnTo>
                  <a:pt x="320910" y="253519"/>
                </a:lnTo>
                <a:lnTo>
                  <a:pt x="321814" y="251459"/>
                </a:lnTo>
                <a:lnTo>
                  <a:pt x="322719" y="249389"/>
                </a:lnTo>
                <a:lnTo>
                  <a:pt x="323623" y="247308"/>
                </a:lnTo>
                <a:lnTo>
                  <a:pt x="324527" y="245214"/>
                </a:lnTo>
                <a:lnTo>
                  <a:pt x="325430" y="243113"/>
                </a:lnTo>
                <a:lnTo>
                  <a:pt x="326334" y="241000"/>
                </a:lnTo>
                <a:lnTo>
                  <a:pt x="327240" y="238877"/>
                </a:lnTo>
                <a:lnTo>
                  <a:pt x="328143" y="236746"/>
                </a:lnTo>
                <a:lnTo>
                  <a:pt x="329047" y="234606"/>
                </a:lnTo>
                <a:lnTo>
                  <a:pt x="329951" y="232456"/>
                </a:lnTo>
                <a:lnTo>
                  <a:pt x="330854" y="230299"/>
                </a:lnTo>
                <a:lnTo>
                  <a:pt x="331758" y="228132"/>
                </a:lnTo>
                <a:lnTo>
                  <a:pt x="332662" y="225958"/>
                </a:lnTo>
                <a:lnTo>
                  <a:pt x="333567" y="223778"/>
                </a:lnTo>
                <a:lnTo>
                  <a:pt x="334471" y="221589"/>
                </a:lnTo>
                <a:lnTo>
                  <a:pt x="335374" y="219394"/>
                </a:lnTo>
                <a:lnTo>
                  <a:pt x="336278" y="217193"/>
                </a:lnTo>
                <a:lnTo>
                  <a:pt x="337182" y="214987"/>
                </a:lnTo>
                <a:lnTo>
                  <a:pt x="338086" y="212775"/>
                </a:lnTo>
                <a:lnTo>
                  <a:pt x="338991" y="210557"/>
                </a:lnTo>
                <a:lnTo>
                  <a:pt x="339895" y="208334"/>
                </a:lnTo>
                <a:lnTo>
                  <a:pt x="340798" y="206106"/>
                </a:lnTo>
                <a:lnTo>
                  <a:pt x="341702" y="203875"/>
                </a:lnTo>
                <a:lnTo>
                  <a:pt x="342606" y="201640"/>
                </a:lnTo>
                <a:lnTo>
                  <a:pt x="343511" y="199402"/>
                </a:lnTo>
                <a:lnTo>
                  <a:pt x="344415" y="197159"/>
                </a:lnTo>
                <a:lnTo>
                  <a:pt x="345318" y="194915"/>
                </a:lnTo>
                <a:lnTo>
                  <a:pt x="346222" y="192667"/>
                </a:lnTo>
                <a:lnTo>
                  <a:pt x="347126" y="190418"/>
                </a:lnTo>
                <a:lnTo>
                  <a:pt x="348030" y="188167"/>
                </a:lnTo>
                <a:lnTo>
                  <a:pt x="348933" y="185915"/>
                </a:lnTo>
                <a:lnTo>
                  <a:pt x="349839" y="183660"/>
                </a:lnTo>
                <a:lnTo>
                  <a:pt x="350742" y="181406"/>
                </a:lnTo>
                <a:lnTo>
                  <a:pt x="351646" y="179152"/>
                </a:lnTo>
                <a:lnTo>
                  <a:pt x="352550" y="176898"/>
                </a:lnTo>
                <a:lnTo>
                  <a:pt x="353453" y="174643"/>
                </a:lnTo>
                <a:lnTo>
                  <a:pt x="354359" y="172391"/>
                </a:lnTo>
                <a:lnTo>
                  <a:pt x="355262" y="170138"/>
                </a:lnTo>
                <a:lnTo>
                  <a:pt x="356166" y="167887"/>
                </a:lnTo>
                <a:lnTo>
                  <a:pt x="357070" y="165638"/>
                </a:lnTo>
                <a:lnTo>
                  <a:pt x="357974" y="163392"/>
                </a:lnTo>
                <a:lnTo>
                  <a:pt x="358877" y="161148"/>
                </a:lnTo>
                <a:lnTo>
                  <a:pt x="359781" y="158907"/>
                </a:lnTo>
                <a:lnTo>
                  <a:pt x="360686" y="156669"/>
                </a:lnTo>
                <a:lnTo>
                  <a:pt x="361590" y="154433"/>
                </a:lnTo>
                <a:lnTo>
                  <a:pt x="362494" y="152204"/>
                </a:lnTo>
                <a:lnTo>
                  <a:pt x="363397" y="149978"/>
                </a:lnTo>
                <a:lnTo>
                  <a:pt x="364301" y="147755"/>
                </a:lnTo>
                <a:lnTo>
                  <a:pt x="365206" y="145539"/>
                </a:lnTo>
                <a:lnTo>
                  <a:pt x="366110" y="143328"/>
                </a:lnTo>
                <a:lnTo>
                  <a:pt x="367014" y="141122"/>
                </a:lnTo>
                <a:lnTo>
                  <a:pt x="367917" y="138923"/>
                </a:lnTo>
                <a:lnTo>
                  <a:pt x="368821" y="136730"/>
                </a:lnTo>
                <a:lnTo>
                  <a:pt x="369725" y="134544"/>
                </a:lnTo>
                <a:lnTo>
                  <a:pt x="370629" y="132364"/>
                </a:lnTo>
                <a:lnTo>
                  <a:pt x="371534" y="130192"/>
                </a:lnTo>
                <a:lnTo>
                  <a:pt x="372438" y="128028"/>
                </a:lnTo>
                <a:lnTo>
                  <a:pt x="373341" y="125872"/>
                </a:lnTo>
                <a:lnTo>
                  <a:pt x="374245" y="123724"/>
                </a:lnTo>
                <a:lnTo>
                  <a:pt x="375149" y="121586"/>
                </a:lnTo>
                <a:lnTo>
                  <a:pt x="376054" y="119456"/>
                </a:lnTo>
                <a:lnTo>
                  <a:pt x="376958" y="117336"/>
                </a:lnTo>
                <a:lnTo>
                  <a:pt x="377862" y="115226"/>
                </a:lnTo>
                <a:lnTo>
                  <a:pt x="378765" y="113125"/>
                </a:lnTo>
                <a:lnTo>
                  <a:pt x="379669" y="111036"/>
                </a:lnTo>
                <a:lnTo>
                  <a:pt x="380573" y="108957"/>
                </a:lnTo>
                <a:lnTo>
                  <a:pt x="381476" y="106889"/>
                </a:lnTo>
                <a:lnTo>
                  <a:pt x="382382" y="104832"/>
                </a:lnTo>
                <a:lnTo>
                  <a:pt x="383285" y="102788"/>
                </a:lnTo>
                <a:lnTo>
                  <a:pt x="384189" y="100756"/>
                </a:lnTo>
                <a:lnTo>
                  <a:pt x="385093" y="98735"/>
                </a:lnTo>
                <a:lnTo>
                  <a:pt x="385996" y="96728"/>
                </a:lnTo>
                <a:lnTo>
                  <a:pt x="386902" y="94734"/>
                </a:lnTo>
                <a:lnTo>
                  <a:pt x="387805" y="92753"/>
                </a:lnTo>
                <a:lnTo>
                  <a:pt x="388709" y="90786"/>
                </a:lnTo>
                <a:lnTo>
                  <a:pt x="389613" y="88833"/>
                </a:lnTo>
                <a:lnTo>
                  <a:pt x="390517" y="86894"/>
                </a:lnTo>
                <a:lnTo>
                  <a:pt x="391420" y="84969"/>
                </a:lnTo>
                <a:lnTo>
                  <a:pt x="392324" y="83060"/>
                </a:lnTo>
                <a:lnTo>
                  <a:pt x="393229" y="81166"/>
                </a:lnTo>
                <a:lnTo>
                  <a:pt x="394133" y="79287"/>
                </a:lnTo>
                <a:lnTo>
                  <a:pt x="395037" y="77424"/>
                </a:lnTo>
                <a:lnTo>
                  <a:pt x="395940" y="75578"/>
                </a:lnTo>
                <a:lnTo>
                  <a:pt x="396844" y="73747"/>
                </a:lnTo>
                <a:lnTo>
                  <a:pt x="397749" y="71934"/>
                </a:lnTo>
                <a:lnTo>
                  <a:pt x="398653" y="70137"/>
                </a:lnTo>
                <a:lnTo>
                  <a:pt x="399557" y="68358"/>
                </a:lnTo>
                <a:lnTo>
                  <a:pt x="400461" y="66595"/>
                </a:lnTo>
                <a:lnTo>
                  <a:pt x="401364" y="64851"/>
                </a:lnTo>
                <a:lnTo>
                  <a:pt x="402268" y="63125"/>
                </a:lnTo>
                <a:lnTo>
                  <a:pt x="403172" y="61418"/>
                </a:lnTo>
                <a:lnTo>
                  <a:pt x="404077" y="59729"/>
                </a:lnTo>
                <a:lnTo>
                  <a:pt x="404981" y="58059"/>
                </a:lnTo>
                <a:lnTo>
                  <a:pt x="405884" y="56408"/>
                </a:lnTo>
                <a:lnTo>
                  <a:pt x="406788" y="54776"/>
                </a:lnTo>
                <a:lnTo>
                  <a:pt x="407692" y="53165"/>
                </a:lnTo>
                <a:lnTo>
                  <a:pt x="408597" y="51573"/>
                </a:lnTo>
                <a:lnTo>
                  <a:pt x="409501" y="50001"/>
                </a:lnTo>
                <a:lnTo>
                  <a:pt x="410405" y="48450"/>
                </a:lnTo>
                <a:lnTo>
                  <a:pt x="411308" y="46919"/>
                </a:lnTo>
                <a:lnTo>
                  <a:pt x="412212" y="45409"/>
                </a:lnTo>
                <a:lnTo>
                  <a:pt x="413116" y="43921"/>
                </a:lnTo>
                <a:lnTo>
                  <a:pt x="414019" y="42454"/>
                </a:lnTo>
                <a:lnTo>
                  <a:pt x="414925" y="41008"/>
                </a:lnTo>
                <a:lnTo>
                  <a:pt x="415828" y="39585"/>
                </a:lnTo>
                <a:lnTo>
                  <a:pt x="416732" y="38183"/>
                </a:lnTo>
                <a:lnTo>
                  <a:pt x="417636" y="36804"/>
                </a:lnTo>
                <a:lnTo>
                  <a:pt x="418539" y="35447"/>
                </a:lnTo>
                <a:lnTo>
                  <a:pt x="419445" y="34113"/>
                </a:lnTo>
                <a:lnTo>
                  <a:pt x="420349" y="32802"/>
                </a:lnTo>
                <a:lnTo>
                  <a:pt x="421252" y="31514"/>
                </a:lnTo>
                <a:lnTo>
                  <a:pt x="422156" y="30250"/>
                </a:lnTo>
                <a:lnTo>
                  <a:pt x="423060" y="29009"/>
                </a:lnTo>
                <a:lnTo>
                  <a:pt x="423963" y="27791"/>
                </a:lnTo>
                <a:lnTo>
                  <a:pt x="424867" y="26598"/>
                </a:lnTo>
                <a:lnTo>
                  <a:pt x="425772" y="25429"/>
                </a:lnTo>
                <a:lnTo>
                  <a:pt x="426676" y="24284"/>
                </a:lnTo>
                <a:lnTo>
                  <a:pt x="427580" y="23164"/>
                </a:lnTo>
                <a:lnTo>
                  <a:pt x="428483" y="22068"/>
                </a:lnTo>
                <a:lnTo>
                  <a:pt x="429387" y="20997"/>
                </a:lnTo>
                <a:lnTo>
                  <a:pt x="430293" y="19951"/>
                </a:lnTo>
                <a:lnTo>
                  <a:pt x="431196" y="18931"/>
                </a:lnTo>
                <a:lnTo>
                  <a:pt x="432100" y="17935"/>
                </a:lnTo>
                <a:lnTo>
                  <a:pt x="433004" y="16965"/>
                </a:lnTo>
                <a:lnTo>
                  <a:pt x="433907" y="16021"/>
                </a:lnTo>
                <a:lnTo>
                  <a:pt x="434811" y="15103"/>
                </a:lnTo>
                <a:lnTo>
                  <a:pt x="435715" y="14211"/>
                </a:lnTo>
                <a:lnTo>
                  <a:pt x="436620" y="13344"/>
                </a:lnTo>
                <a:lnTo>
                  <a:pt x="437524" y="12504"/>
                </a:lnTo>
                <a:lnTo>
                  <a:pt x="438427" y="11690"/>
                </a:lnTo>
                <a:lnTo>
                  <a:pt x="439331" y="10903"/>
                </a:lnTo>
                <a:lnTo>
                  <a:pt x="440235" y="10142"/>
                </a:lnTo>
                <a:lnTo>
                  <a:pt x="441140" y="9409"/>
                </a:lnTo>
                <a:lnTo>
                  <a:pt x="442044" y="8702"/>
                </a:lnTo>
                <a:lnTo>
                  <a:pt x="442948" y="8021"/>
                </a:lnTo>
                <a:lnTo>
                  <a:pt x="443851" y="7368"/>
                </a:lnTo>
                <a:lnTo>
                  <a:pt x="444755" y="6742"/>
                </a:lnTo>
                <a:lnTo>
                  <a:pt x="445659" y="6144"/>
                </a:lnTo>
                <a:lnTo>
                  <a:pt x="446562" y="5572"/>
                </a:lnTo>
                <a:lnTo>
                  <a:pt x="447468" y="5029"/>
                </a:lnTo>
                <a:lnTo>
                  <a:pt x="448371" y="4512"/>
                </a:lnTo>
                <a:lnTo>
                  <a:pt x="449275" y="4024"/>
                </a:lnTo>
                <a:lnTo>
                  <a:pt x="450179" y="3563"/>
                </a:lnTo>
                <a:lnTo>
                  <a:pt x="451083" y="3130"/>
                </a:lnTo>
                <a:lnTo>
                  <a:pt x="451988" y="2724"/>
                </a:lnTo>
                <a:lnTo>
                  <a:pt x="452892" y="2347"/>
                </a:lnTo>
                <a:lnTo>
                  <a:pt x="453795" y="1997"/>
                </a:lnTo>
                <a:lnTo>
                  <a:pt x="454699" y="1676"/>
                </a:lnTo>
                <a:lnTo>
                  <a:pt x="455603" y="1382"/>
                </a:lnTo>
                <a:lnTo>
                  <a:pt x="456506" y="1117"/>
                </a:lnTo>
                <a:lnTo>
                  <a:pt x="457410" y="880"/>
                </a:lnTo>
                <a:lnTo>
                  <a:pt x="458315" y="671"/>
                </a:lnTo>
                <a:lnTo>
                  <a:pt x="459219" y="490"/>
                </a:lnTo>
                <a:lnTo>
                  <a:pt x="460123" y="338"/>
                </a:lnTo>
                <a:lnTo>
                  <a:pt x="461027" y="214"/>
                </a:lnTo>
                <a:lnTo>
                  <a:pt x="461930" y="118"/>
                </a:lnTo>
                <a:lnTo>
                  <a:pt x="462836" y="50"/>
                </a:lnTo>
                <a:lnTo>
                  <a:pt x="463739" y="11"/>
                </a:lnTo>
                <a:lnTo>
                  <a:pt x="464643" y="0"/>
                </a:lnTo>
                <a:lnTo>
                  <a:pt x="465547" y="17"/>
                </a:lnTo>
                <a:lnTo>
                  <a:pt x="466450" y="63"/>
                </a:lnTo>
                <a:lnTo>
                  <a:pt x="467354" y="137"/>
                </a:lnTo>
                <a:lnTo>
                  <a:pt x="468258" y="240"/>
                </a:lnTo>
                <a:lnTo>
                  <a:pt x="469163" y="370"/>
                </a:lnTo>
                <a:lnTo>
                  <a:pt x="470067" y="529"/>
                </a:lnTo>
                <a:lnTo>
                  <a:pt x="470970" y="716"/>
                </a:lnTo>
                <a:lnTo>
                  <a:pt x="471874" y="932"/>
                </a:lnTo>
                <a:lnTo>
                  <a:pt x="472778" y="1175"/>
                </a:lnTo>
                <a:lnTo>
                  <a:pt x="473683" y="1447"/>
                </a:lnTo>
                <a:lnTo>
                  <a:pt x="474587" y="1747"/>
                </a:lnTo>
                <a:lnTo>
                  <a:pt x="475491" y="2075"/>
                </a:lnTo>
                <a:lnTo>
                  <a:pt x="476394" y="2431"/>
                </a:lnTo>
                <a:lnTo>
                  <a:pt x="477298" y="2814"/>
                </a:lnTo>
                <a:lnTo>
                  <a:pt x="478202" y="3226"/>
                </a:lnTo>
                <a:lnTo>
                  <a:pt x="479107" y="3666"/>
                </a:lnTo>
                <a:lnTo>
                  <a:pt x="480011" y="4133"/>
                </a:lnTo>
                <a:lnTo>
                  <a:pt x="480914" y="4628"/>
                </a:lnTo>
                <a:lnTo>
                  <a:pt x="481818" y="5150"/>
                </a:lnTo>
                <a:lnTo>
                  <a:pt x="482722" y="5700"/>
                </a:lnTo>
                <a:lnTo>
                  <a:pt x="483626" y="6278"/>
                </a:lnTo>
                <a:lnTo>
                  <a:pt x="484529" y="6883"/>
                </a:lnTo>
                <a:lnTo>
                  <a:pt x="485435" y="7515"/>
                </a:lnTo>
                <a:lnTo>
                  <a:pt x="486338" y="8174"/>
                </a:lnTo>
                <a:lnTo>
                  <a:pt x="487242" y="8860"/>
                </a:lnTo>
                <a:lnTo>
                  <a:pt x="488146" y="9574"/>
                </a:lnTo>
                <a:lnTo>
                  <a:pt x="489049" y="10314"/>
                </a:lnTo>
                <a:lnTo>
                  <a:pt x="489955" y="11080"/>
                </a:lnTo>
                <a:lnTo>
                  <a:pt x="490858" y="11874"/>
                </a:lnTo>
                <a:lnTo>
                  <a:pt x="491762" y="12693"/>
                </a:lnTo>
                <a:lnTo>
                  <a:pt x="492666" y="13539"/>
                </a:lnTo>
                <a:lnTo>
                  <a:pt x="493570" y="14412"/>
                </a:lnTo>
                <a:lnTo>
                  <a:pt x="494473" y="15310"/>
                </a:lnTo>
                <a:lnTo>
                  <a:pt x="495377" y="16234"/>
                </a:lnTo>
                <a:lnTo>
                  <a:pt x="496282" y="17184"/>
                </a:lnTo>
                <a:lnTo>
                  <a:pt x="497186" y="18160"/>
                </a:lnTo>
                <a:lnTo>
                  <a:pt x="498090" y="19161"/>
                </a:lnTo>
                <a:lnTo>
                  <a:pt x="498993" y="20188"/>
                </a:lnTo>
                <a:lnTo>
                  <a:pt x="499897" y="21239"/>
                </a:lnTo>
                <a:lnTo>
                  <a:pt x="500802" y="22316"/>
                </a:lnTo>
                <a:lnTo>
                  <a:pt x="501706" y="23417"/>
                </a:lnTo>
                <a:lnTo>
                  <a:pt x="502610" y="24543"/>
                </a:lnTo>
                <a:lnTo>
                  <a:pt x="503514" y="25693"/>
                </a:lnTo>
                <a:lnTo>
                  <a:pt x="504417" y="26868"/>
                </a:lnTo>
                <a:lnTo>
                  <a:pt x="505321" y="28067"/>
                </a:lnTo>
                <a:lnTo>
                  <a:pt x="506225" y="29289"/>
                </a:lnTo>
                <a:lnTo>
                  <a:pt x="507130" y="30536"/>
                </a:lnTo>
                <a:lnTo>
                  <a:pt x="508034" y="31806"/>
                </a:lnTo>
                <a:lnTo>
                  <a:pt x="508937" y="33099"/>
                </a:lnTo>
                <a:lnTo>
                  <a:pt x="509841" y="34415"/>
                </a:lnTo>
                <a:lnTo>
                  <a:pt x="510745" y="35754"/>
                </a:lnTo>
                <a:lnTo>
                  <a:pt x="511650" y="37116"/>
                </a:lnTo>
                <a:lnTo>
                  <a:pt x="512554" y="38501"/>
                </a:lnTo>
                <a:lnTo>
                  <a:pt x="513458" y="39907"/>
                </a:lnTo>
                <a:lnTo>
                  <a:pt x="514361" y="41336"/>
                </a:lnTo>
                <a:lnTo>
                  <a:pt x="515265" y="42786"/>
                </a:lnTo>
                <a:lnTo>
                  <a:pt x="516169" y="44258"/>
                </a:lnTo>
                <a:lnTo>
                  <a:pt x="517072" y="45752"/>
                </a:lnTo>
                <a:lnTo>
                  <a:pt x="517978" y="47266"/>
                </a:lnTo>
                <a:lnTo>
                  <a:pt x="518881" y="48802"/>
                </a:lnTo>
                <a:lnTo>
                  <a:pt x="519785" y="50357"/>
                </a:lnTo>
                <a:lnTo>
                  <a:pt x="520689" y="51934"/>
                </a:lnTo>
                <a:lnTo>
                  <a:pt x="521592" y="53530"/>
                </a:lnTo>
                <a:lnTo>
                  <a:pt x="522498" y="55147"/>
                </a:lnTo>
                <a:lnTo>
                  <a:pt x="523402" y="56783"/>
                </a:lnTo>
                <a:lnTo>
                  <a:pt x="524305" y="58438"/>
                </a:lnTo>
                <a:lnTo>
                  <a:pt x="525209" y="60112"/>
                </a:lnTo>
                <a:lnTo>
                  <a:pt x="526113" y="61806"/>
                </a:lnTo>
                <a:lnTo>
                  <a:pt x="527016" y="63517"/>
                </a:lnTo>
                <a:lnTo>
                  <a:pt x="527920" y="65248"/>
                </a:lnTo>
                <a:lnTo>
                  <a:pt x="528825" y="66996"/>
                </a:lnTo>
                <a:lnTo>
                  <a:pt x="529729" y="68762"/>
                </a:lnTo>
                <a:lnTo>
                  <a:pt x="530633" y="70545"/>
                </a:lnTo>
                <a:lnTo>
                  <a:pt x="531536" y="72346"/>
                </a:lnTo>
                <a:lnTo>
                  <a:pt x="532440" y="74163"/>
                </a:lnTo>
                <a:lnTo>
                  <a:pt x="533346" y="75997"/>
                </a:lnTo>
                <a:lnTo>
                  <a:pt x="534249" y="77848"/>
                </a:lnTo>
                <a:lnTo>
                  <a:pt x="535153" y="79714"/>
                </a:lnTo>
                <a:lnTo>
                  <a:pt x="536057" y="81596"/>
                </a:lnTo>
                <a:lnTo>
                  <a:pt x="536960" y="83494"/>
                </a:lnTo>
                <a:lnTo>
                  <a:pt x="537864" y="85407"/>
                </a:lnTo>
                <a:lnTo>
                  <a:pt x="538768" y="87335"/>
                </a:lnTo>
                <a:lnTo>
                  <a:pt x="539673" y="89277"/>
                </a:lnTo>
                <a:lnTo>
                  <a:pt x="540577" y="91233"/>
                </a:lnTo>
                <a:lnTo>
                  <a:pt x="541480" y="93204"/>
                </a:lnTo>
                <a:lnTo>
                  <a:pt x="542384" y="95188"/>
                </a:lnTo>
                <a:lnTo>
                  <a:pt x="543288" y="97185"/>
                </a:lnTo>
                <a:lnTo>
                  <a:pt x="544193" y="99195"/>
                </a:lnTo>
                <a:lnTo>
                  <a:pt x="545097" y="101218"/>
                </a:lnTo>
                <a:lnTo>
                  <a:pt x="546001" y="103253"/>
                </a:lnTo>
                <a:lnTo>
                  <a:pt x="546904" y="105300"/>
                </a:lnTo>
                <a:lnTo>
                  <a:pt x="547808" y="107359"/>
                </a:lnTo>
                <a:lnTo>
                  <a:pt x="548712" y="109430"/>
                </a:lnTo>
                <a:lnTo>
                  <a:pt x="549615" y="111511"/>
                </a:lnTo>
                <a:lnTo>
                  <a:pt x="550521" y="113603"/>
                </a:lnTo>
                <a:lnTo>
                  <a:pt x="551424" y="115706"/>
                </a:lnTo>
                <a:lnTo>
                  <a:pt x="552328" y="117819"/>
                </a:lnTo>
                <a:lnTo>
                  <a:pt x="553232" y="119941"/>
                </a:lnTo>
                <a:lnTo>
                  <a:pt x="554136" y="122073"/>
                </a:lnTo>
                <a:lnTo>
                  <a:pt x="555041" y="124213"/>
                </a:lnTo>
                <a:lnTo>
                  <a:pt x="555945" y="126363"/>
                </a:lnTo>
                <a:lnTo>
                  <a:pt x="556848" y="128521"/>
                </a:lnTo>
                <a:lnTo>
                  <a:pt x="557752" y="130687"/>
                </a:lnTo>
                <a:lnTo>
                  <a:pt x="558656" y="132860"/>
                </a:lnTo>
                <a:lnTo>
                  <a:pt x="559559" y="135040"/>
                </a:lnTo>
                <a:lnTo>
                  <a:pt x="560463" y="137228"/>
                </a:lnTo>
                <a:lnTo>
                  <a:pt x="561368" y="139424"/>
                </a:lnTo>
                <a:lnTo>
                  <a:pt x="562272" y="141625"/>
                </a:lnTo>
                <a:lnTo>
                  <a:pt x="563176" y="143831"/>
                </a:lnTo>
                <a:lnTo>
                  <a:pt x="564080" y="146044"/>
                </a:lnTo>
                <a:lnTo>
                  <a:pt x="564983" y="148262"/>
                </a:lnTo>
                <a:lnTo>
                  <a:pt x="565889" y="150485"/>
                </a:lnTo>
                <a:lnTo>
                  <a:pt x="566792" y="152712"/>
                </a:lnTo>
                <a:lnTo>
                  <a:pt x="567696" y="154943"/>
                </a:lnTo>
                <a:lnTo>
                  <a:pt x="568600" y="157179"/>
                </a:lnTo>
                <a:lnTo>
                  <a:pt x="569503" y="159417"/>
                </a:lnTo>
                <a:lnTo>
                  <a:pt x="570407" y="161659"/>
                </a:lnTo>
                <a:lnTo>
                  <a:pt x="571311" y="163904"/>
                </a:lnTo>
                <a:lnTo>
                  <a:pt x="572216" y="166151"/>
                </a:lnTo>
                <a:lnTo>
                  <a:pt x="573120" y="168401"/>
                </a:lnTo>
                <a:lnTo>
                  <a:pt x="574023" y="170652"/>
                </a:lnTo>
                <a:lnTo>
                  <a:pt x="574927" y="172904"/>
                </a:lnTo>
                <a:lnTo>
                  <a:pt x="575831" y="175158"/>
                </a:lnTo>
                <a:lnTo>
                  <a:pt x="576736" y="177413"/>
                </a:lnTo>
                <a:lnTo>
                  <a:pt x="577640" y="179667"/>
                </a:lnTo>
                <a:lnTo>
                  <a:pt x="578544" y="181921"/>
                </a:lnTo>
                <a:lnTo>
                  <a:pt x="579447" y="184175"/>
                </a:lnTo>
                <a:lnTo>
                  <a:pt x="580351" y="186428"/>
                </a:lnTo>
                <a:lnTo>
                  <a:pt x="581255" y="188681"/>
                </a:lnTo>
                <a:lnTo>
                  <a:pt x="582158" y="190931"/>
                </a:lnTo>
                <a:lnTo>
                  <a:pt x="583064" y="193181"/>
                </a:lnTo>
                <a:lnTo>
                  <a:pt x="583967" y="195427"/>
                </a:lnTo>
                <a:lnTo>
                  <a:pt x="584871" y="197671"/>
                </a:lnTo>
                <a:lnTo>
                  <a:pt x="585775" y="199912"/>
                </a:lnTo>
                <a:lnTo>
                  <a:pt x="586679" y="202150"/>
                </a:lnTo>
                <a:lnTo>
                  <a:pt x="587584" y="204385"/>
                </a:lnTo>
                <a:lnTo>
                  <a:pt x="588488" y="206615"/>
                </a:lnTo>
                <a:lnTo>
                  <a:pt x="589391" y="208841"/>
                </a:lnTo>
                <a:lnTo>
                  <a:pt x="590295" y="211064"/>
                </a:lnTo>
                <a:lnTo>
                  <a:pt x="591199" y="213280"/>
                </a:lnTo>
                <a:lnTo>
                  <a:pt x="592102" y="215491"/>
                </a:lnTo>
                <a:lnTo>
                  <a:pt x="593006" y="217697"/>
                </a:lnTo>
                <a:lnTo>
                  <a:pt x="593911" y="219896"/>
                </a:lnTo>
                <a:lnTo>
                  <a:pt x="594815" y="222089"/>
                </a:lnTo>
                <a:lnTo>
                  <a:pt x="595719" y="224275"/>
                </a:lnTo>
                <a:lnTo>
                  <a:pt x="596623" y="226455"/>
                </a:lnTo>
                <a:lnTo>
                  <a:pt x="597526" y="228627"/>
                </a:lnTo>
                <a:lnTo>
                  <a:pt x="598432" y="230790"/>
                </a:lnTo>
                <a:lnTo>
                  <a:pt x="599335" y="232946"/>
                </a:lnTo>
                <a:lnTo>
                  <a:pt x="600239" y="235094"/>
                </a:lnTo>
                <a:lnTo>
                  <a:pt x="601143" y="237232"/>
                </a:lnTo>
                <a:lnTo>
                  <a:pt x="602046" y="239362"/>
                </a:lnTo>
                <a:lnTo>
                  <a:pt x="602950" y="241483"/>
                </a:lnTo>
                <a:lnTo>
                  <a:pt x="603854" y="243593"/>
                </a:lnTo>
                <a:lnTo>
                  <a:pt x="604759" y="245693"/>
                </a:lnTo>
                <a:lnTo>
                  <a:pt x="605663" y="247783"/>
                </a:lnTo>
                <a:lnTo>
                  <a:pt x="606567" y="249862"/>
                </a:lnTo>
                <a:lnTo>
                  <a:pt x="607470" y="251931"/>
                </a:lnTo>
                <a:lnTo>
                  <a:pt x="608374" y="253986"/>
                </a:lnTo>
                <a:lnTo>
                  <a:pt x="609278" y="256031"/>
                </a:lnTo>
                <a:lnTo>
                  <a:pt x="610183" y="258064"/>
                </a:lnTo>
                <a:lnTo>
                  <a:pt x="611087" y="260084"/>
                </a:lnTo>
                <a:lnTo>
                  <a:pt x="611990" y="262091"/>
                </a:lnTo>
                <a:lnTo>
                  <a:pt x="612894" y="264086"/>
                </a:lnTo>
                <a:lnTo>
                  <a:pt x="613798" y="266066"/>
                </a:lnTo>
                <a:lnTo>
                  <a:pt x="614703" y="268033"/>
                </a:lnTo>
                <a:lnTo>
                  <a:pt x="615607" y="269986"/>
                </a:lnTo>
                <a:lnTo>
                  <a:pt x="616510" y="271925"/>
                </a:lnTo>
                <a:lnTo>
                  <a:pt x="617414" y="273849"/>
                </a:lnTo>
                <a:lnTo>
                  <a:pt x="618318" y="275759"/>
                </a:lnTo>
                <a:lnTo>
                  <a:pt x="619222" y="277653"/>
                </a:lnTo>
                <a:lnTo>
                  <a:pt x="620125" y="279532"/>
                </a:lnTo>
                <a:lnTo>
                  <a:pt x="621031" y="281394"/>
                </a:lnTo>
                <a:lnTo>
                  <a:pt x="621934" y="283241"/>
                </a:lnTo>
                <a:lnTo>
                  <a:pt x="622838" y="285072"/>
                </a:lnTo>
                <a:lnTo>
                  <a:pt x="623742" y="286886"/>
                </a:lnTo>
                <a:lnTo>
                  <a:pt x="624645" y="288681"/>
                </a:lnTo>
                <a:lnTo>
                  <a:pt x="625551" y="290461"/>
                </a:lnTo>
                <a:lnTo>
                  <a:pt x="626455" y="292223"/>
                </a:lnTo>
                <a:lnTo>
                  <a:pt x="627358" y="293967"/>
                </a:lnTo>
                <a:lnTo>
                  <a:pt x="628262" y="295693"/>
                </a:lnTo>
                <a:lnTo>
                  <a:pt x="629166" y="297401"/>
                </a:lnTo>
                <a:lnTo>
                  <a:pt x="630069" y="299090"/>
                </a:lnTo>
                <a:lnTo>
                  <a:pt x="630973" y="300760"/>
                </a:lnTo>
                <a:lnTo>
                  <a:pt x="631878" y="302411"/>
                </a:lnTo>
                <a:lnTo>
                  <a:pt x="632782" y="304043"/>
                </a:lnTo>
                <a:lnTo>
                  <a:pt x="633686" y="305654"/>
                </a:lnTo>
                <a:lnTo>
                  <a:pt x="634589" y="307245"/>
                </a:lnTo>
                <a:lnTo>
                  <a:pt x="635493" y="308818"/>
                </a:lnTo>
                <a:lnTo>
                  <a:pt x="636398" y="310370"/>
                </a:lnTo>
                <a:lnTo>
                  <a:pt x="637302" y="311900"/>
                </a:lnTo>
                <a:lnTo>
                  <a:pt x="638206" y="313410"/>
                </a:lnTo>
                <a:lnTo>
                  <a:pt x="639110" y="314898"/>
                </a:lnTo>
                <a:lnTo>
                  <a:pt x="640013" y="316365"/>
                </a:lnTo>
                <a:lnTo>
                  <a:pt x="640917" y="317811"/>
                </a:lnTo>
                <a:lnTo>
                  <a:pt x="641821" y="319234"/>
                </a:lnTo>
                <a:lnTo>
                  <a:pt x="642726" y="320636"/>
                </a:lnTo>
                <a:lnTo>
                  <a:pt x="643630" y="322015"/>
                </a:lnTo>
                <a:lnTo>
                  <a:pt x="644533" y="323372"/>
                </a:lnTo>
                <a:lnTo>
                  <a:pt x="645437" y="324706"/>
                </a:lnTo>
                <a:lnTo>
                  <a:pt x="646341" y="326017"/>
                </a:lnTo>
                <a:lnTo>
                  <a:pt x="647246" y="327304"/>
                </a:lnTo>
                <a:lnTo>
                  <a:pt x="648150" y="328568"/>
                </a:lnTo>
                <a:lnTo>
                  <a:pt x="649054" y="329811"/>
                </a:lnTo>
                <a:lnTo>
                  <a:pt x="649957" y="331027"/>
                </a:lnTo>
                <a:lnTo>
                  <a:pt x="650861" y="332221"/>
                </a:lnTo>
                <a:lnTo>
                  <a:pt x="651765" y="333389"/>
                </a:lnTo>
                <a:lnTo>
                  <a:pt x="652668" y="334535"/>
                </a:lnTo>
                <a:lnTo>
                  <a:pt x="653574" y="335655"/>
                </a:lnTo>
                <a:lnTo>
                  <a:pt x="654477" y="336752"/>
                </a:lnTo>
                <a:lnTo>
                  <a:pt x="655381" y="337821"/>
                </a:lnTo>
                <a:lnTo>
                  <a:pt x="656285" y="338868"/>
                </a:lnTo>
                <a:lnTo>
                  <a:pt x="657189" y="339888"/>
                </a:lnTo>
                <a:lnTo>
                  <a:pt x="658094" y="340883"/>
                </a:lnTo>
                <a:lnTo>
                  <a:pt x="658998" y="341853"/>
                </a:lnTo>
                <a:lnTo>
                  <a:pt x="659901" y="342797"/>
                </a:lnTo>
                <a:lnTo>
                  <a:pt x="660805" y="343715"/>
                </a:lnTo>
                <a:lnTo>
                  <a:pt x="661709" y="344607"/>
                </a:lnTo>
                <a:lnTo>
                  <a:pt x="662612" y="345474"/>
                </a:lnTo>
                <a:lnTo>
                  <a:pt x="663516" y="346315"/>
                </a:lnTo>
                <a:lnTo>
                  <a:pt x="664421" y="347129"/>
                </a:lnTo>
                <a:lnTo>
                  <a:pt x="665325" y="347915"/>
                </a:lnTo>
                <a:lnTo>
                  <a:pt x="666229" y="348676"/>
                </a:lnTo>
                <a:lnTo>
                  <a:pt x="667132" y="349410"/>
                </a:lnTo>
                <a:lnTo>
                  <a:pt x="668036" y="350118"/>
                </a:lnTo>
                <a:lnTo>
                  <a:pt x="668940" y="350797"/>
                </a:lnTo>
                <a:lnTo>
                  <a:pt x="669845" y="351450"/>
                </a:lnTo>
                <a:lnTo>
                  <a:pt x="670749" y="352076"/>
                </a:lnTo>
                <a:lnTo>
                  <a:pt x="671653" y="352674"/>
                </a:lnTo>
                <a:lnTo>
                  <a:pt x="672556" y="353246"/>
                </a:lnTo>
                <a:lnTo>
                  <a:pt x="673460" y="353790"/>
                </a:lnTo>
                <a:lnTo>
                  <a:pt x="674364" y="354305"/>
                </a:lnTo>
                <a:lnTo>
                  <a:pt x="675269" y="354795"/>
                </a:lnTo>
                <a:lnTo>
                  <a:pt x="676173" y="355256"/>
                </a:lnTo>
                <a:lnTo>
                  <a:pt x="677076" y="355689"/>
                </a:lnTo>
                <a:lnTo>
                  <a:pt x="677980" y="356095"/>
                </a:lnTo>
                <a:lnTo>
                  <a:pt x="678884" y="356472"/>
                </a:lnTo>
                <a:lnTo>
                  <a:pt x="679789" y="356822"/>
                </a:lnTo>
                <a:lnTo>
                  <a:pt x="680693" y="357143"/>
                </a:lnTo>
                <a:lnTo>
                  <a:pt x="681597" y="357437"/>
                </a:lnTo>
                <a:lnTo>
                  <a:pt x="682500" y="357701"/>
                </a:lnTo>
                <a:lnTo>
                  <a:pt x="683404" y="357938"/>
                </a:lnTo>
                <a:lnTo>
                  <a:pt x="684308" y="358148"/>
                </a:lnTo>
                <a:lnTo>
                  <a:pt x="685213" y="358329"/>
                </a:lnTo>
                <a:lnTo>
                  <a:pt x="686117" y="358480"/>
                </a:lnTo>
                <a:lnTo>
                  <a:pt x="687020" y="358605"/>
                </a:lnTo>
                <a:lnTo>
                  <a:pt x="687924" y="358701"/>
                </a:lnTo>
                <a:lnTo>
                  <a:pt x="688828" y="358769"/>
                </a:lnTo>
                <a:lnTo>
                  <a:pt x="689732" y="358807"/>
                </a:lnTo>
                <a:lnTo>
                  <a:pt x="690635" y="358819"/>
                </a:lnTo>
                <a:lnTo>
                  <a:pt x="691541" y="358801"/>
                </a:lnTo>
                <a:lnTo>
                  <a:pt x="692444" y="358756"/>
                </a:lnTo>
                <a:lnTo>
                  <a:pt x="693348" y="358681"/>
                </a:lnTo>
                <a:lnTo>
                  <a:pt x="694252" y="358580"/>
                </a:lnTo>
                <a:lnTo>
                  <a:pt x="695155" y="358448"/>
                </a:lnTo>
                <a:lnTo>
                  <a:pt x="696059" y="358289"/>
                </a:lnTo>
                <a:lnTo>
                  <a:pt x="696964" y="358103"/>
                </a:lnTo>
                <a:lnTo>
                  <a:pt x="697868" y="357887"/>
                </a:lnTo>
                <a:lnTo>
                  <a:pt x="698772" y="357643"/>
                </a:lnTo>
                <a:lnTo>
                  <a:pt x="699676" y="357372"/>
                </a:lnTo>
                <a:lnTo>
                  <a:pt x="700579" y="357071"/>
                </a:lnTo>
                <a:lnTo>
                  <a:pt x="701485" y="356744"/>
                </a:lnTo>
                <a:lnTo>
                  <a:pt x="702388" y="356389"/>
                </a:lnTo>
                <a:lnTo>
                  <a:pt x="703292" y="356005"/>
                </a:lnTo>
                <a:lnTo>
                  <a:pt x="704196" y="355593"/>
                </a:lnTo>
                <a:lnTo>
                  <a:pt x="705099" y="355153"/>
                </a:lnTo>
                <a:lnTo>
                  <a:pt x="706003" y="354686"/>
                </a:lnTo>
                <a:lnTo>
                  <a:pt x="706908" y="354191"/>
                </a:lnTo>
                <a:lnTo>
                  <a:pt x="707812" y="353669"/>
                </a:lnTo>
                <a:lnTo>
                  <a:pt x="708716" y="353118"/>
                </a:lnTo>
                <a:lnTo>
                  <a:pt x="709620" y="352541"/>
                </a:lnTo>
                <a:lnTo>
                  <a:pt x="710523" y="351937"/>
                </a:lnTo>
                <a:lnTo>
                  <a:pt x="711427" y="351304"/>
                </a:lnTo>
                <a:lnTo>
                  <a:pt x="712331" y="350644"/>
                </a:lnTo>
                <a:lnTo>
                  <a:pt x="713236" y="349958"/>
                </a:lnTo>
                <a:lnTo>
                  <a:pt x="714140" y="349245"/>
                </a:lnTo>
                <a:lnTo>
                  <a:pt x="715043" y="348505"/>
                </a:lnTo>
                <a:lnTo>
                  <a:pt x="715947" y="347739"/>
                </a:lnTo>
                <a:lnTo>
                  <a:pt x="716851" y="346945"/>
                </a:lnTo>
                <a:lnTo>
                  <a:pt x="717754" y="346126"/>
                </a:lnTo>
                <a:lnTo>
                  <a:pt x="718660" y="345280"/>
                </a:lnTo>
                <a:lnTo>
                  <a:pt x="719563" y="344406"/>
                </a:lnTo>
                <a:lnTo>
                  <a:pt x="720467" y="343509"/>
                </a:lnTo>
                <a:lnTo>
                  <a:pt x="721371" y="342584"/>
                </a:lnTo>
                <a:lnTo>
                  <a:pt x="722275" y="341634"/>
                </a:lnTo>
                <a:lnTo>
                  <a:pt x="723180" y="340659"/>
                </a:lnTo>
                <a:lnTo>
                  <a:pt x="724084" y="339657"/>
                </a:lnTo>
                <a:lnTo>
                  <a:pt x="724987" y="338632"/>
                </a:lnTo>
                <a:lnTo>
                  <a:pt x="725891" y="337579"/>
                </a:lnTo>
                <a:lnTo>
                  <a:pt x="726795" y="336502"/>
                </a:lnTo>
                <a:lnTo>
                  <a:pt x="727698" y="335403"/>
                </a:lnTo>
                <a:lnTo>
                  <a:pt x="728604" y="334276"/>
                </a:lnTo>
                <a:lnTo>
                  <a:pt x="729508" y="333125"/>
                </a:lnTo>
                <a:lnTo>
                  <a:pt x="730411" y="331951"/>
                </a:lnTo>
                <a:lnTo>
                  <a:pt x="731315" y="330751"/>
                </a:lnTo>
                <a:lnTo>
                  <a:pt x="732219" y="329529"/>
                </a:lnTo>
                <a:lnTo>
                  <a:pt x="733122" y="328283"/>
                </a:lnTo>
                <a:lnTo>
                  <a:pt x="734026" y="327014"/>
                </a:lnTo>
                <a:lnTo>
                  <a:pt x="734931" y="325719"/>
                </a:lnTo>
                <a:lnTo>
                  <a:pt x="735835" y="324404"/>
                </a:lnTo>
                <a:lnTo>
                  <a:pt x="736739" y="323065"/>
                </a:lnTo>
                <a:lnTo>
                  <a:pt x="737642" y="321703"/>
                </a:lnTo>
                <a:lnTo>
                  <a:pt x="738546" y="320319"/>
                </a:lnTo>
                <a:lnTo>
                  <a:pt x="739450" y="318912"/>
                </a:lnTo>
                <a:lnTo>
                  <a:pt x="740355" y="317483"/>
                </a:lnTo>
                <a:lnTo>
                  <a:pt x="741259" y="316033"/>
                </a:lnTo>
                <a:lnTo>
                  <a:pt x="742163" y="314560"/>
                </a:lnTo>
                <a:lnTo>
                  <a:pt x="743066" y="313066"/>
                </a:lnTo>
                <a:lnTo>
                  <a:pt x="743970" y="311553"/>
                </a:lnTo>
                <a:lnTo>
                  <a:pt x="744875" y="310018"/>
                </a:lnTo>
                <a:lnTo>
                  <a:pt x="745779" y="308461"/>
                </a:lnTo>
                <a:lnTo>
                  <a:pt x="746683" y="306885"/>
                </a:lnTo>
                <a:lnTo>
                  <a:pt x="747586" y="305288"/>
                </a:lnTo>
                <a:lnTo>
                  <a:pt x="748490" y="303672"/>
                </a:lnTo>
                <a:lnTo>
                  <a:pt x="749394" y="302036"/>
                </a:lnTo>
                <a:lnTo>
                  <a:pt x="750299" y="300381"/>
                </a:lnTo>
                <a:lnTo>
                  <a:pt x="751203" y="298707"/>
                </a:lnTo>
                <a:lnTo>
                  <a:pt x="752107" y="297012"/>
                </a:lnTo>
                <a:lnTo>
                  <a:pt x="753010" y="295301"/>
                </a:lnTo>
                <a:lnTo>
                  <a:pt x="753914" y="293572"/>
                </a:lnTo>
                <a:lnTo>
                  <a:pt x="754818" y="291823"/>
                </a:lnTo>
                <a:lnTo>
                  <a:pt x="755723" y="290057"/>
                </a:lnTo>
                <a:lnTo>
                  <a:pt x="756627" y="288273"/>
                </a:lnTo>
                <a:lnTo>
                  <a:pt x="757530" y="286474"/>
                </a:lnTo>
                <a:lnTo>
                  <a:pt x="758434" y="284655"/>
                </a:lnTo>
                <a:lnTo>
                  <a:pt x="759338" y="282821"/>
                </a:lnTo>
                <a:lnTo>
                  <a:pt x="760241" y="280970"/>
                </a:lnTo>
                <a:lnTo>
                  <a:pt x="761145" y="279105"/>
                </a:lnTo>
                <a:lnTo>
                  <a:pt x="762050" y="277222"/>
                </a:lnTo>
                <a:lnTo>
                  <a:pt x="762954" y="275325"/>
                </a:lnTo>
                <a:lnTo>
                  <a:pt x="763858" y="273412"/>
                </a:lnTo>
                <a:lnTo>
                  <a:pt x="764762" y="271485"/>
                </a:lnTo>
                <a:lnTo>
                  <a:pt x="765665" y="269543"/>
                </a:lnTo>
                <a:lnTo>
                  <a:pt x="766569" y="267586"/>
                </a:lnTo>
                <a:lnTo>
                  <a:pt x="767474" y="265616"/>
                </a:lnTo>
                <a:lnTo>
                  <a:pt x="768378" y="263631"/>
                </a:lnTo>
                <a:lnTo>
                  <a:pt x="769282" y="261634"/>
                </a:lnTo>
                <a:lnTo>
                  <a:pt x="770185" y="259624"/>
                </a:lnTo>
                <a:lnTo>
                  <a:pt x="771089" y="257600"/>
                </a:lnTo>
                <a:lnTo>
                  <a:pt x="771995" y="255565"/>
                </a:lnTo>
                <a:lnTo>
                  <a:pt x="772898" y="253519"/>
                </a:lnTo>
                <a:lnTo>
                  <a:pt x="773802" y="251459"/>
                </a:lnTo>
                <a:lnTo>
                  <a:pt x="774706" y="249389"/>
                </a:lnTo>
                <a:lnTo>
                  <a:pt x="775609" y="247308"/>
                </a:lnTo>
                <a:lnTo>
                  <a:pt x="776513" y="245214"/>
                </a:lnTo>
                <a:lnTo>
                  <a:pt x="777418" y="243113"/>
                </a:lnTo>
                <a:lnTo>
                  <a:pt x="778322" y="241000"/>
                </a:lnTo>
                <a:lnTo>
                  <a:pt x="779226" y="238877"/>
                </a:lnTo>
                <a:lnTo>
                  <a:pt x="780129" y="236746"/>
                </a:lnTo>
                <a:lnTo>
                  <a:pt x="781033" y="234606"/>
                </a:lnTo>
                <a:lnTo>
                  <a:pt x="781937" y="232456"/>
                </a:lnTo>
                <a:lnTo>
                  <a:pt x="782841" y="230299"/>
                </a:lnTo>
                <a:lnTo>
                  <a:pt x="783746" y="228132"/>
                </a:lnTo>
                <a:lnTo>
                  <a:pt x="784650" y="225958"/>
                </a:lnTo>
                <a:lnTo>
                  <a:pt x="785553" y="223778"/>
                </a:lnTo>
                <a:lnTo>
                  <a:pt x="786457" y="221589"/>
                </a:lnTo>
                <a:lnTo>
                  <a:pt x="787361" y="219394"/>
                </a:lnTo>
                <a:lnTo>
                  <a:pt x="788264" y="217193"/>
                </a:lnTo>
                <a:lnTo>
                  <a:pt x="789170" y="214987"/>
                </a:lnTo>
                <a:lnTo>
                  <a:pt x="790073" y="212775"/>
                </a:lnTo>
                <a:lnTo>
                  <a:pt x="790977" y="210557"/>
                </a:lnTo>
                <a:lnTo>
                  <a:pt x="791881" y="208334"/>
                </a:lnTo>
                <a:lnTo>
                  <a:pt x="792785" y="206106"/>
                </a:lnTo>
                <a:lnTo>
                  <a:pt x="793690" y="203875"/>
                </a:lnTo>
                <a:lnTo>
                  <a:pt x="794594" y="201640"/>
                </a:lnTo>
                <a:lnTo>
                  <a:pt x="795497" y="199402"/>
                </a:lnTo>
                <a:lnTo>
                  <a:pt x="796401" y="197159"/>
                </a:lnTo>
                <a:lnTo>
                  <a:pt x="797305" y="194915"/>
                </a:lnTo>
                <a:lnTo>
                  <a:pt x="798208" y="192667"/>
                </a:lnTo>
                <a:lnTo>
                  <a:pt x="799114" y="190418"/>
                </a:lnTo>
                <a:lnTo>
                  <a:pt x="800017" y="188167"/>
                </a:lnTo>
                <a:lnTo>
                  <a:pt x="800921" y="185915"/>
                </a:lnTo>
                <a:lnTo>
                  <a:pt x="801825" y="183660"/>
                </a:lnTo>
                <a:lnTo>
                  <a:pt x="802728" y="181406"/>
                </a:lnTo>
                <a:lnTo>
                  <a:pt x="803632" y="179152"/>
                </a:lnTo>
                <a:lnTo>
                  <a:pt x="804536" y="176898"/>
                </a:lnTo>
                <a:lnTo>
                  <a:pt x="805441" y="174643"/>
                </a:lnTo>
                <a:lnTo>
                  <a:pt x="806345" y="172391"/>
                </a:lnTo>
                <a:lnTo>
                  <a:pt x="807249" y="170138"/>
                </a:lnTo>
                <a:lnTo>
                  <a:pt x="808152" y="167887"/>
                </a:lnTo>
                <a:lnTo>
                  <a:pt x="809056" y="165638"/>
                </a:lnTo>
                <a:lnTo>
                  <a:pt x="809960" y="163392"/>
                </a:lnTo>
                <a:lnTo>
                  <a:pt x="810865" y="161148"/>
                </a:lnTo>
                <a:lnTo>
                  <a:pt x="811769" y="158907"/>
                </a:lnTo>
                <a:lnTo>
                  <a:pt x="812672" y="156669"/>
                </a:lnTo>
                <a:lnTo>
                  <a:pt x="813576" y="154433"/>
                </a:lnTo>
                <a:lnTo>
                  <a:pt x="814480" y="152204"/>
                </a:lnTo>
                <a:lnTo>
                  <a:pt x="815385" y="149978"/>
                </a:lnTo>
                <a:lnTo>
                  <a:pt x="816289" y="147755"/>
                </a:lnTo>
                <a:lnTo>
                  <a:pt x="817193" y="145539"/>
                </a:lnTo>
                <a:lnTo>
                  <a:pt x="818096" y="143328"/>
                </a:lnTo>
                <a:lnTo>
                  <a:pt x="819000" y="141122"/>
                </a:lnTo>
                <a:lnTo>
                  <a:pt x="819904" y="138923"/>
                </a:lnTo>
                <a:lnTo>
                  <a:pt x="820809" y="136730"/>
                </a:lnTo>
                <a:lnTo>
                  <a:pt x="821713" y="134544"/>
                </a:lnTo>
                <a:lnTo>
                  <a:pt x="822617" y="132364"/>
                </a:lnTo>
                <a:lnTo>
                  <a:pt x="823520" y="130192"/>
                </a:lnTo>
                <a:lnTo>
                  <a:pt x="824424" y="128028"/>
                </a:lnTo>
                <a:lnTo>
                  <a:pt x="825328" y="125872"/>
                </a:lnTo>
                <a:lnTo>
                  <a:pt x="826231" y="123724"/>
                </a:lnTo>
                <a:lnTo>
                  <a:pt x="827137" y="121586"/>
                </a:lnTo>
                <a:lnTo>
                  <a:pt x="828040" y="119456"/>
                </a:lnTo>
                <a:lnTo>
                  <a:pt x="828944" y="117336"/>
                </a:lnTo>
                <a:lnTo>
                  <a:pt x="829848" y="115226"/>
                </a:lnTo>
                <a:lnTo>
                  <a:pt x="830751" y="113125"/>
                </a:lnTo>
                <a:lnTo>
                  <a:pt x="831655" y="111036"/>
                </a:lnTo>
                <a:lnTo>
                  <a:pt x="832560" y="108957"/>
                </a:lnTo>
                <a:lnTo>
                  <a:pt x="833464" y="106889"/>
                </a:lnTo>
                <a:lnTo>
                  <a:pt x="834368" y="104832"/>
                </a:lnTo>
                <a:lnTo>
                  <a:pt x="835272" y="102788"/>
                </a:lnTo>
                <a:lnTo>
                  <a:pt x="836175" y="100756"/>
                </a:lnTo>
                <a:lnTo>
                  <a:pt x="837081" y="98735"/>
                </a:lnTo>
                <a:lnTo>
                  <a:pt x="837984" y="96728"/>
                </a:lnTo>
                <a:lnTo>
                  <a:pt x="838888" y="94734"/>
                </a:lnTo>
                <a:lnTo>
                  <a:pt x="839792" y="92753"/>
                </a:lnTo>
                <a:lnTo>
                  <a:pt x="840695" y="90786"/>
                </a:lnTo>
                <a:lnTo>
                  <a:pt x="841599" y="88833"/>
                </a:lnTo>
                <a:lnTo>
                  <a:pt x="842504" y="86894"/>
                </a:lnTo>
                <a:lnTo>
                  <a:pt x="843408" y="84969"/>
                </a:lnTo>
                <a:lnTo>
                  <a:pt x="844312" y="83060"/>
                </a:lnTo>
                <a:lnTo>
                  <a:pt x="845216" y="81166"/>
                </a:lnTo>
                <a:lnTo>
                  <a:pt x="846119" y="79287"/>
                </a:lnTo>
                <a:lnTo>
                  <a:pt x="847023" y="77424"/>
                </a:lnTo>
                <a:lnTo>
                  <a:pt x="847927" y="75578"/>
                </a:lnTo>
                <a:lnTo>
                  <a:pt x="848832" y="73747"/>
                </a:lnTo>
                <a:lnTo>
                  <a:pt x="849736" y="71934"/>
                </a:lnTo>
                <a:lnTo>
                  <a:pt x="850639" y="70137"/>
                </a:lnTo>
                <a:lnTo>
                  <a:pt x="851543" y="68358"/>
                </a:lnTo>
                <a:lnTo>
                  <a:pt x="852447" y="66595"/>
                </a:lnTo>
                <a:lnTo>
                  <a:pt x="853350" y="64851"/>
                </a:lnTo>
                <a:lnTo>
                  <a:pt x="854256" y="63125"/>
                </a:lnTo>
                <a:lnTo>
                  <a:pt x="855160" y="61418"/>
                </a:lnTo>
                <a:lnTo>
                  <a:pt x="856063" y="59729"/>
                </a:lnTo>
                <a:lnTo>
                  <a:pt x="856967" y="58059"/>
                </a:lnTo>
                <a:lnTo>
                  <a:pt x="857871" y="56408"/>
                </a:lnTo>
                <a:lnTo>
                  <a:pt x="858776" y="54776"/>
                </a:lnTo>
                <a:lnTo>
                  <a:pt x="859680" y="53165"/>
                </a:lnTo>
                <a:lnTo>
                  <a:pt x="860583" y="51573"/>
                </a:lnTo>
                <a:lnTo>
                  <a:pt x="861487" y="50001"/>
                </a:lnTo>
                <a:lnTo>
                  <a:pt x="862391" y="48450"/>
                </a:lnTo>
                <a:lnTo>
                  <a:pt x="863294" y="46919"/>
                </a:lnTo>
                <a:lnTo>
                  <a:pt x="864200" y="45409"/>
                </a:lnTo>
                <a:lnTo>
                  <a:pt x="865104" y="43921"/>
                </a:lnTo>
                <a:lnTo>
                  <a:pt x="866007" y="42454"/>
                </a:lnTo>
                <a:lnTo>
                  <a:pt x="866911" y="41008"/>
                </a:lnTo>
                <a:lnTo>
                  <a:pt x="867815" y="39585"/>
                </a:lnTo>
                <a:lnTo>
                  <a:pt x="868718" y="38183"/>
                </a:lnTo>
                <a:lnTo>
                  <a:pt x="869622" y="36804"/>
                </a:lnTo>
                <a:lnTo>
                  <a:pt x="870527" y="35447"/>
                </a:lnTo>
                <a:lnTo>
                  <a:pt x="871431" y="34113"/>
                </a:lnTo>
                <a:lnTo>
                  <a:pt x="872335" y="32802"/>
                </a:lnTo>
                <a:lnTo>
                  <a:pt x="873238" y="31514"/>
                </a:lnTo>
                <a:lnTo>
                  <a:pt x="874142" y="30250"/>
                </a:lnTo>
                <a:lnTo>
                  <a:pt x="875046" y="29009"/>
                </a:lnTo>
                <a:lnTo>
                  <a:pt x="875951" y="27791"/>
                </a:lnTo>
                <a:lnTo>
                  <a:pt x="876855" y="26598"/>
                </a:lnTo>
                <a:lnTo>
                  <a:pt x="877759" y="25429"/>
                </a:lnTo>
                <a:lnTo>
                  <a:pt x="878662" y="24284"/>
                </a:lnTo>
                <a:lnTo>
                  <a:pt x="879566" y="23164"/>
                </a:lnTo>
                <a:lnTo>
                  <a:pt x="880470" y="22068"/>
                </a:lnTo>
                <a:lnTo>
                  <a:pt x="881375" y="20997"/>
                </a:lnTo>
                <a:lnTo>
                  <a:pt x="882279" y="19951"/>
                </a:lnTo>
                <a:lnTo>
                  <a:pt x="883182" y="18931"/>
                </a:lnTo>
                <a:lnTo>
                  <a:pt x="884086" y="17935"/>
                </a:lnTo>
                <a:lnTo>
                  <a:pt x="884990" y="16965"/>
                </a:lnTo>
                <a:lnTo>
                  <a:pt x="885895" y="16021"/>
                </a:lnTo>
                <a:lnTo>
                  <a:pt x="886799" y="15103"/>
                </a:lnTo>
                <a:lnTo>
                  <a:pt x="887703" y="14211"/>
                </a:lnTo>
                <a:lnTo>
                  <a:pt x="888606" y="13344"/>
                </a:lnTo>
                <a:lnTo>
                  <a:pt x="889510" y="12504"/>
                </a:lnTo>
                <a:lnTo>
                  <a:pt x="890414" y="11690"/>
                </a:lnTo>
                <a:lnTo>
                  <a:pt x="891319" y="10903"/>
                </a:lnTo>
                <a:lnTo>
                  <a:pt x="892223" y="10142"/>
                </a:lnTo>
                <a:lnTo>
                  <a:pt x="893126" y="9409"/>
                </a:lnTo>
                <a:lnTo>
                  <a:pt x="894030" y="8702"/>
                </a:lnTo>
                <a:lnTo>
                  <a:pt x="894934" y="8021"/>
                </a:lnTo>
                <a:lnTo>
                  <a:pt x="895837" y="7368"/>
                </a:lnTo>
                <a:lnTo>
                  <a:pt x="896741" y="6742"/>
                </a:lnTo>
                <a:lnTo>
                  <a:pt x="897647" y="6144"/>
                </a:lnTo>
                <a:lnTo>
                  <a:pt x="898550" y="5572"/>
                </a:lnTo>
                <a:lnTo>
                  <a:pt x="899454" y="5029"/>
                </a:lnTo>
                <a:lnTo>
                  <a:pt x="900358" y="4512"/>
                </a:lnTo>
                <a:lnTo>
                  <a:pt x="901261" y="4024"/>
                </a:lnTo>
                <a:lnTo>
                  <a:pt x="902165" y="3563"/>
                </a:lnTo>
                <a:lnTo>
                  <a:pt x="903070" y="3130"/>
                </a:lnTo>
                <a:lnTo>
                  <a:pt x="903974" y="2724"/>
                </a:lnTo>
                <a:lnTo>
                  <a:pt x="904878" y="2347"/>
                </a:lnTo>
                <a:lnTo>
                  <a:pt x="905782" y="1997"/>
                </a:lnTo>
                <a:lnTo>
                  <a:pt x="906685" y="1676"/>
                </a:lnTo>
                <a:lnTo>
                  <a:pt x="907591" y="1382"/>
                </a:lnTo>
                <a:lnTo>
                  <a:pt x="908494" y="1117"/>
                </a:lnTo>
                <a:lnTo>
                  <a:pt x="909398" y="880"/>
                </a:lnTo>
                <a:lnTo>
                  <a:pt x="910302" y="671"/>
                </a:lnTo>
                <a:lnTo>
                  <a:pt x="911205" y="490"/>
                </a:lnTo>
                <a:lnTo>
                  <a:pt x="912109" y="338"/>
                </a:lnTo>
                <a:lnTo>
                  <a:pt x="913014" y="214"/>
                </a:lnTo>
                <a:lnTo>
                  <a:pt x="913918" y="118"/>
                </a:lnTo>
                <a:lnTo>
                  <a:pt x="914822" y="50"/>
                </a:lnTo>
                <a:lnTo>
                  <a:pt x="915725" y="11"/>
                </a:lnTo>
                <a:lnTo>
                  <a:pt x="916629" y="0"/>
                </a:lnTo>
                <a:lnTo>
                  <a:pt x="917533" y="17"/>
                </a:lnTo>
                <a:lnTo>
                  <a:pt x="918437" y="63"/>
                </a:lnTo>
                <a:lnTo>
                  <a:pt x="919342" y="137"/>
                </a:lnTo>
                <a:lnTo>
                  <a:pt x="920246" y="240"/>
                </a:lnTo>
                <a:lnTo>
                  <a:pt x="921149" y="370"/>
                </a:lnTo>
                <a:lnTo>
                  <a:pt x="922053" y="529"/>
                </a:lnTo>
                <a:lnTo>
                  <a:pt x="922957" y="716"/>
                </a:lnTo>
                <a:lnTo>
                  <a:pt x="923860" y="932"/>
                </a:lnTo>
                <a:lnTo>
                  <a:pt x="924766" y="1175"/>
                </a:lnTo>
                <a:lnTo>
                  <a:pt x="925669" y="1447"/>
                </a:lnTo>
                <a:lnTo>
                  <a:pt x="926573" y="1747"/>
                </a:lnTo>
                <a:lnTo>
                  <a:pt x="927477" y="2075"/>
                </a:lnTo>
                <a:lnTo>
                  <a:pt x="928381" y="2431"/>
                </a:lnTo>
                <a:lnTo>
                  <a:pt x="929286" y="2814"/>
                </a:lnTo>
                <a:lnTo>
                  <a:pt x="930190" y="3226"/>
                </a:lnTo>
                <a:lnTo>
                  <a:pt x="931093" y="3666"/>
                </a:lnTo>
                <a:lnTo>
                  <a:pt x="931997" y="4133"/>
                </a:lnTo>
                <a:lnTo>
                  <a:pt x="932901" y="4628"/>
                </a:lnTo>
                <a:lnTo>
                  <a:pt x="933804" y="5150"/>
                </a:lnTo>
                <a:lnTo>
                  <a:pt x="934710" y="5700"/>
                </a:lnTo>
                <a:lnTo>
                  <a:pt x="935613" y="6278"/>
                </a:lnTo>
                <a:lnTo>
                  <a:pt x="936517" y="6883"/>
                </a:lnTo>
                <a:lnTo>
                  <a:pt x="937421" y="7515"/>
                </a:lnTo>
                <a:lnTo>
                  <a:pt x="938325" y="8174"/>
                </a:lnTo>
                <a:lnTo>
                  <a:pt x="939228" y="8860"/>
                </a:lnTo>
                <a:lnTo>
                  <a:pt x="940132" y="9574"/>
                </a:lnTo>
                <a:lnTo>
                  <a:pt x="941037" y="10314"/>
                </a:lnTo>
                <a:lnTo>
                  <a:pt x="941941" y="11080"/>
                </a:lnTo>
                <a:lnTo>
                  <a:pt x="942845" y="11874"/>
                </a:lnTo>
                <a:lnTo>
                  <a:pt x="943748" y="12693"/>
                </a:lnTo>
                <a:lnTo>
                  <a:pt x="944652" y="13539"/>
                </a:lnTo>
                <a:lnTo>
                  <a:pt x="945556" y="14412"/>
                </a:lnTo>
                <a:lnTo>
                  <a:pt x="946461" y="15310"/>
                </a:lnTo>
                <a:lnTo>
                  <a:pt x="947365" y="16234"/>
                </a:lnTo>
                <a:lnTo>
                  <a:pt x="948269" y="17184"/>
                </a:lnTo>
                <a:lnTo>
                  <a:pt x="949172" y="18160"/>
                </a:lnTo>
                <a:lnTo>
                  <a:pt x="950076" y="19161"/>
                </a:lnTo>
                <a:lnTo>
                  <a:pt x="950981" y="20188"/>
                </a:lnTo>
                <a:lnTo>
                  <a:pt x="951885" y="21239"/>
                </a:lnTo>
                <a:lnTo>
                  <a:pt x="952789" y="22316"/>
                </a:lnTo>
                <a:lnTo>
                  <a:pt x="953692" y="23417"/>
                </a:lnTo>
                <a:lnTo>
                  <a:pt x="954596" y="24543"/>
                </a:lnTo>
                <a:lnTo>
                  <a:pt x="955500" y="25693"/>
                </a:lnTo>
                <a:lnTo>
                  <a:pt x="956405" y="26868"/>
                </a:lnTo>
                <a:lnTo>
                  <a:pt x="957309" y="28067"/>
                </a:lnTo>
                <a:lnTo>
                  <a:pt x="958213" y="29289"/>
                </a:lnTo>
                <a:lnTo>
                  <a:pt x="959116" y="30536"/>
                </a:lnTo>
                <a:lnTo>
                  <a:pt x="960020" y="31806"/>
                </a:lnTo>
                <a:lnTo>
                  <a:pt x="960924" y="33099"/>
                </a:lnTo>
                <a:lnTo>
                  <a:pt x="961827" y="34415"/>
                </a:lnTo>
                <a:lnTo>
                  <a:pt x="962733" y="35754"/>
                </a:lnTo>
                <a:lnTo>
                  <a:pt x="963636" y="37116"/>
                </a:lnTo>
                <a:lnTo>
                  <a:pt x="964540" y="38501"/>
                </a:lnTo>
                <a:lnTo>
                  <a:pt x="965444" y="39907"/>
                </a:lnTo>
                <a:lnTo>
                  <a:pt x="966347" y="41336"/>
                </a:lnTo>
                <a:lnTo>
                  <a:pt x="967251" y="42786"/>
                </a:lnTo>
                <a:lnTo>
                  <a:pt x="968156" y="44258"/>
                </a:lnTo>
                <a:lnTo>
                  <a:pt x="969060" y="45752"/>
                </a:lnTo>
                <a:lnTo>
                  <a:pt x="969964" y="47266"/>
                </a:lnTo>
                <a:lnTo>
                  <a:pt x="970868" y="48802"/>
                </a:lnTo>
                <a:lnTo>
                  <a:pt x="971771" y="50357"/>
                </a:lnTo>
                <a:lnTo>
                  <a:pt x="972677" y="51934"/>
                </a:lnTo>
                <a:lnTo>
                  <a:pt x="973580" y="53530"/>
                </a:lnTo>
                <a:lnTo>
                  <a:pt x="974484" y="55147"/>
                </a:lnTo>
                <a:lnTo>
                  <a:pt x="975388" y="56783"/>
                </a:lnTo>
                <a:lnTo>
                  <a:pt x="976291" y="58438"/>
                </a:lnTo>
                <a:lnTo>
                  <a:pt x="977195" y="60112"/>
                </a:lnTo>
                <a:lnTo>
                  <a:pt x="978100" y="61806"/>
                </a:lnTo>
                <a:lnTo>
                  <a:pt x="979004" y="63517"/>
                </a:lnTo>
                <a:lnTo>
                  <a:pt x="979908" y="65248"/>
                </a:lnTo>
                <a:lnTo>
                  <a:pt x="980812" y="66996"/>
                </a:lnTo>
                <a:lnTo>
                  <a:pt x="981715" y="68762"/>
                </a:lnTo>
                <a:lnTo>
                  <a:pt x="982619" y="70545"/>
                </a:lnTo>
                <a:lnTo>
                  <a:pt x="983523" y="72346"/>
                </a:lnTo>
                <a:lnTo>
                  <a:pt x="984428" y="74163"/>
                </a:lnTo>
                <a:lnTo>
                  <a:pt x="985332" y="75997"/>
                </a:lnTo>
                <a:lnTo>
                  <a:pt x="986235" y="77848"/>
                </a:lnTo>
                <a:lnTo>
                  <a:pt x="987139" y="79714"/>
                </a:lnTo>
                <a:lnTo>
                  <a:pt x="988043" y="81596"/>
                </a:lnTo>
                <a:lnTo>
                  <a:pt x="988947" y="83494"/>
                </a:lnTo>
                <a:lnTo>
                  <a:pt x="989852" y="85407"/>
                </a:lnTo>
                <a:lnTo>
                  <a:pt x="990756" y="87335"/>
                </a:lnTo>
                <a:lnTo>
                  <a:pt x="991659" y="89277"/>
                </a:lnTo>
                <a:lnTo>
                  <a:pt x="992563" y="91233"/>
                </a:lnTo>
                <a:lnTo>
                  <a:pt x="993467" y="93204"/>
                </a:lnTo>
                <a:lnTo>
                  <a:pt x="994372" y="95188"/>
                </a:lnTo>
              </a:path>
            </a:pathLst>
          </a:custGeom>
          <a:noFill/>
          <a:ln w="28575" cap="flat">
            <a:solidFill>
              <a:srgbClr val="0070C0"/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latin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CDC0C75-A4F3-422C-8E48-C4A86E173732}"/>
              </a:ext>
            </a:extLst>
          </p:cNvPr>
          <p:cNvSpPr txBox="1"/>
          <p:nvPr/>
        </p:nvSpPr>
        <p:spPr>
          <a:xfrm>
            <a:off x="7536748" y="3411745"/>
            <a:ext cx="311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  <a:cs typeface="Times New Roman" panose="02020603050405020304" pitchFamily="18" charset="0"/>
              </a:rPr>
              <a:t>+</a:t>
            </a:r>
            <a:endParaRPr lang="zh-CN" altLang="en-US" b="1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529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>
            <a:extLst>
              <a:ext uri="{FF2B5EF4-FFF2-40B4-BE49-F238E27FC236}">
                <a16:creationId xmlns:a16="http://schemas.microsoft.com/office/drawing/2014/main" id="{0914EF9A-750E-4069-B39B-60FB01F20B2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626"/>
          <a:stretch/>
        </p:blipFill>
        <p:spPr>
          <a:xfrm>
            <a:off x="3715948" y="1567670"/>
            <a:ext cx="2253154" cy="8454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7567BF9-8C13-4EF7-A05E-CCF207BEEDE7}"/>
                  </a:ext>
                </a:extLst>
              </p:cNvPr>
              <p:cNvSpPr txBox="1"/>
              <p:nvPr/>
            </p:nvSpPr>
            <p:spPr>
              <a:xfrm>
                <a:off x="3567749" y="2496305"/>
                <a:ext cx="222906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𝐜𝐨𝐬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𝝅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𝒇𝒕</m:t>
                          </m:r>
                        </m:e>
                      </m:d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7567BF9-8C13-4EF7-A05E-CCF207BEE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749" y="2496305"/>
                <a:ext cx="2229060" cy="276999"/>
              </a:xfrm>
              <a:prstGeom prst="rect">
                <a:avLst/>
              </a:prstGeom>
              <a:blipFill>
                <a:blip r:embed="rId4"/>
                <a:stretch>
                  <a:fillRect b="-34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189A877F-6FE0-4DAA-A7C7-3B7C23551CB4}"/>
              </a:ext>
            </a:extLst>
          </p:cNvPr>
          <p:cNvGrpSpPr/>
          <p:nvPr/>
        </p:nvGrpSpPr>
        <p:grpSpPr>
          <a:xfrm>
            <a:off x="2203121" y="1654437"/>
            <a:ext cx="327467" cy="327467"/>
            <a:chOff x="8412651" y="2703752"/>
            <a:chExt cx="230535" cy="230535"/>
          </a:xfrm>
        </p:grpSpPr>
        <p:sp>
          <p:nvSpPr>
            <p:cNvPr id="7" name="圆角矩形 30">
              <a:extLst>
                <a:ext uri="{FF2B5EF4-FFF2-40B4-BE49-F238E27FC236}">
                  <a16:creationId xmlns:a16="http://schemas.microsoft.com/office/drawing/2014/main" id="{81061D58-901C-4136-AB71-CFF2A4F09A2E}"/>
                </a:ext>
              </a:extLst>
            </p:cNvPr>
            <p:cNvSpPr/>
            <p:nvPr/>
          </p:nvSpPr>
          <p:spPr>
            <a:xfrm>
              <a:off x="8412651" y="2703752"/>
              <a:ext cx="230535" cy="230535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/>
            </a:p>
          </p:txBody>
        </p:sp>
        <p:sp>
          <p:nvSpPr>
            <p:cNvPr id="8" name="圆角矩形 31">
              <a:extLst>
                <a:ext uri="{FF2B5EF4-FFF2-40B4-BE49-F238E27FC236}">
                  <a16:creationId xmlns:a16="http://schemas.microsoft.com/office/drawing/2014/main" id="{090BD3BD-737D-4C56-9127-B52320908B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29117" y="2720218"/>
              <a:ext cx="197602" cy="19760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/>
            </a:p>
          </p:txBody>
        </p:sp>
        <p:sp>
          <p:nvSpPr>
            <p:cNvPr id="9" name="圆角矩形 32">
              <a:extLst>
                <a:ext uri="{FF2B5EF4-FFF2-40B4-BE49-F238E27FC236}">
                  <a16:creationId xmlns:a16="http://schemas.microsoft.com/office/drawing/2014/main" id="{026658E8-6CE5-46F7-803A-C315679F34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45583" y="2736684"/>
              <a:ext cx="164669" cy="164669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/>
            </a:p>
          </p:txBody>
        </p:sp>
        <p:sp>
          <p:nvSpPr>
            <p:cNvPr id="10" name="圆角矩形 33">
              <a:extLst>
                <a:ext uri="{FF2B5EF4-FFF2-40B4-BE49-F238E27FC236}">
                  <a16:creationId xmlns:a16="http://schemas.microsoft.com/office/drawing/2014/main" id="{A189A5EA-9454-433F-8F8E-DB78563A84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62049" y="2753151"/>
              <a:ext cx="131736" cy="13173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/>
            </a:p>
          </p:txBody>
        </p:sp>
        <p:sp>
          <p:nvSpPr>
            <p:cNvPr id="11" name="圆角矩形 34">
              <a:extLst>
                <a:ext uri="{FF2B5EF4-FFF2-40B4-BE49-F238E27FC236}">
                  <a16:creationId xmlns:a16="http://schemas.microsoft.com/office/drawing/2014/main" id="{5160CEF7-EDE4-4D78-BF13-C281998D20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78516" y="2769944"/>
              <a:ext cx="98801" cy="988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 b="1" dirty="0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756DFEA1-8C14-4A72-86C2-E89D2258D2C3}"/>
              </a:ext>
            </a:extLst>
          </p:cNvPr>
          <p:cNvSpPr txBox="1"/>
          <p:nvPr/>
        </p:nvSpPr>
        <p:spPr>
          <a:xfrm>
            <a:off x="1986544" y="1999364"/>
            <a:ext cx="788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标签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4C177E7-AC4F-4EEF-B034-5FC2A40C9B25}"/>
              </a:ext>
            </a:extLst>
          </p:cNvPr>
          <p:cNvCxnSpPr>
            <a:cxnSpLocks/>
          </p:cNvCxnSpPr>
          <p:nvPr/>
        </p:nvCxnSpPr>
        <p:spPr>
          <a:xfrm>
            <a:off x="2878481" y="1983591"/>
            <a:ext cx="78232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47F2499-A20D-478E-BDB0-7585DEEE178B}"/>
              </a:ext>
            </a:extLst>
          </p:cNvPr>
          <p:cNvCxnSpPr>
            <a:cxnSpLocks/>
          </p:cNvCxnSpPr>
          <p:nvPr/>
        </p:nvCxnSpPr>
        <p:spPr>
          <a:xfrm flipV="1">
            <a:off x="5969102" y="1888802"/>
            <a:ext cx="1547666" cy="158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0A8215C-0271-4BA6-8900-03A7C0C9743F}"/>
              </a:ext>
            </a:extLst>
          </p:cNvPr>
          <p:cNvCxnSpPr>
            <a:cxnSpLocks/>
          </p:cNvCxnSpPr>
          <p:nvPr/>
        </p:nvCxnSpPr>
        <p:spPr>
          <a:xfrm>
            <a:off x="5969102" y="2328385"/>
            <a:ext cx="1439471" cy="6173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5D6443B-2015-4E95-A8D9-800B641E774E}"/>
              </a:ext>
            </a:extLst>
          </p:cNvPr>
          <p:cNvSpPr txBox="1"/>
          <p:nvPr/>
        </p:nvSpPr>
        <p:spPr>
          <a:xfrm>
            <a:off x="7433432" y="2100182"/>
            <a:ext cx="18454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上边带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8F9670B-02D5-4D33-89C1-E1F31C8256FC}"/>
              </a:ext>
            </a:extLst>
          </p:cNvPr>
          <p:cNvCxnSpPr>
            <a:cxnSpLocks/>
          </p:cNvCxnSpPr>
          <p:nvPr/>
        </p:nvCxnSpPr>
        <p:spPr>
          <a:xfrm>
            <a:off x="7851240" y="1869317"/>
            <a:ext cx="580502" cy="163731"/>
          </a:xfrm>
          <a:prstGeom prst="straightConnector1">
            <a:avLst/>
          </a:prstGeom>
          <a:ln w="1905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59578DB-6E8D-493E-B541-77AFB022280F}"/>
              </a:ext>
            </a:extLst>
          </p:cNvPr>
          <p:cNvCxnSpPr>
            <a:cxnSpLocks/>
          </p:cNvCxnSpPr>
          <p:nvPr/>
        </p:nvCxnSpPr>
        <p:spPr>
          <a:xfrm flipV="1">
            <a:off x="7851240" y="1392655"/>
            <a:ext cx="351288" cy="46450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弧形 18">
            <a:extLst>
              <a:ext uri="{FF2B5EF4-FFF2-40B4-BE49-F238E27FC236}">
                <a16:creationId xmlns:a16="http://schemas.microsoft.com/office/drawing/2014/main" id="{F375AB03-3101-491A-BB5B-A84D88B970F5}"/>
              </a:ext>
            </a:extLst>
          </p:cNvPr>
          <p:cNvSpPr/>
          <p:nvPr/>
        </p:nvSpPr>
        <p:spPr bwMode="auto">
          <a:xfrm>
            <a:off x="7569397" y="1577519"/>
            <a:ext cx="580502" cy="580502"/>
          </a:xfrm>
          <a:prstGeom prst="arc">
            <a:avLst>
              <a:gd name="adj1" fmla="val 18504212"/>
              <a:gd name="adj2" fmla="val 1035636"/>
            </a:avLst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828291A-C468-439C-936F-CA0CBAC3BBEA}"/>
                  </a:ext>
                </a:extLst>
              </p:cNvPr>
              <p:cNvSpPr txBox="1"/>
              <p:nvPr/>
            </p:nvSpPr>
            <p:spPr>
              <a:xfrm>
                <a:off x="8274133" y="1461220"/>
                <a:ext cx="42047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828291A-C468-439C-936F-CA0CBAC3B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133" y="1461220"/>
                <a:ext cx="420476" cy="276999"/>
              </a:xfrm>
              <a:prstGeom prst="rect">
                <a:avLst/>
              </a:prstGeom>
              <a:blipFill>
                <a:blip r:embed="rId5"/>
                <a:stretch>
                  <a:fillRect l="-1449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9A859C2-3788-4555-AC40-DB990AA3FC11}"/>
              </a:ext>
            </a:extLst>
          </p:cNvPr>
          <p:cNvCxnSpPr>
            <a:cxnSpLocks/>
          </p:cNvCxnSpPr>
          <p:nvPr/>
        </p:nvCxnSpPr>
        <p:spPr>
          <a:xfrm flipV="1">
            <a:off x="7815860" y="2819291"/>
            <a:ext cx="618035" cy="136859"/>
          </a:xfrm>
          <a:prstGeom prst="straightConnector1">
            <a:avLst/>
          </a:prstGeom>
          <a:ln w="19050">
            <a:solidFill>
              <a:srgbClr val="0070C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0A46AB9-5D9A-4E1F-99F4-1AB639C076F0}"/>
              </a:ext>
            </a:extLst>
          </p:cNvPr>
          <p:cNvCxnSpPr>
            <a:cxnSpLocks/>
          </p:cNvCxnSpPr>
          <p:nvPr/>
        </p:nvCxnSpPr>
        <p:spPr>
          <a:xfrm>
            <a:off x="7815860" y="2943990"/>
            <a:ext cx="461945" cy="436656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弧形 22">
            <a:extLst>
              <a:ext uri="{FF2B5EF4-FFF2-40B4-BE49-F238E27FC236}">
                <a16:creationId xmlns:a16="http://schemas.microsoft.com/office/drawing/2014/main" id="{EBB887A3-6FF6-4852-8CB6-DCBD9E52F32F}"/>
              </a:ext>
            </a:extLst>
          </p:cNvPr>
          <p:cNvSpPr/>
          <p:nvPr/>
        </p:nvSpPr>
        <p:spPr bwMode="auto">
          <a:xfrm>
            <a:off x="7541848" y="2667574"/>
            <a:ext cx="580502" cy="580502"/>
          </a:xfrm>
          <a:prstGeom prst="arc">
            <a:avLst>
              <a:gd name="adj1" fmla="val 20868167"/>
              <a:gd name="adj2" fmla="val 2480108"/>
            </a:avLst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5512C860-F1CE-4FF4-B30B-9A9AFBA561E2}"/>
                  </a:ext>
                </a:extLst>
              </p:cNvPr>
              <p:cNvSpPr txBox="1"/>
              <p:nvPr/>
            </p:nvSpPr>
            <p:spPr>
              <a:xfrm>
                <a:off x="8356172" y="2878744"/>
                <a:ext cx="42047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b="1" i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5512C860-F1CE-4FF4-B30B-9A9AFBA56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172" y="2878744"/>
                <a:ext cx="420476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5D08E27-FF19-486D-8140-1F1F4BDDA092}"/>
                  </a:ext>
                </a:extLst>
              </p:cNvPr>
              <p:cNvSpPr txBox="1"/>
              <p:nvPr/>
            </p:nvSpPr>
            <p:spPr>
              <a:xfrm>
                <a:off x="5774219" y="2884012"/>
                <a:ext cx="1395316" cy="2955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𝝅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𝒇</m:t>
                              </m:r>
                            </m:e>
                          </m:d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sup>
                      </m:sSup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5D08E27-FF19-486D-8140-1F1F4BDDA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219" y="2884012"/>
                <a:ext cx="1395316" cy="295594"/>
              </a:xfrm>
              <a:prstGeom prst="rect">
                <a:avLst/>
              </a:prstGeom>
              <a:blipFill>
                <a:blip r:embed="rId7"/>
                <a:stretch>
                  <a:fillRect t="-40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A917D1D-B696-4216-8A7D-928DFC6872FA}"/>
                  </a:ext>
                </a:extLst>
              </p:cNvPr>
              <p:cNvSpPr txBox="1"/>
              <p:nvPr/>
            </p:nvSpPr>
            <p:spPr>
              <a:xfrm>
                <a:off x="6035448" y="1392655"/>
                <a:ext cx="1395316" cy="2859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𝒋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𝝅</m:t>
                          </m:r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𝒕</m:t>
                          </m:r>
                        </m:sup>
                      </m:sSup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A917D1D-B696-4216-8A7D-928DFC687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448" y="1392655"/>
                <a:ext cx="1395316" cy="285912"/>
              </a:xfrm>
              <a:prstGeom prst="rect">
                <a:avLst/>
              </a:prstGeom>
              <a:blipFill>
                <a:blip r:embed="rId8"/>
                <a:stretch>
                  <a:fillRect t="-6383" b="-2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953921C-DB1E-41BE-BB14-F8C447A34B99}"/>
              </a:ext>
            </a:extLst>
          </p:cNvPr>
          <p:cNvCxnSpPr/>
          <p:nvPr/>
        </p:nvCxnSpPr>
        <p:spPr>
          <a:xfrm>
            <a:off x="2203121" y="4619118"/>
            <a:ext cx="589935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B023E13-65A3-4CCB-9116-B22597CBA0BB}"/>
              </a:ext>
            </a:extLst>
          </p:cNvPr>
          <p:cNvCxnSpPr>
            <a:cxnSpLocks/>
          </p:cNvCxnSpPr>
          <p:nvPr/>
        </p:nvCxnSpPr>
        <p:spPr>
          <a:xfrm flipV="1">
            <a:off x="2203121" y="2932886"/>
            <a:ext cx="0" cy="16862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B8AEDBD2-23E8-40E9-A5E7-B6FE43500BAC}"/>
              </a:ext>
            </a:extLst>
          </p:cNvPr>
          <p:cNvSpPr txBox="1"/>
          <p:nvPr/>
        </p:nvSpPr>
        <p:spPr>
          <a:xfrm>
            <a:off x="7971671" y="461911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0F3BC4C-2FBC-476E-A964-D082F2B487FA}"/>
              </a:ext>
            </a:extLst>
          </p:cNvPr>
          <p:cNvSpPr txBox="1"/>
          <p:nvPr/>
        </p:nvSpPr>
        <p:spPr>
          <a:xfrm>
            <a:off x="1695647" y="2824731"/>
            <a:ext cx="356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FAE1AB1-8737-445C-B27C-D24039899169}"/>
              </a:ext>
            </a:extLst>
          </p:cNvPr>
          <p:cNvCxnSpPr/>
          <p:nvPr/>
        </p:nvCxnSpPr>
        <p:spPr>
          <a:xfrm flipV="1">
            <a:off x="4755946" y="3488370"/>
            <a:ext cx="0" cy="112087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17D88333-D28D-499D-933F-9279768C524C}"/>
              </a:ext>
            </a:extLst>
          </p:cNvPr>
          <p:cNvCxnSpPr>
            <a:cxnSpLocks/>
          </p:cNvCxnSpPr>
          <p:nvPr/>
        </p:nvCxnSpPr>
        <p:spPr>
          <a:xfrm flipV="1">
            <a:off x="5590785" y="3920989"/>
            <a:ext cx="0" cy="68825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02D8C84A-1389-422B-9140-48425CAEBF34}"/>
              </a:ext>
            </a:extLst>
          </p:cNvPr>
          <p:cNvCxnSpPr>
            <a:cxnSpLocks/>
          </p:cNvCxnSpPr>
          <p:nvPr/>
        </p:nvCxnSpPr>
        <p:spPr>
          <a:xfrm flipV="1">
            <a:off x="6687822" y="4058200"/>
            <a:ext cx="0" cy="55104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939D190-8E5E-47F5-94C4-0A594D42A246}"/>
              </a:ext>
            </a:extLst>
          </p:cNvPr>
          <p:cNvSpPr txBox="1"/>
          <p:nvPr/>
        </p:nvSpPr>
        <p:spPr>
          <a:xfrm>
            <a:off x="4577852" y="4643726"/>
            <a:ext cx="356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D4ACA48-C589-4E0B-9A1A-3BB7AEA248A2}"/>
                  </a:ext>
                </a:extLst>
              </p:cNvPr>
              <p:cNvSpPr txBox="1"/>
              <p:nvPr/>
            </p:nvSpPr>
            <p:spPr>
              <a:xfrm>
                <a:off x="5213392" y="4643726"/>
                <a:ext cx="841767" cy="395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𝐭𝐚𝐠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D4ACA48-C589-4E0B-9A1A-3BB7AEA24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3392" y="4643726"/>
                <a:ext cx="841767" cy="395493"/>
              </a:xfrm>
              <a:prstGeom prst="rect">
                <a:avLst/>
              </a:prstGeom>
              <a:blipFill>
                <a:blip r:embed="rId9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B802982A-3A6A-4E97-8237-157D2E12A8EC}"/>
                  </a:ext>
                </a:extLst>
              </p:cNvPr>
              <p:cNvSpPr txBox="1"/>
              <p:nvPr/>
            </p:nvSpPr>
            <p:spPr>
              <a:xfrm>
                <a:off x="6374042" y="4643726"/>
                <a:ext cx="737785" cy="395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𝐭𝐚𝐠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B802982A-3A6A-4E97-8237-157D2E12A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042" y="4643726"/>
                <a:ext cx="737785" cy="395493"/>
              </a:xfrm>
              <a:prstGeom prst="rect">
                <a:avLst/>
              </a:prstGeom>
              <a:blipFill>
                <a:blip r:embed="rId10"/>
                <a:stretch>
                  <a:fillRect l="-1653"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74EF0A8D-9C8F-4F7F-8AAD-F98B7E9D9645}"/>
                  </a:ext>
                </a:extLst>
              </p:cNvPr>
              <p:cNvSpPr txBox="1"/>
              <p:nvPr/>
            </p:nvSpPr>
            <p:spPr>
              <a:xfrm>
                <a:off x="4535540" y="3099491"/>
                <a:ext cx="543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</m:t>
                          </m:r>
                        </m:sub>
                      </m:sSub>
                    </m:oMath>
                  </m:oMathPara>
                </a14:m>
                <a:endParaRPr lang="zh-CN" altLang="en-US" b="1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74EF0A8D-9C8F-4F7F-8AAD-F98B7E9D9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540" y="3099491"/>
                <a:ext cx="543674" cy="369332"/>
              </a:xfrm>
              <a:prstGeom prst="rect">
                <a:avLst/>
              </a:prstGeom>
              <a:blipFill>
                <a:blip r:embed="rId11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B36506E9-DA5C-4767-A393-92F178CE2774}"/>
                  </a:ext>
                </a:extLst>
              </p:cNvPr>
              <p:cNvSpPr txBox="1"/>
              <p:nvPr/>
            </p:nvSpPr>
            <p:spPr>
              <a:xfrm>
                <a:off x="5381907" y="3469531"/>
                <a:ext cx="925189" cy="437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altLang="zh-CN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𝐮𝐩𝐩𝐞𝐫</m:t>
                          </m:r>
                        </m:sup>
                      </m:sSubSup>
                    </m:oMath>
                  </m:oMathPara>
                </a14:m>
                <a:endParaRPr lang="zh-CN" altLang="en-US" b="1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B36506E9-DA5C-4767-A393-92F178CE2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907" y="3469531"/>
                <a:ext cx="925189" cy="437043"/>
              </a:xfrm>
              <a:prstGeom prst="rect">
                <a:avLst/>
              </a:prstGeom>
              <a:blipFill>
                <a:blip r:embed="rId12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27A6A42F-9312-4239-833F-AC6A2AAC94D3}"/>
                  </a:ext>
                </a:extLst>
              </p:cNvPr>
              <p:cNvSpPr txBox="1"/>
              <p:nvPr/>
            </p:nvSpPr>
            <p:spPr>
              <a:xfrm>
                <a:off x="6517286" y="3630285"/>
                <a:ext cx="912365" cy="448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  <m:sup>
                          <m:r>
                            <a:rPr lang="en-US" altLang="zh-CN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𝐮𝐩𝐩𝐞𝐫</m:t>
                          </m:r>
                        </m:sup>
                      </m:sSubSup>
                    </m:oMath>
                  </m:oMathPara>
                </a14:m>
                <a:endParaRPr lang="zh-CN" altLang="en-US" b="1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27A6A42F-9312-4239-833F-AC6A2AAC9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286" y="3630285"/>
                <a:ext cx="912365" cy="44813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07A9FD2-6704-4BE4-B660-2FA40D1EDD2C}"/>
              </a:ext>
            </a:extLst>
          </p:cNvPr>
          <p:cNvCxnSpPr>
            <a:cxnSpLocks/>
          </p:cNvCxnSpPr>
          <p:nvPr/>
        </p:nvCxnSpPr>
        <p:spPr>
          <a:xfrm flipV="1">
            <a:off x="3906665" y="3920989"/>
            <a:ext cx="0" cy="68825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199FEDD-0F65-4649-AE0D-82B00677CCD2}"/>
                  </a:ext>
                </a:extLst>
              </p:cNvPr>
              <p:cNvSpPr txBox="1"/>
              <p:nvPr/>
            </p:nvSpPr>
            <p:spPr>
              <a:xfrm>
                <a:off x="3512643" y="4643726"/>
                <a:ext cx="841767" cy="395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𝐭𝐚𝐠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199FEDD-0F65-4649-AE0D-82B00677C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643" y="4643726"/>
                <a:ext cx="841767" cy="395493"/>
              </a:xfrm>
              <a:prstGeom prst="rect">
                <a:avLst/>
              </a:prstGeom>
              <a:blipFill>
                <a:blip r:embed="rId14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D35D0EA1-5A2A-42C7-940D-1D3E73CF7DAB}"/>
                  </a:ext>
                </a:extLst>
              </p:cNvPr>
              <p:cNvSpPr txBox="1"/>
              <p:nvPr/>
            </p:nvSpPr>
            <p:spPr>
              <a:xfrm>
                <a:off x="3694231" y="3478123"/>
                <a:ext cx="893129" cy="4257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  <m:sup>
                          <m:r>
                            <a:rPr lang="en-US" altLang="zh-CN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𝐥𝐨𝐰𝐞𝐫</m:t>
                          </m:r>
                        </m:sup>
                      </m:sSubSup>
                    </m:oMath>
                  </m:oMathPara>
                </a14:m>
                <a:endParaRPr lang="zh-CN" altLang="en-US" b="1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D35D0EA1-5A2A-42C7-940D-1D3E73CF7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4231" y="3478123"/>
                <a:ext cx="893129" cy="425758"/>
              </a:xfrm>
              <a:prstGeom prst="rect">
                <a:avLst/>
              </a:prstGeom>
              <a:blipFill>
                <a:blip r:embed="rId15"/>
                <a:stretch>
                  <a:fillRect b="-1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8C010A26-1F4C-45BC-854A-9B64B19EA561}"/>
              </a:ext>
            </a:extLst>
          </p:cNvPr>
          <p:cNvCxnSpPr>
            <a:cxnSpLocks/>
          </p:cNvCxnSpPr>
          <p:nvPr/>
        </p:nvCxnSpPr>
        <p:spPr>
          <a:xfrm flipV="1">
            <a:off x="2914909" y="4058200"/>
            <a:ext cx="0" cy="55104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1C3B4AF-E772-4DEA-9561-A76FB8602F02}"/>
                  </a:ext>
                </a:extLst>
              </p:cNvPr>
              <p:cNvSpPr txBox="1"/>
              <p:nvPr/>
            </p:nvSpPr>
            <p:spPr>
              <a:xfrm>
                <a:off x="2571919" y="4643726"/>
                <a:ext cx="737785" cy="395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𝐭𝐚𝐠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1C3B4AF-E772-4DEA-9561-A76FB8602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919" y="4643726"/>
                <a:ext cx="737785" cy="395493"/>
              </a:xfrm>
              <a:prstGeom prst="rect">
                <a:avLst/>
              </a:prstGeom>
              <a:blipFill>
                <a:blip r:embed="rId16"/>
                <a:stretch>
                  <a:fillRect l="-4132"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E4ACBC29-7178-46A8-837F-9BBC8C6E5024}"/>
                  </a:ext>
                </a:extLst>
              </p:cNvPr>
              <p:cNvSpPr txBox="1"/>
              <p:nvPr/>
            </p:nvSpPr>
            <p:spPr>
              <a:xfrm>
                <a:off x="2693576" y="3638877"/>
                <a:ext cx="909159" cy="4257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𝑯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  <m:sup>
                          <m:r>
                            <a:rPr lang="en-US" altLang="zh-CN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𝐥𝐨𝐰𝐞𝐫</m:t>
                          </m:r>
                        </m:sup>
                      </m:sSubSup>
                    </m:oMath>
                  </m:oMathPara>
                </a14:m>
                <a:endParaRPr lang="zh-CN" altLang="en-US" b="1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E4ACBC29-7178-46A8-837F-9BBC8C6E5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576" y="3638877"/>
                <a:ext cx="909159" cy="42575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CABE75FB-51B5-4CA8-B94B-78AB94A3DB31}"/>
              </a:ext>
            </a:extLst>
          </p:cNvPr>
          <p:cNvCxnSpPr>
            <a:cxnSpLocks/>
          </p:cNvCxnSpPr>
          <p:nvPr/>
        </p:nvCxnSpPr>
        <p:spPr>
          <a:xfrm flipH="1">
            <a:off x="8899556" y="1701216"/>
            <a:ext cx="9575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C670BDA9-970C-443F-B070-27C2AD85CB84}"/>
              </a:ext>
            </a:extLst>
          </p:cNvPr>
          <p:cNvCxnSpPr/>
          <p:nvPr/>
        </p:nvCxnSpPr>
        <p:spPr>
          <a:xfrm>
            <a:off x="9857115" y="1701216"/>
            <a:ext cx="0" cy="136709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AF88261D-A051-4539-81A0-6DEA02A9C2C6}"/>
              </a:ext>
            </a:extLst>
          </p:cNvPr>
          <p:cNvCxnSpPr>
            <a:cxnSpLocks/>
          </p:cNvCxnSpPr>
          <p:nvPr/>
        </p:nvCxnSpPr>
        <p:spPr>
          <a:xfrm flipH="1">
            <a:off x="9062519" y="3068313"/>
            <a:ext cx="79459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6852CF8A-427A-4509-9634-058A1DFC85CA}"/>
              </a:ext>
            </a:extLst>
          </p:cNvPr>
          <p:cNvSpPr txBox="1"/>
          <p:nvPr/>
        </p:nvSpPr>
        <p:spPr>
          <a:xfrm>
            <a:off x="9852899" y="2033048"/>
            <a:ext cx="1308178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误差相反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02FDB8A-7DEA-47E0-B5C4-51ED65255D8F}"/>
              </a:ext>
            </a:extLst>
          </p:cNvPr>
          <p:cNvSpPr txBox="1"/>
          <p:nvPr/>
        </p:nvSpPr>
        <p:spPr>
          <a:xfrm>
            <a:off x="7350258" y="3477355"/>
            <a:ext cx="20118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下边带</a:t>
            </a:r>
          </a:p>
        </p:txBody>
      </p:sp>
    </p:spTree>
    <p:extLst>
      <p:ext uri="{BB962C8B-B14F-4D97-AF65-F5344CB8AC3E}">
        <p14:creationId xmlns:p14="http://schemas.microsoft.com/office/powerpoint/2010/main" val="2452263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弧形 3">
            <a:extLst>
              <a:ext uri="{FF2B5EF4-FFF2-40B4-BE49-F238E27FC236}">
                <a16:creationId xmlns:a16="http://schemas.microsoft.com/office/drawing/2014/main" id="{ED705573-24FB-4433-8D51-A7C8A01AA2D5}"/>
              </a:ext>
            </a:extLst>
          </p:cNvPr>
          <p:cNvSpPr>
            <a:spLocks noChangeAspect="1"/>
          </p:cNvSpPr>
          <p:nvPr/>
        </p:nvSpPr>
        <p:spPr>
          <a:xfrm>
            <a:off x="5117852" y="3010042"/>
            <a:ext cx="704153" cy="704153"/>
          </a:xfrm>
          <a:prstGeom prst="arc">
            <a:avLst>
              <a:gd name="adj1" fmla="val 18743266"/>
              <a:gd name="adj2" fmla="val 6191273"/>
            </a:avLst>
          </a:prstGeom>
          <a:ln w="19050">
            <a:solidFill>
              <a:srgbClr val="7030A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648F779B-EA05-4521-B64F-F9FB2235A425}"/>
              </a:ext>
            </a:extLst>
          </p:cNvPr>
          <p:cNvCxnSpPr>
            <a:cxnSpLocks/>
          </p:cNvCxnSpPr>
          <p:nvPr/>
        </p:nvCxnSpPr>
        <p:spPr>
          <a:xfrm flipV="1">
            <a:off x="5460505" y="1958404"/>
            <a:ext cx="0" cy="26463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A9CAE0E-E7B1-4A71-895A-30C333DC05B2}"/>
              </a:ext>
            </a:extLst>
          </p:cNvPr>
          <p:cNvSpPr txBox="1"/>
          <p:nvPr/>
        </p:nvSpPr>
        <p:spPr>
          <a:xfrm>
            <a:off x="6620298" y="3386716"/>
            <a:ext cx="276233" cy="3531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CN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8C95BB1-9556-43E9-9016-BB340F32141E}"/>
              </a:ext>
            </a:extLst>
          </p:cNvPr>
          <p:cNvSpPr txBox="1"/>
          <p:nvPr/>
        </p:nvSpPr>
        <p:spPr>
          <a:xfrm>
            <a:off x="5087369" y="1776456"/>
            <a:ext cx="346461" cy="3531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CN" alt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96257D3-BA30-4911-BCDA-2736F2B1D0CE}"/>
              </a:ext>
            </a:extLst>
          </p:cNvPr>
          <p:cNvCxnSpPr>
            <a:cxnSpLocks/>
          </p:cNvCxnSpPr>
          <p:nvPr/>
        </p:nvCxnSpPr>
        <p:spPr>
          <a:xfrm>
            <a:off x="4175636" y="3353190"/>
            <a:ext cx="271822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3173E90-DA25-4EA9-82F5-B669AFBE061D}"/>
              </a:ext>
            </a:extLst>
          </p:cNvPr>
          <p:cNvCxnSpPr>
            <a:cxnSpLocks/>
          </p:cNvCxnSpPr>
          <p:nvPr/>
        </p:nvCxnSpPr>
        <p:spPr>
          <a:xfrm flipH="1">
            <a:off x="4697241" y="3353193"/>
            <a:ext cx="763267" cy="56673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27E4E20-926A-4163-B591-73410C7ACA40}"/>
              </a:ext>
            </a:extLst>
          </p:cNvPr>
          <p:cNvCxnSpPr>
            <a:cxnSpLocks/>
          </p:cNvCxnSpPr>
          <p:nvPr/>
        </p:nvCxnSpPr>
        <p:spPr>
          <a:xfrm>
            <a:off x="5460506" y="3353192"/>
            <a:ext cx="361499" cy="833227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2B99CEB-B928-4BF8-9BC9-FF28BB22D490}"/>
              </a:ext>
            </a:extLst>
          </p:cNvPr>
          <p:cNvCxnSpPr>
            <a:cxnSpLocks/>
          </p:cNvCxnSpPr>
          <p:nvPr/>
        </p:nvCxnSpPr>
        <p:spPr>
          <a:xfrm flipV="1">
            <a:off x="5460026" y="2525141"/>
            <a:ext cx="177569" cy="82804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0B0D87F-6223-46E9-9CE7-A7C9AD1E5A38}"/>
                  </a:ext>
                </a:extLst>
              </p:cNvPr>
              <p:cNvSpPr txBox="1"/>
              <p:nvPr/>
            </p:nvSpPr>
            <p:spPr>
              <a:xfrm>
                <a:off x="3691531" y="3925353"/>
                <a:ext cx="1288425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upper</m:t>
                          </m:r>
                        </m:sup>
                      </m:sSup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600" dirty="0">
                  <a:solidFill>
                    <a:srgbClr val="C0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zh-CN" altLang="en-US" sz="16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0B0D87F-6223-46E9-9CE7-A7C9AD1E5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531" y="3925353"/>
                <a:ext cx="1288425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EEDC065-1ACF-4B62-BCC7-44C253683A31}"/>
                  </a:ext>
                </a:extLst>
              </p:cNvPr>
              <p:cNvSpPr txBox="1"/>
              <p:nvPr/>
            </p:nvSpPr>
            <p:spPr>
              <a:xfrm>
                <a:off x="5617084" y="4233626"/>
                <a:ext cx="1276781" cy="5120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6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lower</m:t>
                          </m:r>
                        </m:sup>
                      </m:sSup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600" dirty="0">
                  <a:solidFill>
                    <a:srgbClr val="0070C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zh-CN" altLang="en-US" sz="16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EEDC065-1ACF-4B62-BCC7-44C253683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084" y="4233626"/>
                <a:ext cx="1276781" cy="5120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0387B50-9E68-4102-B5E0-A88052F35897}"/>
                  </a:ext>
                </a:extLst>
              </p:cNvPr>
              <p:cNvSpPr txBox="1"/>
              <p:nvPr/>
            </p:nvSpPr>
            <p:spPr>
              <a:xfrm>
                <a:off x="5637595" y="2216551"/>
                <a:ext cx="784055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6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600" dirty="0">
                  <a:solidFill>
                    <a:srgbClr val="00B05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zh-CN" altLang="en-US" sz="16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0387B50-9E68-4102-B5E0-A88052F35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595" y="2216551"/>
                <a:ext cx="784055" cy="492443"/>
              </a:xfrm>
              <a:prstGeom prst="rect">
                <a:avLst/>
              </a:prstGeom>
              <a:blipFill>
                <a:blip r:embed="rId4"/>
                <a:stretch>
                  <a:fillRect l="-1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00BBBAB-826E-427B-93AF-01449DAE22A0}"/>
              </a:ext>
            </a:extLst>
          </p:cNvPr>
          <p:cNvCxnSpPr>
            <a:cxnSpLocks/>
          </p:cNvCxnSpPr>
          <p:nvPr/>
        </p:nvCxnSpPr>
        <p:spPr>
          <a:xfrm flipH="1">
            <a:off x="5234277" y="3353189"/>
            <a:ext cx="225747" cy="902345"/>
          </a:xfrm>
          <a:prstGeom prst="straightConnector1">
            <a:avLst/>
          </a:prstGeom>
          <a:ln w="28575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F6C339D-EC61-4179-95DE-68B688DB1CC5}"/>
              </a:ext>
            </a:extLst>
          </p:cNvPr>
          <p:cNvCxnSpPr>
            <a:cxnSpLocks/>
          </p:cNvCxnSpPr>
          <p:nvPr/>
        </p:nvCxnSpPr>
        <p:spPr>
          <a:xfrm flipV="1">
            <a:off x="5449137" y="2620416"/>
            <a:ext cx="641231" cy="751375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1A95F71-5387-4BC1-8ECD-60FB2A44ED73}"/>
                  </a:ext>
                </a:extLst>
              </p:cNvPr>
              <p:cNvSpPr txBox="1"/>
              <p:nvPr/>
            </p:nvSpPr>
            <p:spPr>
              <a:xfrm>
                <a:off x="6162944" y="2525141"/>
                <a:ext cx="641231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60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1A95F71-5387-4BC1-8ECD-60FB2A44E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944" y="2525141"/>
                <a:ext cx="641231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弧形 17">
            <a:extLst>
              <a:ext uri="{FF2B5EF4-FFF2-40B4-BE49-F238E27FC236}">
                <a16:creationId xmlns:a16="http://schemas.microsoft.com/office/drawing/2014/main" id="{14A94C9A-8F2D-4CEF-9FE0-A637217701CC}"/>
              </a:ext>
            </a:extLst>
          </p:cNvPr>
          <p:cNvSpPr>
            <a:spLocks noChangeAspect="1"/>
          </p:cNvSpPr>
          <p:nvPr/>
        </p:nvSpPr>
        <p:spPr>
          <a:xfrm>
            <a:off x="5329005" y="2876797"/>
            <a:ext cx="441809" cy="441809"/>
          </a:xfrm>
          <a:prstGeom prst="arc">
            <a:avLst>
              <a:gd name="adj1" fmla="val 16408787"/>
              <a:gd name="adj2" fmla="val 20134507"/>
            </a:avLst>
          </a:prstGeom>
          <a:ln w="19050">
            <a:solidFill>
              <a:srgbClr val="7030A0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325587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166</Words>
  <Application>Microsoft Office PowerPoint</Application>
  <PresentationFormat>宽屏</PresentationFormat>
  <Paragraphs>94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等线</vt:lpstr>
      <vt:lpstr>宋体</vt:lpstr>
      <vt:lpstr>Arial</vt:lpstr>
      <vt:lpstr>Calibri</vt:lpstr>
      <vt:lpstr>Cambria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怡豪 刘</dc:creator>
  <cp:lastModifiedBy>怡豪 刘</cp:lastModifiedBy>
  <cp:revision>18</cp:revision>
  <dcterms:created xsi:type="dcterms:W3CDTF">2025-11-11T07:27:24Z</dcterms:created>
  <dcterms:modified xsi:type="dcterms:W3CDTF">2025-12-09T08:32:51Z</dcterms:modified>
</cp:coreProperties>
</file>