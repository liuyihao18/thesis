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CE605-B931-423C-88AF-72D6B0B28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06FB42-8787-4BA1-8ACA-A98049E839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7EDB91-448C-4ADE-8B20-CAD0F87BA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1C3C20-109B-4C79-95C9-F9E6DA523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81A3C1-09CD-4450-949B-244109711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45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E8E003-BA03-41B0-B97A-07B419324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1562B0-1D8E-46B4-8847-2767AA602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886193-FB7B-4FB8-8AD4-2E258EB9B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B2BF5-966D-4803-8427-5B181DD3D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2088BE-E8A0-478C-B625-2557816FA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88940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C7B5C4-96DE-462A-92A1-8EA9EDD84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C6E139E-573B-4FF6-88B8-CAF66E87E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73E050-A134-458D-B962-E789DB742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3063A3-9C95-414A-B0D8-4650E7245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815AF73-AC59-474E-96FF-D379350F3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6463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67EA3C-9271-4A5E-8AA1-16170B1E7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6032FC-D3C3-474B-8657-A183264679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D47744-F39C-4071-8201-3AC2FEC9E4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3F65D9-A109-46AA-B178-1A9FAFB12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7E2DD38-FC7B-4FA4-AF99-442F651A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5C3D61-F977-4880-8104-4582BB524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9343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A23037-7B13-4A47-8B18-7929967AC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F9847D6-15C6-4534-AD17-5C98785BB2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E95C5C-DB97-4197-9B91-6B669D8368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59E8A4E-6886-4FF2-98D8-C53F576D5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0DFDC09-5EC2-44BB-B098-5263ECE09B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54DD41D-8DC4-42B5-B37F-A07154618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6440B64-5D36-4906-8F2D-C5D79DFCE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8245BBE-0184-43B5-A653-F99AAB640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7636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313818-68D3-4170-A216-6CBCAEC14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AE2F051-8A1D-4BDB-AD8C-AD866D09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86E933F-DC71-4DA0-835D-B6A11BA21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C70E6E-CF90-4B5A-AC6D-999F159D4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5439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FE8BC4-D2D4-43B1-9D0B-CA4C38383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F7F04BE-371D-4264-9899-0DD0F5E95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A4935D8-DD54-42AE-A691-F84A99D50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393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1A4C79-93F0-452C-A00D-BBEFAB1C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575EE84-AE0B-4054-97CB-856891D61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8A4CA2-5AC6-425C-8B23-B5CF4842AD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B5478CA-1706-42FB-8190-BB5FEFCCF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F6DE1FC-5018-4A58-AA07-7B587C93D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9477410-0E59-439F-9653-326CC9EB0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4620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A52C4-D64E-4BBA-AFBB-E196F4481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32AFAF6-CF7F-4026-8568-8804BB16CE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39A59EC-E576-4724-9A29-037326D805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A78228-695F-4B5D-B39A-0780D46A0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4B0BC3-1C01-41F6-AC62-FE0F12DB6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A8E762-1AFD-40D1-90EE-22A1ED90B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507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8D719D-6900-4BF2-8614-1A344F74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B1262E-88C1-4DF4-9471-5D2F04398E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ECB417-8960-4DD0-965D-A50355B8F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AB41A8-C8E7-4649-842C-7F010EB6D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C059B7-8F2B-4E54-BEC0-B333853B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639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BD2F63D-11B2-43DE-9E95-E4CE3B0EF4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FBB7237-3913-4720-B77A-DD57EB3E86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F085E7-E929-4CE4-A1E3-FEC1030AD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6674E5-9A60-435F-AFE0-D427D6ABA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84B600-D038-44CF-A968-D920ADF91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8068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F54E1AF-9D22-437E-B632-C658634B1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994F60A-9A19-4290-AECC-4DEB311AFF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30A458-7516-433C-8EA7-7BEE999C24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89AC1-8EDF-4096-8511-7044330DAA1E}" type="datetimeFigureOut">
              <a:rPr lang="zh-CN" altLang="en-US" smtClean="0"/>
              <a:t>2025/11/12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40F7C4-EA0C-4A9E-A37B-D38651C48F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96B848-0755-4F9D-964E-38CEA1363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3CBBA2-41C4-4AF8-98E9-EA717FC24C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908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7CDE92ED-76D9-4BE9-B126-932ABD6E3FA5}"/>
              </a:ext>
            </a:extLst>
          </p:cNvPr>
          <p:cNvSpPr/>
          <p:nvPr/>
        </p:nvSpPr>
        <p:spPr>
          <a:xfrm>
            <a:off x="1090822" y="3052604"/>
            <a:ext cx="14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引言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05A91EF-1065-42EB-8C3B-D94DC0332A12}"/>
              </a:ext>
            </a:extLst>
          </p:cNvPr>
          <p:cNvSpPr/>
          <p:nvPr/>
        </p:nvSpPr>
        <p:spPr>
          <a:xfrm>
            <a:off x="3609065" y="1275031"/>
            <a:ext cx="32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正交感知模型</a:t>
            </a: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C8FFCB55-6DF1-42E5-8513-7E9692D64F08}"/>
              </a:ext>
            </a:extLst>
          </p:cNvPr>
          <p:cNvGrpSpPr/>
          <p:nvPr/>
        </p:nvGrpSpPr>
        <p:grpSpPr>
          <a:xfrm>
            <a:off x="3609065" y="2172081"/>
            <a:ext cx="3240000" cy="1403998"/>
            <a:chOff x="3610824" y="1275031"/>
            <a:chExt cx="2672282" cy="140399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0F2338D-5562-42EE-9F8F-2C8B30F85226}"/>
                </a:ext>
              </a:extLst>
            </p:cNvPr>
            <p:cNvSpPr/>
            <p:nvPr/>
          </p:nvSpPr>
          <p:spPr>
            <a:xfrm>
              <a:off x="3610824" y="1275031"/>
              <a:ext cx="2672282" cy="540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第 </a:t>
              </a:r>
              <a:r>
                <a: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 </a:t>
              </a:r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章</a:t>
              </a:r>
              <a:endPara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信号处理方法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B609DD91-FF37-4B95-A0F6-E005BEB0CC05}"/>
                </a:ext>
              </a:extLst>
            </p:cNvPr>
            <p:cNvSpPr/>
            <p:nvPr/>
          </p:nvSpPr>
          <p:spPr>
            <a:xfrm>
              <a:off x="3610824" y="1815029"/>
              <a:ext cx="2672282" cy="8640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1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）信号能量集中方法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2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）相位漂移消除方法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）感知信息提取方法</a:t>
              </a:r>
              <a:endPara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2" name="矩形 11">
            <a:extLst>
              <a:ext uri="{FF2B5EF4-FFF2-40B4-BE49-F238E27FC236}">
                <a16:creationId xmlns:a16="http://schemas.microsoft.com/office/drawing/2014/main" id="{76321603-783E-4DF4-A78B-1BA86432AFA0}"/>
              </a:ext>
            </a:extLst>
          </p:cNvPr>
          <p:cNvSpPr/>
          <p:nvPr/>
        </p:nvSpPr>
        <p:spPr>
          <a:xfrm>
            <a:off x="3609065" y="3933129"/>
            <a:ext cx="32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原型系统设计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6C02D0A-2F98-4658-98C8-64DBE3E896D8}"/>
              </a:ext>
            </a:extLst>
          </p:cNvPr>
          <p:cNvSpPr/>
          <p:nvPr/>
        </p:nvSpPr>
        <p:spPr>
          <a:xfrm>
            <a:off x="7923795" y="3052604"/>
            <a:ext cx="14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总结与展望</a:t>
            </a: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2AD733A-57D7-4B06-8911-61F61F03306C}"/>
              </a:ext>
            </a:extLst>
          </p:cNvPr>
          <p:cNvCxnSpPr>
            <a:cxnSpLocks/>
          </p:cNvCxnSpPr>
          <p:nvPr/>
        </p:nvCxnSpPr>
        <p:spPr>
          <a:xfrm flipV="1">
            <a:off x="2530822" y="3322604"/>
            <a:ext cx="536485" cy="2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6A1C92E-0360-4015-B543-A70D5FE46F34}"/>
              </a:ext>
            </a:extLst>
          </p:cNvPr>
          <p:cNvCxnSpPr>
            <a:cxnSpLocks/>
          </p:cNvCxnSpPr>
          <p:nvPr/>
        </p:nvCxnSpPr>
        <p:spPr>
          <a:xfrm>
            <a:off x="3070822" y="1545031"/>
            <a:ext cx="0" cy="355514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3D57536-C6A3-4274-8671-69565B378878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070822" y="1545031"/>
            <a:ext cx="53824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E0912270-8BF0-4911-9EDF-A40E493B4433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067307" y="4203129"/>
            <a:ext cx="54175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E3ABEC3-B4A5-4FB9-8B3A-7F67A62FD988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5229065" y="1815031"/>
            <a:ext cx="0" cy="3570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44AA04BF-25BD-47AC-9F7F-926F48F56B00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5229065" y="3576079"/>
            <a:ext cx="0" cy="3570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D19DF872-5BC9-4471-88AF-6AD320D7E245}"/>
              </a:ext>
            </a:extLst>
          </p:cNvPr>
          <p:cNvCxnSpPr>
            <a:cxnSpLocks/>
          </p:cNvCxnSpPr>
          <p:nvPr/>
        </p:nvCxnSpPr>
        <p:spPr>
          <a:xfrm>
            <a:off x="7387307" y="3322605"/>
            <a:ext cx="53648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BB44791-39D0-4258-B741-A4D5E0896644}"/>
              </a:ext>
            </a:extLst>
          </p:cNvPr>
          <p:cNvCxnSpPr>
            <a:cxnSpLocks/>
          </p:cNvCxnSpPr>
          <p:nvPr/>
        </p:nvCxnSpPr>
        <p:spPr>
          <a:xfrm>
            <a:off x="7387308" y="1545031"/>
            <a:ext cx="0" cy="355514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65235A4-2C76-4ACB-9C42-5F15E47DB511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6849065" y="1545031"/>
            <a:ext cx="541759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1919E83-DF07-4628-BEBD-03F74EC82037}"/>
              </a:ext>
            </a:extLst>
          </p:cNvPr>
          <p:cNvCxnSpPr>
            <a:cxnSpLocks/>
            <a:endCxn id="12" idx="3"/>
          </p:cNvCxnSpPr>
          <p:nvPr/>
        </p:nvCxnSpPr>
        <p:spPr>
          <a:xfrm flipH="1">
            <a:off x="6849065" y="4203129"/>
            <a:ext cx="541759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4E8CBB51-06FD-4BDD-96E5-D1E89D78BCE2}"/>
              </a:ext>
            </a:extLst>
          </p:cNvPr>
          <p:cNvSpPr/>
          <p:nvPr/>
        </p:nvSpPr>
        <p:spPr>
          <a:xfrm>
            <a:off x="3609065" y="4830178"/>
            <a:ext cx="3240000" cy="54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第 </a:t>
            </a:r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 </a:t>
            </a:r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章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实验结果分析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D8FC07DD-B276-4939-AD01-B3160BF9F574}"/>
              </a:ext>
            </a:extLst>
          </p:cNvPr>
          <p:cNvCxnSpPr>
            <a:cxnSpLocks/>
            <a:stCxn id="12" idx="2"/>
            <a:endCxn id="28" idx="0"/>
          </p:cNvCxnSpPr>
          <p:nvPr/>
        </p:nvCxnSpPr>
        <p:spPr>
          <a:xfrm>
            <a:off x="5229065" y="4473129"/>
            <a:ext cx="0" cy="35704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9C899102-B3FB-47FB-AACD-378876ADBDE4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067307" y="5100178"/>
            <a:ext cx="541758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B185D918-7154-48F8-AF08-17E47D3F8148}"/>
              </a:ext>
            </a:extLst>
          </p:cNvPr>
          <p:cNvCxnSpPr>
            <a:cxnSpLocks/>
            <a:endCxn id="28" idx="3"/>
          </p:cNvCxnSpPr>
          <p:nvPr/>
        </p:nvCxnSpPr>
        <p:spPr>
          <a:xfrm flipH="1">
            <a:off x="6849065" y="5100178"/>
            <a:ext cx="538242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4EDC859A-6B32-49BD-A274-A036ACE72AE8}"/>
              </a:ext>
            </a:extLst>
          </p:cNvPr>
          <p:cNvCxnSpPr>
            <a:cxnSpLocks/>
          </p:cNvCxnSpPr>
          <p:nvPr/>
        </p:nvCxnSpPr>
        <p:spPr>
          <a:xfrm>
            <a:off x="3067307" y="2945829"/>
            <a:ext cx="53648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0D9F94BA-B5BC-4EEF-BE35-02B50BC94EA7}"/>
              </a:ext>
            </a:extLst>
          </p:cNvPr>
          <p:cNvCxnSpPr>
            <a:cxnSpLocks/>
          </p:cNvCxnSpPr>
          <p:nvPr/>
        </p:nvCxnSpPr>
        <p:spPr>
          <a:xfrm>
            <a:off x="6850822" y="2945829"/>
            <a:ext cx="536485" cy="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4473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7C442790-D430-4EDE-9C7A-F768391FBC90}"/>
              </a:ext>
            </a:extLst>
          </p:cNvPr>
          <p:cNvCxnSpPr>
            <a:cxnSpLocks/>
          </p:cNvCxnSpPr>
          <p:nvPr/>
        </p:nvCxnSpPr>
        <p:spPr>
          <a:xfrm>
            <a:off x="3428403" y="2620957"/>
            <a:ext cx="1106906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EF46915-F499-4AC3-A749-564097724A0B}"/>
              </a:ext>
            </a:extLst>
          </p:cNvPr>
          <p:cNvCxnSpPr>
            <a:cxnSpLocks/>
          </p:cNvCxnSpPr>
          <p:nvPr/>
        </p:nvCxnSpPr>
        <p:spPr>
          <a:xfrm flipV="1">
            <a:off x="3428403" y="1960315"/>
            <a:ext cx="0" cy="1369411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C9C5E7B-91A8-4216-BB1E-266E9534651F}"/>
              </a:ext>
            </a:extLst>
          </p:cNvPr>
          <p:cNvCxnSpPr>
            <a:cxnSpLocks/>
          </p:cNvCxnSpPr>
          <p:nvPr/>
        </p:nvCxnSpPr>
        <p:spPr>
          <a:xfrm flipV="1">
            <a:off x="3420143" y="2272422"/>
            <a:ext cx="720000" cy="72000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AF4768B-E958-458A-B345-0993375F3244}"/>
                  </a:ext>
                </a:extLst>
              </p:cNvPr>
              <p:cNvSpPr txBox="1"/>
              <p:nvPr/>
            </p:nvSpPr>
            <p:spPr>
              <a:xfrm>
                <a:off x="2877797" y="2750469"/>
                <a:ext cx="582702" cy="43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6AF4768B-E958-458A-B345-0993375F3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7797" y="2750469"/>
                <a:ext cx="582702" cy="436851"/>
              </a:xfrm>
              <a:prstGeom prst="rect">
                <a:avLst/>
              </a:prstGeom>
              <a:blipFill>
                <a:blip r:embed="rId2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>
            <a:extLst>
              <a:ext uri="{FF2B5EF4-FFF2-40B4-BE49-F238E27FC236}">
                <a16:creationId xmlns:a16="http://schemas.microsoft.com/office/drawing/2014/main" id="{52617422-A401-4023-B4BE-29EE7A5229B6}"/>
              </a:ext>
            </a:extLst>
          </p:cNvPr>
          <p:cNvGrpSpPr/>
          <p:nvPr/>
        </p:nvGrpSpPr>
        <p:grpSpPr>
          <a:xfrm rot="2700000">
            <a:off x="4690449" y="2524704"/>
            <a:ext cx="201255" cy="206361"/>
            <a:chOff x="3097585" y="1863801"/>
            <a:chExt cx="201255" cy="206361"/>
          </a:xfrm>
        </p:grpSpPr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CD6991BD-403C-44C3-AB7B-742951A0C53C}"/>
                </a:ext>
              </a:extLst>
            </p:cNvPr>
            <p:cNvCxnSpPr>
              <a:cxnSpLocks/>
            </p:cNvCxnSpPr>
            <p:nvPr/>
          </p:nvCxnSpPr>
          <p:spPr>
            <a:xfrm>
              <a:off x="3097585" y="1963699"/>
              <a:ext cx="2012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1A10B6CE-6AC6-40A7-89C0-86E5529721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98212" y="1863801"/>
              <a:ext cx="0" cy="20636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F2D6CD-D51F-4E76-9AD0-C963ED0A565E}"/>
              </a:ext>
            </a:extLst>
          </p:cNvPr>
          <p:cNvCxnSpPr>
            <a:cxnSpLocks/>
          </p:cNvCxnSpPr>
          <p:nvPr/>
        </p:nvCxnSpPr>
        <p:spPr>
          <a:xfrm>
            <a:off x="5118098" y="2620957"/>
            <a:ext cx="1106906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D5EFDF-EFE1-4952-95E8-62C7A9397974}"/>
              </a:ext>
            </a:extLst>
          </p:cNvPr>
          <p:cNvCxnSpPr>
            <a:cxnSpLocks/>
          </p:cNvCxnSpPr>
          <p:nvPr/>
        </p:nvCxnSpPr>
        <p:spPr>
          <a:xfrm flipV="1">
            <a:off x="5118098" y="1960315"/>
            <a:ext cx="0" cy="1369411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882AAB2-C13A-436B-A32A-21212E450C6A}"/>
                  </a:ext>
                </a:extLst>
              </p:cNvPr>
              <p:cNvSpPr txBox="1"/>
              <p:nvPr/>
            </p:nvSpPr>
            <p:spPr>
              <a:xfrm>
                <a:off x="2877797" y="2031639"/>
                <a:ext cx="582702" cy="43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882AAB2-C13A-436B-A32A-21212E450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7797" y="2031639"/>
                <a:ext cx="582702" cy="436851"/>
              </a:xfrm>
              <a:prstGeom prst="rect">
                <a:avLst/>
              </a:prstGeom>
              <a:blipFill>
                <a:blip r:embed="rId3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9D36428-E296-4063-970B-881059341839}"/>
              </a:ext>
            </a:extLst>
          </p:cNvPr>
          <p:cNvCxnSpPr>
            <a:cxnSpLocks/>
          </p:cNvCxnSpPr>
          <p:nvPr/>
        </p:nvCxnSpPr>
        <p:spPr>
          <a:xfrm>
            <a:off x="5118098" y="2275140"/>
            <a:ext cx="720000" cy="72000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072FF384-0BE2-48BD-9133-7177F90AD208}"/>
              </a:ext>
            </a:extLst>
          </p:cNvPr>
          <p:cNvGrpSpPr/>
          <p:nvPr/>
        </p:nvGrpSpPr>
        <p:grpSpPr>
          <a:xfrm>
            <a:off x="6395054" y="2577106"/>
            <a:ext cx="201255" cy="101557"/>
            <a:chOff x="4956281" y="1960053"/>
            <a:chExt cx="201255" cy="10155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357EEA7D-0687-4D3D-92EF-7EFCB9CB4A48}"/>
                </a:ext>
              </a:extLst>
            </p:cNvPr>
            <p:cNvCxnSpPr>
              <a:cxnSpLocks/>
            </p:cNvCxnSpPr>
            <p:nvPr/>
          </p:nvCxnSpPr>
          <p:spPr>
            <a:xfrm>
              <a:off x="4956281" y="1960053"/>
              <a:ext cx="2012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DA11DB1F-05A5-4EED-9489-3CE74C4CCBA2}"/>
                </a:ext>
              </a:extLst>
            </p:cNvPr>
            <p:cNvCxnSpPr>
              <a:cxnSpLocks/>
            </p:cNvCxnSpPr>
            <p:nvPr/>
          </p:nvCxnSpPr>
          <p:spPr>
            <a:xfrm>
              <a:off x="4956281" y="2061610"/>
              <a:ext cx="2012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D040EC-9010-468F-8779-2A7675882BFA}"/>
              </a:ext>
            </a:extLst>
          </p:cNvPr>
          <p:cNvCxnSpPr>
            <a:cxnSpLocks/>
          </p:cNvCxnSpPr>
          <p:nvPr/>
        </p:nvCxnSpPr>
        <p:spPr>
          <a:xfrm>
            <a:off x="3428403" y="4280649"/>
            <a:ext cx="1106906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6A072A1-40BE-4E86-8D91-06AD9441E4F2}"/>
              </a:ext>
            </a:extLst>
          </p:cNvPr>
          <p:cNvCxnSpPr>
            <a:cxnSpLocks/>
          </p:cNvCxnSpPr>
          <p:nvPr/>
        </p:nvCxnSpPr>
        <p:spPr>
          <a:xfrm flipV="1">
            <a:off x="3428403" y="3620007"/>
            <a:ext cx="0" cy="1369411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8B103DD-0E4A-4EF1-8F4E-5B85FE72DB63}"/>
                  </a:ext>
                </a:extLst>
              </p:cNvPr>
              <p:cNvSpPr txBox="1"/>
              <p:nvPr/>
            </p:nvSpPr>
            <p:spPr>
              <a:xfrm>
                <a:off x="2966376" y="4085247"/>
                <a:ext cx="58270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8B103DD-0E4A-4EF1-8F4E-5B85FE72D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376" y="4085247"/>
                <a:ext cx="582702" cy="307777"/>
              </a:xfrm>
              <a:prstGeom prst="rect">
                <a:avLst/>
              </a:prstGeom>
              <a:blipFill>
                <a:blip r:embed="rId4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5511D9-3386-4E6A-8F6A-0F0BE21A53B8}"/>
              </a:ext>
            </a:extLst>
          </p:cNvPr>
          <p:cNvGrpSpPr/>
          <p:nvPr/>
        </p:nvGrpSpPr>
        <p:grpSpPr>
          <a:xfrm rot="2700000">
            <a:off x="4690449" y="4184396"/>
            <a:ext cx="201255" cy="206361"/>
            <a:chOff x="3097585" y="1863801"/>
            <a:chExt cx="201255" cy="206361"/>
          </a:xfrm>
        </p:grpSpPr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3BBC10DD-353E-4F27-8FBC-667D60316A51}"/>
                </a:ext>
              </a:extLst>
            </p:cNvPr>
            <p:cNvCxnSpPr>
              <a:cxnSpLocks/>
            </p:cNvCxnSpPr>
            <p:nvPr/>
          </p:nvCxnSpPr>
          <p:spPr>
            <a:xfrm>
              <a:off x="3097585" y="1963699"/>
              <a:ext cx="2012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0B7CCD7C-65F2-45E3-A793-2439E6AA59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98212" y="1863801"/>
              <a:ext cx="0" cy="20636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BD1A2E6-4B5D-45C8-9A9C-93A49A67B1BD}"/>
              </a:ext>
            </a:extLst>
          </p:cNvPr>
          <p:cNvCxnSpPr>
            <a:cxnSpLocks/>
          </p:cNvCxnSpPr>
          <p:nvPr/>
        </p:nvCxnSpPr>
        <p:spPr>
          <a:xfrm>
            <a:off x="5118098" y="4280649"/>
            <a:ext cx="1106906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255C940A-8C51-46C5-A4D2-6D09F9CFF7D5}"/>
              </a:ext>
            </a:extLst>
          </p:cNvPr>
          <p:cNvCxnSpPr>
            <a:cxnSpLocks/>
          </p:cNvCxnSpPr>
          <p:nvPr/>
        </p:nvCxnSpPr>
        <p:spPr>
          <a:xfrm flipV="1">
            <a:off x="5118098" y="3620007"/>
            <a:ext cx="0" cy="1369411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187FD97-2BF7-4004-BB07-55E34372EB36}"/>
              </a:ext>
            </a:extLst>
          </p:cNvPr>
          <p:cNvCxnSpPr>
            <a:cxnSpLocks/>
          </p:cNvCxnSpPr>
          <p:nvPr/>
        </p:nvCxnSpPr>
        <p:spPr>
          <a:xfrm>
            <a:off x="5118098" y="3934832"/>
            <a:ext cx="720000" cy="720000"/>
          </a:xfrm>
          <a:prstGeom prst="line">
            <a:avLst/>
          </a:prstGeom>
          <a:ln w="571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06995259-3E0D-49D4-BF35-973BB0F56ACC}"/>
              </a:ext>
            </a:extLst>
          </p:cNvPr>
          <p:cNvGrpSpPr/>
          <p:nvPr/>
        </p:nvGrpSpPr>
        <p:grpSpPr>
          <a:xfrm>
            <a:off x="6395054" y="4236798"/>
            <a:ext cx="201255" cy="101557"/>
            <a:chOff x="4956281" y="1960053"/>
            <a:chExt cx="201255" cy="101557"/>
          </a:xfrm>
        </p:grpSpPr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17E9BE47-2421-4E16-995C-25F0FA7D669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281" y="1960053"/>
              <a:ext cx="2012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36FD6944-7E5C-453F-8BE9-5D8828FDCDDF}"/>
                </a:ext>
              </a:extLst>
            </p:cNvPr>
            <p:cNvCxnSpPr>
              <a:cxnSpLocks/>
            </p:cNvCxnSpPr>
            <p:nvPr/>
          </p:nvCxnSpPr>
          <p:spPr>
            <a:xfrm>
              <a:off x="4956281" y="2061610"/>
              <a:ext cx="2012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3A741D71-BB8B-4594-BDEE-A433437C19A9}"/>
              </a:ext>
            </a:extLst>
          </p:cNvPr>
          <p:cNvCxnSpPr>
            <a:cxnSpLocks/>
          </p:cNvCxnSpPr>
          <p:nvPr/>
        </p:nvCxnSpPr>
        <p:spPr>
          <a:xfrm flipV="1">
            <a:off x="3424705" y="3934831"/>
            <a:ext cx="234000" cy="234000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7688C4B-DEEF-416C-879A-2E8068BE1975}"/>
              </a:ext>
            </a:extLst>
          </p:cNvPr>
          <p:cNvCxnSpPr>
            <a:cxnSpLocks/>
          </p:cNvCxnSpPr>
          <p:nvPr/>
        </p:nvCxnSpPr>
        <p:spPr>
          <a:xfrm flipV="1">
            <a:off x="3651616" y="4184396"/>
            <a:ext cx="487478" cy="487478"/>
          </a:xfrm>
          <a:prstGeom prst="line">
            <a:avLst/>
          </a:prstGeom>
          <a:ln w="571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7E85ED4D-5F3A-4F7B-81AD-960BB716F2A5}"/>
              </a:ext>
            </a:extLst>
          </p:cNvPr>
          <p:cNvCxnSpPr>
            <a:cxnSpLocks/>
          </p:cNvCxnSpPr>
          <p:nvPr/>
        </p:nvCxnSpPr>
        <p:spPr>
          <a:xfrm flipH="1" flipV="1">
            <a:off x="3646041" y="3661834"/>
            <a:ext cx="11041" cy="1225435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FD99E7B-4DEA-4CF2-8C10-32ABCA30823E}"/>
              </a:ext>
            </a:extLst>
          </p:cNvPr>
          <p:cNvSpPr txBox="1"/>
          <p:nvPr/>
        </p:nvSpPr>
        <p:spPr>
          <a:xfrm>
            <a:off x="3646041" y="3567983"/>
            <a:ext cx="11497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i="1" dirty="0"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频率卷绕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6BDB10A0-45B6-4828-BCA0-C4068F0E9FF7}"/>
              </a:ext>
            </a:extLst>
          </p:cNvPr>
          <p:cNvCxnSpPr>
            <a:cxnSpLocks/>
          </p:cNvCxnSpPr>
          <p:nvPr/>
        </p:nvCxnSpPr>
        <p:spPr>
          <a:xfrm flipH="1">
            <a:off x="3428405" y="2272422"/>
            <a:ext cx="706217" cy="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A1B78-16E1-45F3-8F43-5FD059C25176}"/>
              </a:ext>
            </a:extLst>
          </p:cNvPr>
          <p:cNvCxnSpPr>
            <a:cxnSpLocks/>
          </p:cNvCxnSpPr>
          <p:nvPr/>
        </p:nvCxnSpPr>
        <p:spPr>
          <a:xfrm flipH="1">
            <a:off x="3428405" y="2992422"/>
            <a:ext cx="724124" cy="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510B8361-BC90-44FC-B7AA-6619081DD432}"/>
              </a:ext>
            </a:extLst>
          </p:cNvPr>
          <p:cNvCxnSpPr>
            <a:cxnSpLocks/>
          </p:cNvCxnSpPr>
          <p:nvPr/>
        </p:nvCxnSpPr>
        <p:spPr>
          <a:xfrm flipH="1">
            <a:off x="3428405" y="3934831"/>
            <a:ext cx="724124" cy="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9CB0A605-2AF0-4943-87F2-362840C66D45}"/>
              </a:ext>
            </a:extLst>
          </p:cNvPr>
          <p:cNvCxnSpPr>
            <a:cxnSpLocks/>
          </p:cNvCxnSpPr>
          <p:nvPr/>
        </p:nvCxnSpPr>
        <p:spPr>
          <a:xfrm flipH="1">
            <a:off x="3424705" y="4671874"/>
            <a:ext cx="709917" cy="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89FA50-F4E2-41F2-B960-1BF68A0FE5B8}"/>
              </a:ext>
            </a:extLst>
          </p:cNvPr>
          <p:cNvCxnSpPr>
            <a:cxnSpLocks/>
          </p:cNvCxnSpPr>
          <p:nvPr/>
        </p:nvCxnSpPr>
        <p:spPr>
          <a:xfrm flipV="1">
            <a:off x="4134622" y="3944044"/>
            <a:ext cx="0" cy="72783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C791CAB2-C2FF-4E89-9D04-C80BC0C53835}"/>
              </a:ext>
            </a:extLst>
          </p:cNvPr>
          <p:cNvCxnSpPr>
            <a:cxnSpLocks/>
          </p:cNvCxnSpPr>
          <p:nvPr/>
        </p:nvCxnSpPr>
        <p:spPr>
          <a:xfrm flipV="1">
            <a:off x="5838098" y="3944044"/>
            <a:ext cx="0" cy="72783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120D6D91-91AA-451D-A980-EF95BD81AFDE}"/>
              </a:ext>
            </a:extLst>
          </p:cNvPr>
          <p:cNvCxnSpPr>
            <a:cxnSpLocks/>
          </p:cNvCxnSpPr>
          <p:nvPr/>
        </p:nvCxnSpPr>
        <p:spPr>
          <a:xfrm flipV="1">
            <a:off x="5838098" y="2272422"/>
            <a:ext cx="0" cy="72783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64E59A6-CB6D-4F78-A47F-0C7A1A7D041F}"/>
              </a:ext>
            </a:extLst>
          </p:cNvPr>
          <p:cNvCxnSpPr>
            <a:cxnSpLocks/>
          </p:cNvCxnSpPr>
          <p:nvPr/>
        </p:nvCxnSpPr>
        <p:spPr>
          <a:xfrm flipV="1">
            <a:off x="4134622" y="2272422"/>
            <a:ext cx="0" cy="72783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7BD4995-D1EB-490F-979E-76A3E2085C43}"/>
                  </a:ext>
                </a:extLst>
              </p:cNvPr>
              <p:cNvSpPr txBox="1"/>
              <p:nvPr/>
            </p:nvSpPr>
            <p:spPr>
              <a:xfrm>
                <a:off x="2877797" y="4424755"/>
                <a:ext cx="582702" cy="43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7BD4995-D1EB-490F-979E-76A3E2085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7797" y="4424755"/>
                <a:ext cx="582702" cy="4368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14E7C98-EAA8-48CD-9F67-5A2773A692CB}"/>
                  </a:ext>
                </a:extLst>
              </p:cNvPr>
              <p:cNvSpPr txBox="1"/>
              <p:nvPr/>
            </p:nvSpPr>
            <p:spPr>
              <a:xfrm>
                <a:off x="2877797" y="3705925"/>
                <a:ext cx="582702" cy="43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014E7C98-EAA8-48CD-9F67-5A2773A69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7797" y="3705925"/>
                <a:ext cx="582702" cy="43685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C322CF1-6E89-44ED-BE27-B7B7455282E0}"/>
              </a:ext>
            </a:extLst>
          </p:cNvPr>
          <p:cNvCxnSpPr>
            <a:cxnSpLocks/>
          </p:cNvCxnSpPr>
          <p:nvPr/>
        </p:nvCxnSpPr>
        <p:spPr>
          <a:xfrm flipH="1">
            <a:off x="5118098" y="2272422"/>
            <a:ext cx="706217" cy="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AB4171B-A94F-4414-AAC8-9E803B215CDB}"/>
              </a:ext>
            </a:extLst>
          </p:cNvPr>
          <p:cNvCxnSpPr>
            <a:cxnSpLocks/>
          </p:cNvCxnSpPr>
          <p:nvPr/>
        </p:nvCxnSpPr>
        <p:spPr>
          <a:xfrm flipH="1">
            <a:off x="5118098" y="2992422"/>
            <a:ext cx="724124" cy="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A90324C-9709-4121-B5E3-573F72D7844A}"/>
              </a:ext>
            </a:extLst>
          </p:cNvPr>
          <p:cNvCxnSpPr>
            <a:cxnSpLocks/>
          </p:cNvCxnSpPr>
          <p:nvPr/>
        </p:nvCxnSpPr>
        <p:spPr>
          <a:xfrm flipH="1">
            <a:off x="5118098" y="3934831"/>
            <a:ext cx="724124" cy="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E202E1C-4512-4BA1-8C91-AD97D0290414}"/>
              </a:ext>
            </a:extLst>
          </p:cNvPr>
          <p:cNvCxnSpPr>
            <a:cxnSpLocks/>
          </p:cNvCxnSpPr>
          <p:nvPr/>
        </p:nvCxnSpPr>
        <p:spPr>
          <a:xfrm flipH="1">
            <a:off x="5128181" y="4671874"/>
            <a:ext cx="709917" cy="0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89C08691-D475-4950-9418-1DC28BC0E5EB}"/>
                  </a:ext>
                </a:extLst>
              </p:cNvPr>
              <p:cNvSpPr txBox="1"/>
              <p:nvPr/>
            </p:nvSpPr>
            <p:spPr>
              <a:xfrm>
                <a:off x="4593110" y="2750469"/>
                <a:ext cx="582702" cy="43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89C08691-D475-4950-9418-1DC28BC0E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110" y="2750469"/>
                <a:ext cx="582702" cy="436851"/>
              </a:xfrm>
              <a:prstGeom prst="rect">
                <a:avLst/>
              </a:prstGeom>
              <a:blipFill>
                <a:blip r:embed="rId2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4A8B9268-A8AF-44B4-AA81-2542D09B88D8}"/>
                  </a:ext>
                </a:extLst>
              </p:cNvPr>
              <p:cNvSpPr txBox="1"/>
              <p:nvPr/>
            </p:nvSpPr>
            <p:spPr>
              <a:xfrm>
                <a:off x="4593110" y="2031639"/>
                <a:ext cx="582702" cy="43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4A8B9268-A8AF-44B4-AA81-2542D09B8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110" y="2031639"/>
                <a:ext cx="582702" cy="436851"/>
              </a:xfrm>
              <a:prstGeom prst="rect">
                <a:avLst/>
              </a:prstGeom>
              <a:blipFill>
                <a:blip r:embed="rId3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47A5063B-AF1B-4835-B752-12BEADDA2A32}"/>
                  </a:ext>
                </a:extLst>
              </p:cNvPr>
              <p:cNvSpPr txBox="1"/>
              <p:nvPr/>
            </p:nvSpPr>
            <p:spPr>
              <a:xfrm>
                <a:off x="4593110" y="4424755"/>
                <a:ext cx="582702" cy="43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47A5063B-AF1B-4835-B752-12BEADDA2A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110" y="4424755"/>
                <a:ext cx="582702" cy="4368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1066BA2A-AEF6-4B8B-A13A-818E0D2C6AC4}"/>
                  </a:ext>
                </a:extLst>
              </p:cNvPr>
              <p:cNvSpPr txBox="1"/>
              <p:nvPr/>
            </p:nvSpPr>
            <p:spPr>
              <a:xfrm>
                <a:off x="4593110" y="3705925"/>
                <a:ext cx="582702" cy="436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1066BA2A-AEF6-4B8B-A13A-818E0D2C6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110" y="3705925"/>
                <a:ext cx="582702" cy="43685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72422EBE-4910-4B12-AD75-7ACF390DB9E4}"/>
                  </a:ext>
                </a:extLst>
              </p:cNvPr>
              <p:cNvSpPr txBox="1"/>
              <p:nvPr/>
            </p:nvSpPr>
            <p:spPr>
              <a:xfrm>
                <a:off x="3018361" y="1716057"/>
                <a:ext cx="582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52" name="文本框 51">
                <a:extLst>
                  <a:ext uri="{FF2B5EF4-FFF2-40B4-BE49-F238E27FC236}">
                    <a16:creationId xmlns:a16="http://schemas.microsoft.com/office/drawing/2014/main" id="{72422EBE-4910-4B12-AD75-7ACF390DB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8361" y="1716057"/>
                <a:ext cx="582702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E90EDCF-218A-4FCF-8F9C-F4F1BB206357}"/>
                  </a:ext>
                </a:extLst>
              </p:cNvPr>
              <p:cNvSpPr txBox="1"/>
              <p:nvPr/>
            </p:nvSpPr>
            <p:spPr>
              <a:xfrm>
                <a:off x="4676643" y="1716057"/>
                <a:ext cx="582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1E90EDCF-218A-4FCF-8F9C-F4F1BB206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643" y="1716057"/>
                <a:ext cx="582702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4CD5C906-F5CF-420F-95C6-D1A00C0861A7}"/>
              </a:ext>
            </a:extLst>
          </p:cNvPr>
          <p:cNvCxnSpPr>
            <a:cxnSpLocks/>
          </p:cNvCxnSpPr>
          <p:nvPr/>
        </p:nvCxnSpPr>
        <p:spPr>
          <a:xfrm>
            <a:off x="6808939" y="4712426"/>
            <a:ext cx="1106906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6D9F42E4-7D01-443A-82B4-EFE654B48F5A}"/>
              </a:ext>
            </a:extLst>
          </p:cNvPr>
          <p:cNvCxnSpPr>
            <a:cxnSpLocks/>
          </p:cNvCxnSpPr>
          <p:nvPr/>
        </p:nvCxnSpPr>
        <p:spPr>
          <a:xfrm flipV="1">
            <a:off x="6816959" y="3651779"/>
            <a:ext cx="0" cy="106064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83E894D5-CADA-4A6C-AA2E-B5528149F7AA}"/>
                  </a:ext>
                </a:extLst>
              </p:cNvPr>
              <p:cNvSpPr txBox="1"/>
              <p:nvPr/>
            </p:nvSpPr>
            <p:spPr>
              <a:xfrm>
                <a:off x="6896812" y="4720156"/>
                <a:ext cx="342709" cy="3122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83E894D5-CADA-4A6C-AA2E-B5528149F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6812" y="4720156"/>
                <a:ext cx="342709" cy="31226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99C2AB5-F3D9-4548-B840-0B471BD99451}"/>
              </a:ext>
            </a:extLst>
          </p:cNvPr>
          <p:cNvCxnSpPr>
            <a:cxnSpLocks/>
          </p:cNvCxnSpPr>
          <p:nvPr/>
        </p:nvCxnSpPr>
        <p:spPr>
          <a:xfrm flipV="1">
            <a:off x="7530195" y="4046613"/>
            <a:ext cx="0" cy="665814"/>
          </a:xfrm>
          <a:prstGeom prst="straightConnector1">
            <a:avLst/>
          </a:prstGeom>
          <a:ln w="571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A4309C3C-0495-4653-A2B8-A07C15CD8E76}"/>
                  </a:ext>
                </a:extLst>
              </p:cNvPr>
              <p:cNvSpPr txBox="1"/>
              <p:nvPr/>
            </p:nvSpPr>
            <p:spPr>
              <a:xfrm>
                <a:off x="6976745" y="4726801"/>
                <a:ext cx="1106899" cy="4029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CN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𝐵𝑊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A4309C3C-0495-4653-A2B8-A07C15CD8E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745" y="4726801"/>
                <a:ext cx="1106899" cy="402934"/>
              </a:xfrm>
              <a:prstGeom prst="rect">
                <a:avLst/>
              </a:prstGeom>
              <a:blipFill>
                <a:blip r:embed="rId10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801E909F-2F32-472B-9DAD-FE567C30B9E5}"/>
                  </a:ext>
                </a:extLst>
              </p:cNvPr>
              <p:cNvSpPr txBox="1"/>
              <p:nvPr/>
            </p:nvSpPr>
            <p:spPr>
              <a:xfrm>
                <a:off x="7750098" y="4641005"/>
                <a:ext cx="582702" cy="34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801E909F-2F32-472B-9DAD-FE567C30B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098" y="4641005"/>
                <a:ext cx="582702" cy="340657"/>
              </a:xfrm>
              <a:prstGeom prst="rect">
                <a:avLst/>
              </a:prstGeom>
              <a:blipFill>
                <a:blip r:embed="rId11"/>
                <a:stretch>
                  <a:fillRect b="-232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CC2A1DCF-9EDF-4884-8F9B-4574B11A3D8A}"/>
                  </a:ext>
                </a:extLst>
              </p:cNvPr>
              <p:cNvSpPr txBox="1"/>
              <p:nvPr/>
            </p:nvSpPr>
            <p:spPr>
              <a:xfrm>
                <a:off x="4676643" y="3360559"/>
                <a:ext cx="582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CC2A1DCF-9EDF-4884-8F9B-4574B11A3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6643" y="3360559"/>
                <a:ext cx="582702" cy="369332"/>
              </a:xfrm>
              <a:prstGeom prst="rect">
                <a:avLst/>
              </a:prstGeom>
              <a:blipFill>
                <a:blip r:embed="rId1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040061DD-F1C2-4B64-B8AF-38BB63FE906B}"/>
                  </a:ext>
                </a:extLst>
              </p:cNvPr>
              <p:cNvSpPr txBox="1"/>
              <p:nvPr/>
            </p:nvSpPr>
            <p:spPr>
              <a:xfrm>
                <a:off x="2981626" y="3360559"/>
                <a:ext cx="5827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040061DD-F1C2-4B64-B8AF-38BB63FE90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1626" y="3360559"/>
                <a:ext cx="582702" cy="369332"/>
              </a:xfrm>
              <a:prstGeom prst="rect">
                <a:avLst/>
              </a:prstGeom>
              <a:blipFill>
                <a:blip r:embed="rId1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72ED4B3B-4ED4-466F-95DF-81D9239FBC58}"/>
                  </a:ext>
                </a:extLst>
              </p:cNvPr>
              <p:cNvSpPr txBox="1"/>
              <p:nvPr/>
            </p:nvSpPr>
            <p:spPr>
              <a:xfrm>
                <a:off x="4231479" y="2622654"/>
                <a:ext cx="5827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zh-CN" altLang="en-US" sz="1600" b="1" dirty="0"/>
              </a:p>
            </p:txBody>
          </p:sp>
        </mc:Choice>
        <mc:Fallback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72ED4B3B-4ED4-466F-95DF-81D9239FB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1479" y="2622654"/>
                <a:ext cx="582702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F32D1B0A-4DB4-45E3-ABAA-6D9565804B6B}"/>
                  </a:ext>
                </a:extLst>
              </p:cNvPr>
              <p:cNvSpPr txBox="1"/>
              <p:nvPr/>
            </p:nvSpPr>
            <p:spPr>
              <a:xfrm>
                <a:off x="5908100" y="2622654"/>
                <a:ext cx="5827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zh-CN" altLang="en-US" sz="1600" b="1" dirty="0"/>
              </a:p>
            </p:txBody>
          </p:sp>
        </mc:Choice>
        <mc:Fallback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F32D1B0A-4DB4-45E3-ABAA-6D9565804B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8100" y="2622654"/>
                <a:ext cx="582702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4" name="组合 63">
            <a:extLst>
              <a:ext uri="{FF2B5EF4-FFF2-40B4-BE49-F238E27FC236}">
                <a16:creationId xmlns:a16="http://schemas.microsoft.com/office/drawing/2014/main" id="{EE4FA0BA-BC0B-468E-8988-5CF4ABB17C76}"/>
              </a:ext>
            </a:extLst>
          </p:cNvPr>
          <p:cNvGrpSpPr/>
          <p:nvPr/>
        </p:nvGrpSpPr>
        <p:grpSpPr>
          <a:xfrm>
            <a:off x="6395054" y="4236798"/>
            <a:ext cx="201255" cy="101557"/>
            <a:chOff x="4956281" y="1960053"/>
            <a:chExt cx="201255" cy="101557"/>
          </a:xfrm>
        </p:grpSpPr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9BB3005D-7FF8-4509-B64D-7B10EBF0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956281" y="1960053"/>
              <a:ext cx="2012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22860124-173A-4BDC-BA7A-F9608BCFFC04}"/>
                </a:ext>
              </a:extLst>
            </p:cNvPr>
            <p:cNvCxnSpPr>
              <a:cxnSpLocks/>
            </p:cNvCxnSpPr>
            <p:nvPr/>
          </p:nvCxnSpPr>
          <p:spPr>
            <a:xfrm>
              <a:off x="4956281" y="2061610"/>
              <a:ext cx="2012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4DFC8A66-FD20-4E26-B6C5-B07A1ABDC11C}"/>
                  </a:ext>
                </a:extLst>
              </p:cNvPr>
              <p:cNvSpPr txBox="1"/>
              <p:nvPr/>
            </p:nvSpPr>
            <p:spPr>
              <a:xfrm>
                <a:off x="5908100" y="4282346"/>
                <a:ext cx="5827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zh-CN" altLang="en-US" sz="1600" b="1" dirty="0"/>
              </a:p>
            </p:txBody>
          </p:sp>
        </mc:Choice>
        <mc:Fallback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4DFC8A66-FD20-4E26-B6C5-B07A1ABDC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8100" y="4282346"/>
                <a:ext cx="582702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64C3CAA5-137E-4685-93DB-B115FB221E9F}"/>
                  </a:ext>
                </a:extLst>
              </p:cNvPr>
              <p:cNvSpPr txBox="1"/>
              <p:nvPr/>
            </p:nvSpPr>
            <p:spPr>
              <a:xfrm>
                <a:off x="4207373" y="4282346"/>
                <a:ext cx="5827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</a:rPr>
                        <m:t>𝒕</m:t>
                      </m:r>
                    </m:oMath>
                  </m:oMathPara>
                </a14:m>
                <a:endParaRPr lang="zh-CN" altLang="en-US" sz="1600" b="1" dirty="0"/>
              </a:p>
            </p:txBody>
          </p:sp>
        </mc:Choice>
        <mc:Fallback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64C3CAA5-137E-4685-93DB-B115FB22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373" y="4282346"/>
                <a:ext cx="582702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04966052-55A4-4148-AB5B-7B1210A55CC8}"/>
                  </a:ext>
                </a:extLst>
              </p:cNvPr>
              <p:cNvSpPr txBox="1"/>
              <p:nvPr/>
            </p:nvSpPr>
            <p:spPr>
              <a:xfrm>
                <a:off x="3980878" y="2616040"/>
                <a:ext cx="58270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04966052-55A4-4148-AB5B-7B1210A55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878" y="2616040"/>
                <a:ext cx="582702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D300A8AC-BEA8-4DA6-8260-5C8FB00206F4}"/>
                  </a:ext>
                </a:extLst>
              </p:cNvPr>
              <p:cNvSpPr txBox="1"/>
              <p:nvPr/>
            </p:nvSpPr>
            <p:spPr>
              <a:xfrm>
                <a:off x="5704983" y="2616040"/>
                <a:ext cx="58270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D300A8AC-BEA8-4DA6-8260-5C8FB0020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983" y="2616040"/>
                <a:ext cx="582702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2196187F-F3A9-4AF5-8EF8-6E00BE9D3A42}"/>
                  </a:ext>
                </a:extLst>
              </p:cNvPr>
              <p:cNvSpPr txBox="1"/>
              <p:nvPr/>
            </p:nvSpPr>
            <p:spPr>
              <a:xfrm>
                <a:off x="5704983" y="4294054"/>
                <a:ext cx="58270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2196187F-F3A9-4AF5-8EF8-6E00BE9D3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983" y="4294054"/>
                <a:ext cx="582702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091BCB52-F07E-465B-908E-0B415BBABFCF}"/>
                  </a:ext>
                </a:extLst>
              </p:cNvPr>
              <p:cNvSpPr txBox="1"/>
              <p:nvPr/>
            </p:nvSpPr>
            <p:spPr>
              <a:xfrm>
                <a:off x="3980878" y="4294054"/>
                <a:ext cx="58270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CN" altLang="en-US" sz="1400" dirty="0"/>
              </a:p>
            </p:txBody>
          </p:sp>
        </mc:Choice>
        <mc:Fallback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091BCB52-F07E-465B-908E-0B415BBAB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878" y="4294054"/>
                <a:ext cx="582702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C6E3C3-82A7-4E1E-9F56-961728AB930C}"/>
              </a:ext>
            </a:extLst>
          </p:cNvPr>
          <p:cNvCxnSpPr>
            <a:cxnSpLocks/>
          </p:cNvCxnSpPr>
          <p:nvPr/>
        </p:nvCxnSpPr>
        <p:spPr>
          <a:xfrm>
            <a:off x="6808939" y="3070965"/>
            <a:ext cx="1106906" cy="0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7814B094-89BB-40D9-9A3C-D92771AED0E3}"/>
              </a:ext>
            </a:extLst>
          </p:cNvPr>
          <p:cNvCxnSpPr>
            <a:cxnSpLocks/>
          </p:cNvCxnSpPr>
          <p:nvPr/>
        </p:nvCxnSpPr>
        <p:spPr>
          <a:xfrm flipV="1">
            <a:off x="6816959" y="2010318"/>
            <a:ext cx="0" cy="1060648"/>
          </a:xfrm>
          <a:prstGeom prst="line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01A50EAD-7944-47B0-9E3A-5E7F9DE4FDC6}"/>
              </a:ext>
            </a:extLst>
          </p:cNvPr>
          <p:cNvCxnSpPr>
            <a:cxnSpLocks/>
          </p:cNvCxnSpPr>
          <p:nvPr/>
        </p:nvCxnSpPr>
        <p:spPr>
          <a:xfrm flipV="1">
            <a:off x="7064613" y="2270617"/>
            <a:ext cx="0" cy="80034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3A05F60E-CE71-4791-BD05-51EEA4802C91}"/>
                  </a:ext>
                </a:extLst>
              </p:cNvPr>
              <p:cNvSpPr txBox="1"/>
              <p:nvPr/>
            </p:nvSpPr>
            <p:spPr>
              <a:xfrm>
                <a:off x="6745435" y="3078553"/>
                <a:ext cx="342709" cy="3122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CN" altLang="en-US" sz="1600" dirty="0"/>
              </a:p>
            </p:txBody>
          </p:sp>
        </mc:Choice>
        <mc:Fallback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3A05F60E-CE71-4791-BD05-51EEA4802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435" y="3078553"/>
                <a:ext cx="342709" cy="31226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419F6487-4307-4350-8FCF-E9C3C14654EA}"/>
                  </a:ext>
                </a:extLst>
              </p:cNvPr>
              <p:cNvSpPr txBox="1"/>
              <p:nvPr/>
            </p:nvSpPr>
            <p:spPr>
              <a:xfrm>
                <a:off x="7750098" y="2999544"/>
                <a:ext cx="582702" cy="3406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𝒇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419F6487-4307-4350-8FCF-E9C3C1465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098" y="2999544"/>
                <a:ext cx="582702" cy="340657"/>
              </a:xfrm>
              <a:prstGeom prst="rect">
                <a:avLst/>
              </a:prstGeom>
              <a:blipFill>
                <a:blip r:embed="rId21"/>
                <a:stretch>
                  <a:fillRect b="-232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文本框 77">
            <a:extLst>
              <a:ext uri="{FF2B5EF4-FFF2-40B4-BE49-F238E27FC236}">
                <a16:creationId xmlns:a16="http://schemas.microsoft.com/office/drawing/2014/main" id="{62C5EA96-19FD-4F9E-842D-E48644DE41F6}"/>
              </a:ext>
            </a:extLst>
          </p:cNvPr>
          <p:cNvSpPr txBox="1"/>
          <p:nvPr/>
        </p:nvSpPr>
        <p:spPr>
          <a:xfrm>
            <a:off x="6204027" y="2237802"/>
            <a:ext cx="6577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FFT</a:t>
            </a:r>
            <a:endParaRPr lang="zh-CN" altLang="en-US" sz="1600" b="1" i="1" dirty="0"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EFC3AF9-391C-478B-9CC3-A14550926289}"/>
              </a:ext>
            </a:extLst>
          </p:cNvPr>
          <p:cNvSpPr txBox="1"/>
          <p:nvPr/>
        </p:nvSpPr>
        <p:spPr>
          <a:xfrm>
            <a:off x="6204027" y="3904704"/>
            <a:ext cx="6577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FFT</a:t>
            </a:r>
            <a:endParaRPr lang="zh-CN" altLang="en-US" sz="1600" b="1" i="1" dirty="0"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2991584D-AC07-4293-95AE-E92DF3D00C26}"/>
                  </a:ext>
                </a:extLst>
              </p:cNvPr>
              <p:cNvSpPr txBox="1"/>
              <p:nvPr/>
            </p:nvSpPr>
            <p:spPr>
              <a:xfrm>
                <a:off x="6348944" y="1731446"/>
                <a:ext cx="5827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zh-CN" altLang="en-US" sz="1600" b="1" dirty="0"/>
              </a:p>
            </p:txBody>
          </p:sp>
        </mc:Choice>
        <mc:Fallback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2991584D-AC07-4293-95AE-E92DF3D00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944" y="1731446"/>
                <a:ext cx="582702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639B3C2-F090-4931-9D0A-F06D2D7D0306}"/>
                  </a:ext>
                </a:extLst>
              </p:cNvPr>
              <p:cNvSpPr txBox="1"/>
              <p:nvPr/>
            </p:nvSpPr>
            <p:spPr>
              <a:xfrm>
                <a:off x="6348944" y="3375948"/>
                <a:ext cx="58270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zh-CN" altLang="en-US" sz="1600" b="1" dirty="0"/>
              </a:p>
            </p:txBody>
          </p:sp>
        </mc:Choice>
        <mc:Fallback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C639B3C2-F090-4931-9D0A-F06D2D7D0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944" y="3375948"/>
                <a:ext cx="582702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2" name="组合 81">
            <a:extLst>
              <a:ext uri="{FF2B5EF4-FFF2-40B4-BE49-F238E27FC236}">
                <a16:creationId xmlns:a16="http://schemas.microsoft.com/office/drawing/2014/main" id="{A63FB4B1-779C-437D-AAB4-B6D9AE6B2BEB}"/>
              </a:ext>
            </a:extLst>
          </p:cNvPr>
          <p:cNvGrpSpPr/>
          <p:nvPr/>
        </p:nvGrpSpPr>
        <p:grpSpPr>
          <a:xfrm>
            <a:off x="2888560" y="1298214"/>
            <a:ext cx="1988947" cy="307777"/>
            <a:chOff x="1194066" y="747692"/>
            <a:chExt cx="1988947" cy="307777"/>
          </a:xfrm>
        </p:grpSpPr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14EB4F54-3171-4BFF-A156-FF7F363894ED}"/>
                </a:ext>
              </a:extLst>
            </p:cNvPr>
            <p:cNvCxnSpPr>
              <a:cxnSpLocks/>
            </p:cNvCxnSpPr>
            <p:nvPr/>
          </p:nvCxnSpPr>
          <p:spPr>
            <a:xfrm>
              <a:off x="1194066" y="901580"/>
              <a:ext cx="540000" cy="0"/>
            </a:xfrm>
            <a:prstGeom prst="line">
              <a:avLst/>
            </a:prstGeom>
            <a:ln w="571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B662E890-C436-4F1E-9B42-728486560644}"/>
                </a:ext>
              </a:extLst>
            </p:cNvPr>
            <p:cNvSpPr txBox="1"/>
            <p:nvPr/>
          </p:nvSpPr>
          <p:spPr>
            <a:xfrm>
              <a:off x="1817872" y="747692"/>
              <a:ext cx="13651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上啁啾符号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AFA28677-B4FC-4E46-9A9E-77FBAFC947AC}"/>
              </a:ext>
            </a:extLst>
          </p:cNvPr>
          <p:cNvGrpSpPr/>
          <p:nvPr/>
        </p:nvGrpSpPr>
        <p:grpSpPr>
          <a:xfrm>
            <a:off x="6640295" y="1298214"/>
            <a:ext cx="2015832" cy="307777"/>
            <a:chOff x="4776178" y="722166"/>
            <a:chExt cx="2015832" cy="307777"/>
          </a:xfrm>
        </p:grpSpPr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D220C96B-D6D9-41BE-A5A4-94FB5A27145F}"/>
                </a:ext>
              </a:extLst>
            </p:cNvPr>
            <p:cNvCxnSpPr>
              <a:cxnSpLocks/>
            </p:cNvCxnSpPr>
            <p:nvPr/>
          </p:nvCxnSpPr>
          <p:spPr>
            <a:xfrm>
              <a:off x="4776178" y="876054"/>
              <a:ext cx="540000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D5533F6A-4964-4981-9A74-F4F5A826C271}"/>
                </a:ext>
              </a:extLst>
            </p:cNvPr>
            <p:cNvSpPr txBox="1"/>
            <p:nvPr/>
          </p:nvSpPr>
          <p:spPr>
            <a:xfrm>
              <a:off x="5399989" y="722166"/>
              <a:ext cx="139202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下啁啾符号</a:t>
              </a:r>
            </a:p>
          </p:txBody>
        </p: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DB43D5C2-9660-4322-9A72-21DA93C877D2}"/>
              </a:ext>
            </a:extLst>
          </p:cNvPr>
          <p:cNvGrpSpPr/>
          <p:nvPr/>
        </p:nvGrpSpPr>
        <p:grpSpPr>
          <a:xfrm>
            <a:off x="4676643" y="1298214"/>
            <a:ext cx="1860049" cy="307777"/>
            <a:chOff x="3088023" y="736980"/>
            <a:chExt cx="1860049" cy="307777"/>
          </a:xfrm>
        </p:grpSpPr>
        <p:cxnSp>
          <p:nvCxnSpPr>
            <p:cNvPr id="89" name="直接连接符 88">
              <a:extLst>
                <a:ext uri="{FF2B5EF4-FFF2-40B4-BE49-F238E27FC236}">
                  <a16:creationId xmlns:a16="http://schemas.microsoft.com/office/drawing/2014/main" id="{D1CC1D0E-0410-4232-A704-4C8774C41147}"/>
                </a:ext>
              </a:extLst>
            </p:cNvPr>
            <p:cNvCxnSpPr>
              <a:cxnSpLocks/>
            </p:cNvCxnSpPr>
            <p:nvPr/>
          </p:nvCxnSpPr>
          <p:spPr>
            <a:xfrm>
              <a:off x="3088023" y="890868"/>
              <a:ext cx="540000" cy="0"/>
            </a:xfrm>
            <a:prstGeom prst="line">
              <a:avLst/>
            </a:prstGeom>
            <a:ln w="571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CE061E02-B4B0-4982-B6C1-38119711D292}"/>
                </a:ext>
              </a:extLst>
            </p:cNvPr>
            <p:cNvSpPr txBox="1"/>
            <p:nvPr/>
          </p:nvSpPr>
          <p:spPr>
            <a:xfrm>
              <a:off x="3682323" y="736980"/>
              <a:ext cx="12657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b="1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数据啁啾符号</a:t>
              </a:r>
            </a:p>
          </p:txBody>
        </p:sp>
      </p:grp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A0E3F32B-BD06-4D9F-901E-E0CE68B779E3}"/>
              </a:ext>
            </a:extLst>
          </p:cNvPr>
          <p:cNvCxnSpPr>
            <a:cxnSpLocks/>
          </p:cNvCxnSpPr>
          <p:nvPr/>
        </p:nvCxnSpPr>
        <p:spPr>
          <a:xfrm flipH="1" flipV="1">
            <a:off x="7057250" y="3070824"/>
            <a:ext cx="14727" cy="163441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4EB12CF4-AF14-4C89-87D8-4561C9B90443}"/>
                  </a:ext>
                </a:extLst>
              </p:cNvPr>
              <p:cNvSpPr txBox="1"/>
              <p:nvPr/>
            </p:nvSpPr>
            <p:spPr>
              <a:xfrm>
                <a:off x="3459384" y="4883810"/>
                <a:ext cx="582702" cy="291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1200" b="0" i="0" smtClean="0">
                              <a:latin typeface="Cambria Math" panose="02040503050406030204" pitchFamily="18" charset="0"/>
                            </a:rPr>
                            <m:t>wrap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4EB12CF4-AF14-4C89-87D8-4561C9B90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9384" y="4883810"/>
                <a:ext cx="582702" cy="29129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3057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99</Words>
  <Application>Microsoft Office PowerPoint</Application>
  <PresentationFormat>宽屏</PresentationFormat>
  <Paragraphs>50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Arial</vt:lpstr>
      <vt:lpstr>Calibri</vt:lpstr>
      <vt:lpstr>Cambria</vt:lpstr>
      <vt:lpstr>Cambria Math</vt:lpstr>
      <vt:lpstr>Times New Roman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怡豪 刘</dc:creator>
  <cp:lastModifiedBy>怡豪 刘</cp:lastModifiedBy>
  <cp:revision>9</cp:revision>
  <dcterms:created xsi:type="dcterms:W3CDTF">2025-11-11T07:27:24Z</dcterms:created>
  <dcterms:modified xsi:type="dcterms:W3CDTF">2025-11-12T07:09:44Z</dcterms:modified>
</cp:coreProperties>
</file>