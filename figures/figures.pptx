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6CE605-B931-423C-88AF-72D6B0B28F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306FB42-8787-4BA1-8ACA-A98049E839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7EDB91-448C-4ADE-8B20-CAD0F87BA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01C3C20-109B-4C79-95C9-F9E6DA523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F81A3C1-09CD-4450-949B-244109711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745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E8E003-BA03-41B0-B97A-07B419324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1562B0-1D8E-46B4-8847-2767AA602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886193-FB7B-4FB8-8AD4-2E258EB9B8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9B2BF5-966D-4803-8427-5B181DD3D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82088BE-E8A0-478C-B625-2557816FA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88940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C7B5C4-96DE-462A-92A1-8EA9EDD84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C6E139E-573B-4FF6-88B8-CAF66E87E3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73E050-A134-458D-B962-E789DB742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A3063A3-9C95-414A-B0D8-4650E7245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815AF73-AC59-474E-96FF-D379350F3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6463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67EA3C-9271-4A5E-8AA1-16170B1E7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6032FC-D3C3-474B-8657-A183264679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D47744-F39C-4071-8201-3AC2FEC9E4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E3F65D9-A109-46AA-B178-1A9FAFB12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7E2DD38-FC7B-4FA4-AF99-442F651A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25C3D61-F977-4880-8104-4582BB524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9343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A23037-7B13-4A47-8B18-7929967AC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9847D6-15C6-4534-AD17-5C98785BB2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FE95C5C-DB97-4197-9B91-6B669D8368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59E8A4E-6886-4FF2-98D8-C53F576D5D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0DFDC09-5EC2-44BB-B098-5263ECE09B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54DD41D-8DC4-42B5-B37F-A07154618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6440B64-5D36-4906-8F2D-C5D79DFCE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8245BBE-0184-43B5-A653-F99AAB640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7636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313818-68D3-4170-A216-6CBCAEC14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AE2F051-8A1D-4BDB-AD8C-AD866D09F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86E933F-DC71-4DA0-835D-B6A11BA21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6C70E6E-CF90-4B5A-AC6D-999F159D4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5439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FE8BC4-D2D4-43B1-9D0B-CA4C38383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F7F04BE-371D-4264-9899-0DD0F5E95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A4935D8-DD54-42AE-A691-F84A99D50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393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1A4C79-93F0-452C-A00D-BBEFAB1C5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575EE84-AE0B-4054-97CB-856891D61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8A4CA2-5AC6-425C-8B23-B5CF4842AD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B5478CA-1706-42FB-8190-BB5FEFCCF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F6DE1FC-5018-4A58-AA07-7B587C93D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9477410-0E59-439F-9653-326CC9EB0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46203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7A52C4-D64E-4BBA-AFBB-E196F4481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32AFAF6-CF7F-4026-8568-8804BB16CE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39A59EC-E576-4724-9A29-037326D805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1A78228-695F-4B5D-B39A-0780D46A0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D4B0BC3-1C01-41F6-AC62-FE0F12DB6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A8E762-1AFD-40D1-90EE-22A1ED90B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55074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8D719D-6900-4BF2-8614-1A344F746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8B1262E-88C1-4DF4-9471-5D2F04398E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ECB417-8960-4DD0-965D-A50355B8F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AB41A8-C8E7-4649-842C-7F010EB6D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C059B7-8F2B-4E54-BEC0-B333853B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6639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BD2F63D-11B2-43DE-9E95-E4CE3B0EF4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FBB7237-3913-4720-B77A-DD57EB3E86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AF085E7-E929-4CE4-A1E3-FEC1030AD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6674E5-9A60-435F-AFE0-D427D6ABA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84B600-D038-44CF-A968-D920ADF91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80682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F54E1AF-9D22-437E-B632-C658634B1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994F60A-9A19-4290-AECC-4DEB311AFF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30A458-7516-433C-8EA7-7BEE999C24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89AC1-8EDF-4096-8511-7044330DAA1E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40F7C4-EA0C-4A9E-A37B-D38651C48F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996B848-0755-4F9D-964E-38CEA1363A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49089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CDE92ED-76D9-4BE9-B126-932ABD6E3FA5}"/>
              </a:ext>
            </a:extLst>
          </p:cNvPr>
          <p:cNvSpPr/>
          <p:nvPr/>
        </p:nvSpPr>
        <p:spPr>
          <a:xfrm>
            <a:off x="1090822" y="3052604"/>
            <a:ext cx="1440000" cy="54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 </a:t>
            </a:r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章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引言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05A91EF-1065-42EB-8C3B-D94DC0332A12}"/>
              </a:ext>
            </a:extLst>
          </p:cNvPr>
          <p:cNvSpPr/>
          <p:nvPr/>
        </p:nvSpPr>
        <p:spPr>
          <a:xfrm>
            <a:off x="3609065" y="1275031"/>
            <a:ext cx="3240000" cy="54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 </a:t>
            </a:r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 </a:t>
            </a:r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章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正交感知模型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C8FFCB55-6DF1-42E5-8513-7E9692D64F08}"/>
              </a:ext>
            </a:extLst>
          </p:cNvPr>
          <p:cNvGrpSpPr/>
          <p:nvPr/>
        </p:nvGrpSpPr>
        <p:grpSpPr>
          <a:xfrm>
            <a:off x="3609065" y="2172081"/>
            <a:ext cx="3240000" cy="1403998"/>
            <a:chOff x="3610824" y="1275031"/>
            <a:chExt cx="2672282" cy="1403998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80F2338D-5562-42EE-9F8F-2C8B30F85226}"/>
                </a:ext>
              </a:extLst>
            </p:cNvPr>
            <p:cNvSpPr/>
            <p:nvPr/>
          </p:nvSpPr>
          <p:spPr>
            <a:xfrm>
              <a:off x="3610824" y="1275031"/>
              <a:ext cx="2672282" cy="54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第 </a:t>
              </a:r>
              <a:r>
                <a:rPr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 </a:t>
              </a:r>
              <a:r>
                <a:rPr lang="zh-CN" alt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章</a:t>
              </a:r>
              <a:endPara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信号处理方法</a:t>
              </a: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B609DD91-FF37-4B95-A0F6-E005BEB0CC05}"/>
                </a:ext>
              </a:extLst>
            </p:cNvPr>
            <p:cNvSpPr/>
            <p:nvPr/>
          </p:nvSpPr>
          <p:spPr>
            <a:xfrm>
              <a:off x="3610824" y="1815029"/>
              <a:ext cx="2672282" cy="864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（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1</a:t>
              </a:r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）信号能量集中方法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（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2</a:t>
              </a:r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）相位漂移消除方法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（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</a:t>
              </a:r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）感知信息提取方法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2" name="矩形 11">
            <a:extLst>
              <a:ext uri="{FF2B5EF4-FFF2-40B4-BE49-F238E27FC236}">
                <a16:creationId xmlns:a16="http://schemas.microsoft.com/office/drawing/2014/main" id="{76321603-783E-4DF4-A78B-1BA86432AFA0}"/>
              </a:ext>
            </a:extLst>
          </p:cNvPr>
          <p:cNvSpPr/>
          <p:nvPr/>
        </p:nvSpPr>
        <p:spPr>
          <a:xfrm>
            <a:off x="3609065" y="3933129"/>
            <a:ext cx="3240000" cy="54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 </a:t>
            </a:r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 </a:t>
            </a:r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章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原型系统设计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6C02D0A-2F98-4658-98C8-64DBE3E896D8}"/>
              </a:ext>
            </a:extLst>
          </p:cNvPr>
          <p:cNvSpPr/>
          <p:nvPr/>
        </p:nvSpPr>
        <p:spPr>
          <a:xfrm>
            <a:off x="7923795" y="3052604"/>
            <a:ext cx="1440000" cy="54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 </a:t>
            </a:r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 </a:t>
            </a:r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章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总结与展望</a:t>
            </a: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C2AD733A-57D7-4B06-8911-61F61F03306C}"/>
              </a:ext>
            </a:extLst>
          </p:cNvPr>
          <p:cNvCxnSpPr>
            <a:cxnSpLocks/>
          </p:cNvCxnSpPr>
          <p:nvPr/>
        </p:nvCxnSpPr>
        <p:spPr>
          <a:xfrm flipV="1">
            <a:off x="2530822" y="3322604"/>
            <a:ext cx="536485" cy="2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6A1C92E-0360-4015-B543-A70D5FE46F34}"/>
              </a:ext>
            </a:extLst>
          </p:cNvPr>
          <p:cNvCxnSpPr>
            <a:cxnSpLocks/>
          </p:cNvCxnSpPr>
          <p:nvPr/>
        </p:nvCxnSpPr>
        <p:spPr>
          <a:xfrm>
            <a:off x="3070822" y="1545031"/>
            <a:ext cx="0" cy="355514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F3D57536-C6A3-4274-8671-69565B378878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070822" y="1545031"/>
            <a:ext cx="53824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E0912270-8BF0-4911-9EDF-A40E493B4433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3067307" y="4203129"/>
            <a:ext cx="541758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CE3ABEC3-B4A5-4FB9-8B3A-7F67A62FD988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>
            <a:off x="5229065" y="1815031"/>
            <a:ext cx="0" cy="35705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44AA04BF-25BD-47AC-9F7F-926F48F56B00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5229065" y="3576079"/>
            <a:ext cx="0" cy="35705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D19DF872-5BC9-4471-88AF-6AD320D7E245}"/>
              </a:ext>
            </a:extLst>
          </p:cNvPr>
          <p:cNvCxnSpPr>
            <a:cxnSpLocks/>
          </p:cNvCxnSpPr>
          <p:nvPr/>
        </p:nvCxnSpPr>
        <p:spPr>
          <a:xfrm>
            <a:off x="7387307" y="3322605"/>
            <a:ext cx="536488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BB44791-39D0-4258-B741-A4D5E0896644}"/>
              </a:ext>
            </a:extLst>
          </p:cNvPr>
          <p:cNvCxnSpPr>
            <a:cxnSpLocks/>
          </p:cNvCxnSpPr>
          <p:nvPr/>
        </p:nvCxnSpPr>
        <p:spPr>
          <a:xfrm>
            <a:off x="7387308" y="1545031"/>
            <a:ext cx="0" cy="355514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65235A4-2C76-4ACB-9C42-5F15E47DB511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6849065" y="1545031"/>
            <a:ext cx="541759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1919E83-DF07-4628-BEBD-03F74EC82037}"/>
              </a:ext>
            </a:extLst>
          </p:cNvPr>
          <p:cNvCxnSpPr>
            <a:cxnSpLocks/>
            <a:endCxn id="12" idx="3"/>
          </p:cNvCxnSpPr>
          <p:nvPr/>
        </p:nvCxnSpPr>
        <p:spPr>
          <a:xfrm flipH="1">
            <a:off x="6849065" y="4203129"/>
            <a:ext cx="541759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矩形 27">
            <a:extLst>
              <a:ext uri="{FF2B5EF4-FFF2-40B4-BE49-F238E27FC236}">
                <a16:creationId xmlns:a16="http://schemas.microsoft.com/office/drawing/2014/main" id="{4E8CBB51-06FD-4BDD-96E5-D1E89D78BCE2}"/>
              </a:ext>
            </a:extLst>
          </p:cNvPr>
          <p:cNvSpPr/>
          <p:nvPr/>
        </p:nvSpPr>
        <p:spPr>
          <a:xfrm>
            <a:off x="3609065" y="4830178"/>
            <a:ext cx="3240000" cy="54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 </a:t>
            </a:r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 </a:t>
            </a:r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章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实验结果分析</a:t>
            </a: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D8FC07DD-B276-4939-AD01-B3160BF9F574}"/>
              </a:ext>
            </a:extLst>
          </p:cNvPr>
          <p:cNvCxnSpPr>
            <a:cxnSpLocks/>
            <a:stCxn id="12" idx="2"/>
            <a:endCxn id="28" idx="0"/>
          </p:cNvCxnSpPr>
          <p:nvPr/>
        </p:nvCxnSpPr>
        <p:spPr>
          <a:xfrm>
            <a:off x="5229065" y="4473129"/>
            <a:ext cx="0" cy="35704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9C899102-B3FB-47FB-AACD-378876ADBDE4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067307" y="5100178"/>
            <a:ext cx="541758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B185D918-7154-48F8-AF08-17E47D3F8148}"/>
              </a:ext>
            </a:extLst>
          </p:cNvPr>
          <p:cNvCxnSpPr>
            <a:cxnSpLocks/>
            <a:endCxn id="28" idx="3"/>
          </p:cNvCxnSpPr>
          <p:nvPr/>
        </p:nvCxnSpPr>
        <p:spPr>
          <a:xfrm flipH="1">
            <a:off x="6849065" y="5100178"/>
            <a:ext cx="538242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4EDC859A-6B32-49BD-A274-A036ACE72AE8}"/>
              </a:ext>
            </a:extLst>
          </p:cNvPr>
          <p:cNvCxnSpPr>
            <a:cxnSpLocks/>
          </p:cNvCxnSpPr>
          <p:nvPr/>
        </p:nvCxnSpPr>
        <p:spPr>
          <a:xfrm>
            <a:off x="3067307" y="2945829"/>
            <a:ext cx="53648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0D9F94BA-B5BC-4EEF-BE35-02B50BC94EA7}"/>
              </a:ext>
            </a:extLst>
          </p:cNvPr>
          <p:cNvCxnSpPr>
            <a:cxnSpLocks/>
          </p:cNvCxnSpPr>
          <p:nvPr/>
        </p:nvCxnSpPr>
        <p:spPr>
          <a:xfrm>
            <a:off x="6850822" y="2945829"/>
            <a:ext cx="536485" cy="0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44733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-Calibri">
      <a:majorFont>
        <a:latin typeface="Cambria" panose="02040503050406030204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51</Words>
  <Application>Microsoft Office PowerPoint</Application>
  <PresentationFormat>宽屏</PresentationFormat>
  <Paragraphs>15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Arial</vt:lpstr>
      <vt:lpstr>Calibri</vt:lpstr>
      <vt:lpstr>Cambria</vt:lpstr>
      <vt:lpstr>Times New Roman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怡豪 刘</dc:creator>
  <cp:lastModifiedBy>怡豪 刘</cp:lastModifiedBy>
  <cp:revision>8</cp:revision>
  <dcterms:created xsi:type="dcterms:W3CDTF">2025-11-11T07:27:24Z</dcterms:created>
  <dcterms:modified xsi:type="dcterms:W3CDTF">2025-11-11T07:41:50Z</dcterms:modified>
</cp:coreProperties>
</file>